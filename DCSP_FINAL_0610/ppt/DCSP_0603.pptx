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7"/>
  </p:notesMasterIdLst>
  <p:sldIdLst>
    <p:sldId id="37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444"/>
    <a:srgbClr val="C3DAA4"/>
    <a:srgbClr val="66D096"/>
    <a:srgbClr val="FFFFFF"/>
    <a:srgbClr val="F2C558"/>
    <a:srgbClr val="D95319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776" autoAdjust="0"/>
  </p:normalViewPr>
  <p:slideViewPr>
    <p:cSldViewPr snapToGrid="0">
      <p:cViewPr>
        <p:scale>
          <a:sx n="125" d="100"/>
          <a:sy n="125" d="100"/>
        </p:scale>
        <p:origin x="648" y="-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F962-7030-B604-7D7A-1C2E6235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2B6C7-6A0C-4DCD-F377-C993A991E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5B0F9F-2575-0B42-5EAB-B5DAC08D5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A6F58B-C3F8-6BDA-9C91-C528BFE55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231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A9E2-3C7B-0D86-4F77-699434F5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E2AC9C93-2648-BC81-9252-F894851B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4. Design Procedures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524AAB9-26FE-2F2F-49A0-964EF0C1F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7" name="제목 6">
            <a:extLst>
              <a:ext uri="{FF2B5EF4-FFF2-40B4-BE49-F238E27FC236}">
                <a16:creationId xmlns:a16="http://schemas.microsoft.com/office/drawing/2014/main" id="{375185DD-6AA3-7F1B-FAD3-1F5EFB7977A8}"/>
              </a:ext>
            </a:extLst>
          </p:cNvPr>
          <p:cNvSpPr txBox="1">
            <a:spLocks/>
          </p:cNvSpPr>
          <p:nvPr/>
        </p:nvSpPr>
        <p:spPr>
          <a:xfrm>
            <a:off x="395596" y="3768764"/>
            <a:ext cx="4362450" cy="13519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lvl="1" indent="-171450">
              <a:buFontTx/>
              <a:buChar char="-"/>
            </a:pPr>
            <a:endParaRPr lang="ko-KR" altLang="en-US" sz="1000" b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344AF3D-CB9D-E557-54CB-393CE4F6FE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672763"/>
                  </p:ext>
                </p:extLst>
              </p:nvPr>
            </p:nvGraphicFramePr>
            <p:xfrm>
              <a:off x="154941" y="1247453"/>
              <a:ext cx="8927187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5403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1732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𝒄𝒍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𝑪𝑳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𝝎</m:t>
                                        </m:r>
                                      </m:e>
                                      <m:sub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𝒎𝒂𝒙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2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344AF3D-CB9D-E557-54CB-393CE4F6FE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672763"/>
                  </p:ext>
                </p:extLst>
              </p:nvPr>
            </p:nvGraphicFramePr>
            <p:xfrm>
              <a:off x="154941" y="1247453"/>
              <a:ext cx="8927187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5403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1732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087" r="-366667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1087" r="-286288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5491" t="-1087" r="-394798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8197" t="-1087" r="-193133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2956" t="-1087" r="-121675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5785" t="-1087" r="-2066" b="-5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00000" r="-366667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100000" r="-286288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5491" t="-100000" r="-394798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8197" t="-100000" r="-193133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202174" r="-366667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202174" r="-286288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5491" t="-202174" r="-394798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8197" t="-202174" r="-193133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5785" t="-202174" r="-2066" b="-3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298925" r="-366667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298925" r="-286288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5491" t="-298925" r="-394798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403261" r="-3666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403261" r="-28628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5491" t="-403261" r="-39479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2956" t="-403261" r="-12167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5785" t="-403261" r="-206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256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9848</TotalTime>
  <Words>117</Words>
  <Application>Microsoft Office PowerPoint</Application>
  <PresentationFormat>화면 슬라이드 쇼(4:3)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Cambria Math</vt:lpstr>
      <vt:lpstr>Wingdings</vt:lpstr>
      <vt:lpstr>Office 테마</vt:lpstr>
      <vt:lpstr>디자인 사용자 지정</vt:lpstr>
      <vt:lpstr>4. Design Procedures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이주영/22200576</cp:lastModifiedBy>
  <cp:revision>90</cp:revision>
  <dcterms:created xsi:type="dcterms:W3CDTF">2022-06-23T13:17:03Z</dcterms:created>
  <dcterms:modified xsi:type="dcterms:W3CDTF">2026-06-08T03:55:57Z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