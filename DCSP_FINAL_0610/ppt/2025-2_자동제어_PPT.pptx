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6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notesSlides/notesSlide9.xml" ContentType="application/vnd.openxmlformats-officedocument.presentationml.notesSlide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notesSlides/notesSlide10.xml" ContentType="application/vnd.openxmlformats-officedocument.presentationml.notesSlide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0"/>
  </p:notesMasterIdLst>
  <p:sldIdLst>
    <p:sldId id="261" r:id="rId5"/>
    <p:sldId id="341" r:id="rId6"/>
    <p:sldId id="294" r:id="rId7"/>
    <p:sldId id="342" r:id="rId8"/>
    <p:sldId id="343" r:id="rId9"/>
    <p:sldId id="345" r:id="rId10"/>
    <p:sldId id="346" r:id="rId11"/>
    <p:sldId id="347" r:id="rId12"/>
    <p:sldId id="348" r:id="rId13"/>
    <p:sldId id="350" r:id="rId14"/>
    <p:sldId id="313" r:id="rId15"/>
    <p:sldId id="311" r:id="rId16"/>
    <p:sldId id="349" r:id="rId17"/>
    <p:sldId id="351" r:id="rId18"/>
    <p:sldId id="327" r:id="rId19"/>
    <p:sldId id="352" r:id="rId20"/>
    <p:sldId id="325" r:id="rId21"/>
    <p:sldId id="328" r:id="rId22"/>
    <p:sldId id="353" r:id="rId23"/>
    <p:sldId id="354" r:id="rId24"/>
    <p:sldId id="330" r:id="rId25"/>
    <p:sldId id="332" r:id="rId26"/>
    <p:sldId id="336" r:id="rId27"/>
    <p:sldId id="356" r:id="rId28"/>
    <p:sldId id="355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9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75"/>
    <a:srgbClr val="FFF3F3"/>
    <a:srgbClr val="FF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0" autoAdjust="0"/>
    <p:restoredTop sz="92951" autoAdjust="0"/>
  </p:normalViewPr>
  <p:slideViewPr>
    <p:cSldViewPr snapToGrid="0">
      <p:cViewPr varScale="1">
        <p:scale>
          <a:sx n="98" d="100"/>
          <a:sy n="98" d="100"/>
        </p:scale>
        <p:origin x="824" y="5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7:48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1616 1 24575,'-31'0'0,"-288"8"0,258-3 0,-1 3 0,1 3 0,-67 20 0,81-15-57,0 2-1,1 1 1,1 3-1,1 2 1,-61 44 0,57-32-12,2 2 0,1 3 0,3 1 0,-47 60 0,57-60 37,2 1 1,2 1 0,2 2-1,2 0 1,-18 53-1,7-1-778,-31 153 0,42-139 583,-15 190 1,36-234 244,3 1 0,3 0 1,2-1-1,17 75 0,-8-82-18,3-1 0,3 0 0,2-2 0,2 0 0,3-2 0,3-1 0,2-1 0,2-2 0,2-1 0,82 86 0,-47-68 0,2-4 0,4-3 0,2-4 0,2-3 0,130 65 0,-24-31 0,303 99 0,-231-108-288,-18-7 24,-223-67 259,34 13-13,-50-18 26,1 0 1,-1 0-1,1 1 0,-1-1 0,0 1 0,1-1 0,-1 1 0,0 0 1,0 0-1,0 0 0,0 0 0,-1 0 0,1 1 0,1 1 0,-3-2 7,1-1 0,-1 0-1,0 1 1,0-1 0,0 0 0,0 1-1,0-1 1,0 0 0,0 0-1,0 1 1,-1-1 0,1 0-1,-1 1 1,1-1 0,0 0-1,-1 0 1,0 0 0,1 0-1,-1 1 1,0-1 0,0 0-1,1 0 1,-1 0 0,0-1-1,0 1 1,-2 1 0,-6 7 3,-1-1-1,0-1 1,0 1 0,-1-2 0,-15 8 0,-71 27-33,80-33 22,-682 222 956,354-124-997,-96 45-516,407-138-5203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7:48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0 777 24575,'27'-27'0,"25"-15"0,31-18 0,38-8 0,39-3 0,29 0-1468,42 3 1468,22 3-1436,12 5 1436,8 10 0,10 7 0,5 4 0,7 8 0,-31 10 0,-19 1 0,-15-2 0,-46 3-5287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7:49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1166 17 24575,'-7'-3'0,"-1"0"0,1 1 0,-1-1 0,0 2 0,0-1 0,1 1 0,-1 0 0,0 0 0,-15 2 0,17 0 0,0 0 0,1 1 0,-1 0 0,0 0 0,0 0 0,1 1 0,-1-1 0,1 1 0,0 1 0,0-1 0,0 1 0,1 0 0,-9 8 0,0 2 0,1 1 0,0 0 0,-18 32 0,-25 61 0,55-108 0,-64 142-233,5 3-1,7 3 1,7 1-1,6 2 0,-26 214 1,55-273-19,5 1 1,4 0 0,20 170-1,-10-202 109,3 1-1,3-2 0,2 0 1,3-1-1,3-1 0,52 98 1,-36-93 48,3-3 1,2-1-1,3-3 0,3-1 1,1-3-1,74 58 1,1-14-521,249 143 0,231 67-297,-319-169 473,-256-122 591,-4-3 27,-1 1 1,0 2 0,-1 0-1,43 35 1,-65-48-123,-1 1 0,1-1 0,0 1 0,-1 0 0,0 0 0,1 0 0,-1 0 0,0 0 0,-1 1 0,1-1 0,0 1 0,-1-1 0,0 1 0,0-1 0,0 1 0,0 0 0,-1-1-1,1 1 1,-1 0 0,0 0 0,0 0 0,0-1 0,-1 1 0,1 0 0,-1 0 0,0-1 0,0 1 0,0-1 0,-1 1 0,-1 3 0,-4 4 138,0-1-1,0 0 1,-1 0-1,0-1 1,-1 0-1,0 0 1,0-1 0,-14 9-1,-10 6-55,0-2 0,-42 19 0,-373 137-521,-196 11 298,436-143 88,-242 18-1,359-55-143,-162-8 1,214-3-37,0-2 0,0-1 0,0-2-1,1-2 1,1-1 0,-56-26 0,3-12-4373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7:49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0 465 24575,'37'-24'0,"36"-13"0,38-9 0,44-5 0,37-2 0,24 9-1762,24 9 1762,30 3 0,30 3-1868,4 8 1868,11 0 0,-11 0 0,-31 4 0,-49 4 0,-55 6-466,-56-1 466,-48 2-4095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7:49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24575,'0'3'0,"3"2"0,15 9 0,27 10 0,40 7 0,49 1 0,35-4 0,50-1-1311,33-1 1311,22-5-1961,57 1 1961,33-4-2737,15 2 2737,3 4 0,-16-2 0,-71-4-2182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7:50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821 1 24575,'15'218'0,"-3"-92"0,1 837-2060,-28-754 1374,-9 0-1,-81 325 0,-110 115 540,-47-21-175,96-240 113,148-345 95,6-18 109,1 1 1,2 1 0,0 0 0,-5 32-1,14-58 11,0 1 0,0 0 0,-1-1 0,1 1 0,0 0 0,0-1 0,1 1-1,-1-1 1,0 1 0,0 0 0,1-1 0,-1 1 0,1-1 0,0 1 0,1 2 0,-2-4 7,1 1 0,0 0 0,-1-1 1,1 1-1,0 0 0,0-1 0,0 1 0,0-1 1,-1 1-1,1-1 0,0 1 0,0-1 0,0 0 1,0 0-1,0 1 0,0-1 0,0 0 1,0 0-1,1 0 0,6-1 141,-1 0 0,0 0 1,0-1-1,0 0 0,12-4 0,-6 1 169,190-49 2021,-95 35-2382,2 4-1,163 0 1,283 34-1194,-1 27-320,-552-45 1554,554 58 47,-6 29-1107,-235-9 792,-298-73 377,1 1 0,-1 0 0,-1 2 0,1 0 0,-1 1 0,17 14 0,-28-19-12,0 1 1,0-1-1,0 1 0,-1 0 1,0 1-1,0-1 0,0 1 1,-1 0-1,0 0 0,-1 0 0,0 1 1,0-1-1,0 1 0,-1 0 1,0 0-1,2 15 0,-4 8-5600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6:46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1488 137 24575,'-3'-5'0,"-1"-1"0,0 1 0,0 0 0,0 0 0,-1 1 0,1-1 0,-1 1 0,0 0 0,-6-3 0,-52-29 0,43 27 0,-1 0 0,-1 2 0,1 0 0,-1 2 0,0 0 0,0 2 0,-1 0 0,1 2 0,-1 0 0,-31 3 0,16 2 0,0 2 0,0 1 0,1 2 0,0 2 0,-45 19 0,38-10-83,2 2 0,1 2-1,1 2 1,1 1 0,1 2-1,2 2 1,1 1 0,-33 39 0,7 2-105,4 1 1,2 4-1,-45 86 1,65-100 101,3 0 0,-32 92 1,53-122 61,1 1 1,2 0 0,1 0 0,2 1 0,1-1 0,2 58 0,5-59 23,1 0 0,1 0 0,2 0 0,2-1 0,0 0 0,3-1 0,29 60 0,-18-51 0,2-1-1,1-2 1,2-1 0,2-1 0,51 49 0,35 17-275,5-4-1,3-6 1,145 80-1,-87-72 1183,-68-40-364,-107-57-498,0 1-1,-1 0 1,1 1 0,-1 0-1,0 0 1,10 11-1,-14-14-33,0 0-1,-1 0 0,0 0 0,0 0 0,1 1 1,-1-1-1,-1 0 0,1 1 0,0-1 1,0 1-1,-1-1 0,0 1 0,1-1 0,-1 1 1,0 0-1,0-1 0,0 1 0,-1-1 0,1 1 1,-1-1-1,1 1 0,-1-1 0,-1 4 0,-1 1 61,-1-1 0,1 1 0,-1-1-1,0 0 1,0 0 0,-1 0-1,0-1 1,-8 8 0,-6 4 116,-24 14 1,38-27-186,-58 38-2,-82 41 0,-76 23 0,130-67 171,-152 43 0,177-66-598,-1-2 0,-1-3 1,-79 3-1,78-13-6399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6:46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1 542 24575,'3'0'0,"8"-3"0,15-2 0,31-9 0,18-6 0,20-3 0,48-8 0,19-4 0,33-14 0,3-2-1103,-16 1 1103,-14 3 0,0-5 0,-15 4 0,-17 3-154,3 6 154,-23 9-6934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6:46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798 1 24575,'-16'4'0,"13"-2"0,-17 9 0,1 1 0,0 1 0,1 0 0,0 2 0,-26 28 0,-69 96 0,35-29-231,4 4 0,-105 224 1,139-247 91,5 1 1,4 2-1,3 1 0,-22 156 1,43-196 123,3-1 0,2 1 0,3-1 0,2 1 0,2-1 0,18 78 0,-11-84-61,3-2 1,1 0-1,3-1 0,1 0 0,2-2 0,3-1 0,42 59 0,-9-31 46,2-2 0,3-2 0,94 74-1,234 154-1025,-263-202 793,-42-30 280,122 92-54,-153-110 149,75 80 1,-125-119-5,5 6 109,0 0 1,-1 0 0,12 20-1,-19-29-178,-1 1 1,0-1-1,0 0 0,0 1 0,0-1 0,0 1 0,0-1 0,0 1 0,-1-1 0,0 1 0,1 0 1,-1-1-1,0 1 0,0 0 0,0-1 0,-1 1 0,1 0 0,0-1 0,-1 1 0,0-1 0,0 1 0,0-1 1,0 1-1,0-1 0,-3 5 0,-3 0 121,-1 1 0,0-2 0,-1 1 0,1-1 0,-1 0 0,-1 0 0,-18 7 0,10-4-103,-13 5-57,0-1 0,-1-1 0,-1-2 0,0-2 0,0-1 0,-1-1 0,-62 2 0,23-7 0,-1-4 0,-112-17 0,33-9-1365,15-3-5461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6:47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1 420 24575,'13'-7'0,"19"-9"0,16-8 0,58-10 0,30-3 0,16 1 0,2 1 0,-2 3 0,-7 3 0,-4-3 0,34-4 0,7 2-1095,-10 7 1095,-21 3 0,-37 7-7096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6:47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0 404 24575,'0'-4'0,"4"-4"0,3-1 0,15-5 0,17-4 0,15-2 0,35-8 0,23-3 0,46-8 0,19-2 0,0 2-757,20-4 757,-10 1 0,-21 4 0,-37 9-7434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6:47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 24575,'-15'1254'-2683,"12"-1178"2683,-16 982 0,28-812 90,-4-202-54,1 0 0,3 0 1,19 57-1,-20-81-8,0 0 0,1 0 1,1-1-1,2 0 0,-1-1 0,2 0 1,0-1-1,1 0 0,25 22 0,-13-17 321,0-1 0,2-2-1,0 0 1,0-2-1,44 18 1,-57-29-341,0 0 1,1-2-1,-1 0 1,1-1-1,0 0 1,0-1-1,0-1 0,1-1 1,-1 0-1,23-4 1,12-4-18,91-28 0,-128 32 8,1154-255-2849,-1004 231-2491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46:52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24575,'-3'0'0,"-2"7"0,-2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08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0 24575,'-4'1'0,"1"0"0,0 0 0,-1 0 0,1 0 0,0 0 0,0 1 0,0-1 0,0 1 0,0 0 0,-3 2 0,-1 1 0,-30 21 0,0 2 0,2 2 0,2 1 0,0 1 0,2 2 0,2 1 0,1 1 0,-44 78 0,53-81 0,2 0 0,2 1 0,1 0 0,2 1 0,-14 62 0,21-69 0,1 0 0,2 0 0,1 0 0,1 0 0,1 1 0,1-1 0,2 0 0,8 34 0,-1-25-23,2 0-1,1-1 1,1 0 0,2-2-1,31 47 1,-20-40-54,1-2 0,3-1-1,70 66 1,-59-67 27,1-2 1,2-2-1,1-2 0,2-3 0,0-1 0,2-2 0,1-3 0,71 21 0,-101-37 50,-1-1 0,1 0 0,1-2 0,-1-1 0,43 0 0,-55-3 0,1 0 0,0-1 0,-1 0 0,0-1 0,1 0 0,-1 0 0,0-1 0,-1-1 0,1 0 0,-1 0 0,0 0 0,0-2 0,15-12 0,-13 8 0,-1-1 0,1-1 0,-2 0 0,0 0 0,0-1 0,-2 0 0,1 0 0,-2-1 0,0 0 0,-1 0 0,0 0 0,3-21 0,0-13 0,-2 1 0,-2-88 0,-4 77 0,-3 1 0,-3-1 0,-2 1 0,-2 1 0,-3-1 0,-3 2 0,-2 0 0,-2 1 0,-3 1 0,-53-90 0,42 90 150,-3 2 0,-84-93-1,99 123-99,0 0 0,-2 2 0,-1 0 0,0 2 0,-1 1 0,-1 1-1,0 1 1,-32-12 0,53 25-16,0 0 1,0 0-1,0 1 0,0-1 0,0 1 0,-1 1 0,1-1 0,0 1 0,-11 1 1,14-1-92,1 1 0,0-1 0,0 1 0,0 0 0,0 0 0,0 0 0,0 0 0,0 0 1,0 0-1,1 0 0,-1 1 0,0-1 0,1 0 0,-1 1 0,1 0 0,-1-1 0,1 1 1,0 0-1,-1 0 0,1 0 0,0 0 0,0 0 0,1 0 0,-1 0 0,0 0 1,1 0-1,-1 0 0,1 0 0,-1 4 0,0 14-6769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08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24575,'0'4'0,"4"3"0,0 5 0,4 7 0,3 4 0,4 4 0,2 4 0,1 4 0,9-1 0,5-3 0,5-6 0,-4-8-8191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09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24575,'26'5'0,"-5"1"0,52 6 0,136 3 0,-105-10 0,655 74-1222,-717-72 1222,0 1 0,0 2 0,-1 2 0,44 18 0,-76-25 0,-1-1 0,1 1 0,-1 0 0,0 1 0,0 0 0,-1 0 0,1 1 0,8 10 0,-14-14 0,1 0 0,-1 1 0,0-1 0,0 1 0,0-1 0,-1 1 0,1 0 0,-1-1 0,0 1 0,0 0 0,0 0 0,0 0 0,-1 0 0,0 0 0,0 0 0,0 0 0,0 0 0,0 0 0,-1 0 0,0 0 0,0 0 0,0-1 0,-2 6 0,-1 0 0,-1 0 0,0 0 0,0-1 0,-1 1 0,0-1 0,-15 14 0,1-3 0,-39 29 0,-13 1-3,-105 54 0,-93 29 34,124-62 148,122-59 83,16-8-187,1 0 1,-1 1 0,1-1-1,0 2 1,0-1 0,0 1-1,0 0 1,1 0 0,-6 7-1,11-11-75,1-1 0,0 0 0,0 0 0,0 1 0,0-1 0,-1 0 0,1 1 0,0-1 0,0 0 0,0 1 0,0-1 0,0 0 0,0 1 0,0-1 0,0 0 0,0 1 0,0-1 0,0 0 0,0 1 0,0-1 0,0 0 0,0 1 0,0-1 0,1 0 0,-1 1 0,0-1 0,0 0 0,0 0 0,0 1 0,1-1 0,-1 0 0,0 0 0,0 1 0,1-1 0,-1 0 0,0 0 0,0 1 0,1-1 0,-1 0 0,0 0 0,0 0 0,1 0 0,-1 0 0,0 0 0,1 1 0,-1-1 0,0 0 0,1 0 0,0 0 0,8 2 0,1 0 0,0 0 0,-1-1 0,1-1 0,0 1 0,13-3 0,9 2 0,-8 0 0,36-1 0,0 3 0,0 3 0,76 15 0,-74-3 0,0 2 0,-1 3 0,-1 3 0,105 59 0,-145-71 0,0 1 0,-1 0 0,0 2 0,-1 0 0,0 1 0,-2 0 0,0 2 0,17 25 0,-27-34 0,0-1 0,0 2 0,-1-1 0,0 0 0,-1 1 0,0 0 0,-1 0 0,0 0 0,-1 0 0,0 1 0,-1-1 0,0 1 0,-1-1 0,0 1 0,-1-1 0,0 1 0,0-1 0,-2 1 0,-3 12 0,-2-7 0,0 0 0,-2 0 0,1-1 0,-2 0 0,0-1 0,-1 0 0,-24 22 0,-3 6 0,38-43 0,0 1 0,0 0 0,0 0 0,1 0 0,-1-1 0,0 1 0,0 0 0,1 0 0,-1 0 0,1 0 0,-1 0 0,1 0 0,-1 0 0,1 0 0,-1 1 0,1-1 0,0 0 0,0 0 0,-1 0 0,1 0 0,0 0 0,0 1 0,0-1 0,1 0 0,-1 2 0,1-2 0,0 0 0,1-1 0,-1 1 0,0 0 0,0 0 0,1-1 0,-1 1 0,0-1 0,1 1 0,-1-1 0,1 0 0,-1 0 0,1 0 0,-1 1 0,0-1 0,1 0 0,-1-1 0,3 1 0,20-2-1365,1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10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1218 0 24575,'-8'1'0,"-1"0"0,1 1 0,0 0 0,-1 0 0,1 1 0,0 0 0,0 0 0,1 0 0,-9 6 0,10-6 0,-39 22 0,-78 58 0,93-61 0,-426 336-738,392-300 608,4 2 0,2 3 0,2 2 1,-82 129-1,117-158 255,-27 58 0,43-83-121,1 0 0,1 1 1,-1-1-1,2 1 0,0 0 1,0 0-1,1 0 0,0 0 0,3 22 1,-2-28-3,1-1 1,1 1 0,-1-1 0,1 1-1,0-1 1,0 1 0,0-1 0,1 0-1,0 0 1,0 0 0,0-1-1,1 1 1,0-1 0,-1 0 0,2 1-1,-1-2 1,0 1 0,1 0 0,-1-1-1,1 0 1,0 0 0,8 3 0,4 0 118,0 0 0,0-1 1,0-1-1,0-1 0,1 0 1,20 0-1,16-1-108,-1-3 0,1-1 0,-1-3 0,0-2 0,0-3 0,-1-2 0,0-2 0,-1-2 0,-1-3 0,-1-2 0,0-1 0,-2-3 0,72-50 0,-104 64-13,0-1 0,-1 0 0,-1-1 0,1-1 0,-2 0 0,19-27 0,-28 36 0,0 0 0,0-1 0,0 1 0,0-1 0,-1 1 0,0-1 0,-1 0 0,1 0 0,-1 0 0,0 0 0,0 0 0,-1 0 0,0 0 0,0 0 0,0 0 0,-1 0 0,0 0 0,0 0 0,0 0 0,-1 0 0,0 1 0,0-1 0,-1 0 0,-4-7 0,-17-22 0,-2 0 0,-35-35 0,-8-11 0,65 76-105,0 0 0,1 0 0,-1 0 0,1-1 0,0 1 0,1-1 0,-1 0 0,1 0 0,0 0 0,1 0 0,0 0 0,-2-10 0,3 0-6721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10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24575,'6'0'0,"3"3"0,3 2 0,3-1 0,-2 2 0,-2 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1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24575,'233'389'0,"-201"-336"0,3-2 0,2-1 0,2-2 0,3-2 0,50 45 0,-79-81 0,0-1 0,0 0 0,1-1 0,0-1 0,0 0 0,1-1 0,0-1 0,0 0 0,0-1 0,21 3 0,-4-3 0,0-1 0,1-1 0,-1-2 0,34-4 0,-28-2 0,74-21 0,-67 15 0,-39 10 0,0 1 0,0-1 0,0 1 0,0 1 0,0-1 0,0 1 0,0 0 0,7 1 0,-12 0 0,1-1 0,-1 1 0,1-1 0,0 1 0,-1-1 0,1 1 0,-1 0 0,1 0 0,-1 0 0,0 0 0,1 0 0,-1 0 0,0 0 0,0 1 0,0-1 0,0 0 0,0 0 0,0 1 0,0-1 0,0 1 0,0-1 0,-1 1 0,1-1 0,-1 1 0,1 0 0,-1-1 0,0 1 0,1 0 0,-1-1 0,0 1 0,0 0 0,0 2 0,0 3 0,0 0 0,-1 0 0,0 0 0,0 0 0,0 0 0,-1 0 0,0 0 0,0 0 0,-1 0 0,0-1 0,0 1 0,0-1 0,-8 10 0,4-8 0,1-1 0,-2 1 0,1-1 0,-1-1 0,0 1 0,-1-1 0,0-1 0,-14 8 0,-5-1 0,1-2 0,-2-1 0,1-1 0,-1-2 0,-51 6 0,-156 5 0,185-17 0,-1-2 0,-82-14 0,113 12-114,1 0 1,0-2-1,0-1 0,1 0 0,0-1 1,0-1-1,1-1 0,0 0 0,1-2 1,0 0-1,-23-22 0,-2-13-6712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11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1 276 24575,'3'0'0,"2"-3"0,2-1 0,8-4 0,7 1 0,7-4 0,35-5 0,27-7 0,22-6 0,44-12 0,13-2 0,-5 6-546,-22 6 546,-34 9-7645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11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583 1 24575,'-13'1'0,"-1"1"0,1 0 0,0 1 0,0 0 0,0 1 0,-21 10 0,29-12 0,-24 9 0,0 2 0,0 1 0,1 2 0,1 0 0,1 2 0,0 1 0,2 1 0,0 1 0,1 1 0,1 1 0,1 1 0,1 0 0,1 2 0,-27 50 0,32-47 0,1 0 0,2 2 0,-13 50 0,21-69 0,1 0 0,0 0 0,0 0 0,2 0 0,-1 0 0,2 0 0,-1 0 0,2 0 0,-1 0 0,2 0 0,0 0 0,8 22 0,-8-29 0,0 0 0,0 0 0,0 0 0,0-1 0,1 1 0,0-1 0,0 0 0,0 0 0,1 0 0,-1-1 0,11 6 0,-6-4 0,0 0 0,1-2 0,0 1 0,0-1 0,0 0 0,10 1 0,13 0 0,-1-2 0,1-1 0,34-4 0,-66 3 0,33-2 0,1-2 0,-1-1 0,-1-1 0,1-2 0,47-18 0,-65 20 0,-1-1 0,1-1 0,-2 0 0,1-1 0,-2-1 0,1 0 0,-1-1 0,0 0 0,-1-1 0,-1 0 0,0-1 0,-1 0 0,11-17 0,-15 18 0,-1 1 0,0-1 0,0 0 0,-1 0 0,-1-1 0,0 1 0,-1-1 0,0 1 0,-1-1 0,0 0 0,-2-19 0,0 13 0,-2 1 0,0-1 0,-1 0 0,0 1 0,-2 0 0,0 0 0,-10-17 0,13 27 57,-1 1 0,-1 0 0,1 0 0,-1 0 0,-11-12 0,12 16-189,1 0 1,0 1 0,-1-1-1,1 1 1,-1 0 0,1-1 0,-1 2-1,0-1 1,0 0 0,0 1 0,0 0-1,-8-2 1,-8 2-6695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12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24575,'3'3'0,"5"2"0,0 2 0,3 5 0,-1 2 0,2 0 0,-2-3-8191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12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24575,'4'7'0,"3"8"0,5 23 0,14 34 0,5 15 0,8 17 0,0 16 0,-3-4 0,3-13 0,-6-20 0,-8-21 0,-8-24 0,-8-19-8191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4:13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1 275 24575,'1'-3'0,"0"1"0,0-1 0,0 1 0,1-1 0,-1 1 0,1 0 0,0-1 0,0 1 0,0 0 0,0 0 0,0 0 0,0 0 0,0 1 0,4-3 0,-5 3 0,35-24 0,1 2 0,53-25 0,7-4 0,-52 23 0,-27 16 0,1 2 0,0 0 0,32-13 0,-48 23 0,0 1 0,0-1 0,0 1 0,0-1 0,0 1 0,0 0 0,0 0 0,0 0 0,0 1 0,0-1 0,0 1 0,0 0 0,0-1 0,-1 1 0,1 1 0,0-1 0,0 0 0,-1 1 0,1-1 0,-1 1 0,1 0 0,-1 0 0,4 3 0,5 7 0,0-1 0,-1 2 0,12 19 0,-9-13 0,18 27 0,-3 2 0,29 66 0,34 110 0,73 308-418,-42 11 0,-16 82 418,-104-603-1226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5:08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636 0 24575,'-11'1'0,"1"0"0,0 1 0,0 0 0,0 0 0,1 1 0,-1 0 0,0 1 0,1 0 0,0 1 0,0 0 0,-15 11 0,-3 4 0,1 2 0,-29 30 0,13-7 0,3 1 0,1 2 0,2 1 0,2 2 0,3 2 0,2 0 0,3 2 0,1 1 0,4 1 0,2 1 0,2 1 0,-15 103 0,28-131 0,1-1 0,2 1 0,1 0 0,2 0 0,7 46 0,-4-58 0,0 1 0,1-1 0,0 0 0,2 0 0,0-1 0,1 0 0,1-1 0,1 0 0,18 23 0,-13-21-11,1-1 0,1-1 0,1 0-1,0-1 1,1-2 0,36 21 0,-25-19-28,0-1-1,2-2 1,0-1 0,38 8 0,9-4-89,0-5 1,1-2-1,109-3 0,-89-8-5,-1-3 0,0-5 0,0-5 0,148-40 0,-185 36-6,-1-2 0,-1-3 0,-1-3 0,-1-3 0,-1-2 0,-2-2 0,99-80 0,-127 88 62,-1-1 0,-1-1-1,-1-1 1,39-60 0,-52 70 75,-2 0 0,0-1 0,-1 0 1,0-1-1,-2 0 0,-1 0 0,0-1 0,-2 0 0,3-35 0,-7 46 45,0 1-1,0 0 1,-1 0-1,-1-1 1,0 1-1,0 0 1,-1 0-1,0 0 1,-1 1-1,-8-17 1,4 14 91,0 0 0,-1 0 0,0 1-1,0 0 1,-1 0 0,-22-16 0,-3 2 160,-1 2 0,-1 2 0,-1 1 0,-49-18 0,-10 1-282,-2 4-1,-1 4 1,-1 5-1,-1 4 1,-1 5-1,-1 4 1,-186 5-1,277 7 14,-59 4 284,65-4-498,1 0 1,-1 1-1,1 0 0,-1 0 0,1 0 0,0 1 1,0 0-1,-8 5 0,-5 10-6637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5:08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32 24575,'-4'-10'0,"-3"-3"0,-5 4 0,-7 17 0,-7 30 0,-2 16 0,0 18 0,2 14 0,1-1 0,6-5 0,2-9 0,4-13 0,5-14 0,3-11 0,3-10-8191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5:10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553 1 24575,'3'75'0,"16"90"0,-9-90 0,142 810 0,-152-885 0,7 41-848,3-1 0,1-1 0,22 51 0,-29-80 648,2 1 1,-1-1-1,1-1 1,0 1-1,1-1 1,0 0-1,1 0 1,0-1-1,0 0 1,1-1-1,0 1 1,0-2-1,1 1 1,-1-1-1,1-1 1,21 9-1,-4-6 200,1-1 0,0-2 0,0 0 0,0-2 0,29 0 0,148-11 0,20-17-42,118-7 1215,-339 31-928,0 1 0,0 0 0,0 0 0,0 0 0,0 1 0,0 0 0,0-1 0,0 2 0,0-1 0,0 0 0,0 1 0,0-1 0,-1 1 0,5 3 0,-6-3-122,1 1 1,-1 0 0,1 0-1,-1 0 1,0 0 0,0 0-1,0 0 1,-1 1 0,1-1-1,-1 0 1,0 1 0,1 0-1,-2-1 1,1 1 0,0 6-1,2 16-607,-2-1-1,-1 1 1,-1 0-1,-1-1 0,-1 1 1,-9 33-1,3-21-363,-3 0 0,-1-2 0,-28 56 0,34-79 1131,0 0 0,-1-1-1,-1 0 1,0-1 0,0 0-1,-1 0 1,-1-1 0,1 0-1,-2-1 1,1 0 0,-26 14-1,17-13 142,0-2 0,0 0 0,-1-1 0,0-1 0,-1-1 0,1-1 0,-31 2 0,12-2-424,1-2 0,-1-2 0,1-2 0,0-1 0,-1-2 0,-73-20 0,55 5 10,0-4-1,-64-36 0,-103-72-105,189 110 50,22 14-42,-325-209-306,262 162-52,3-2 0,-82-82 0,83 60-5811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5:10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1 429 24575,'36'-2'0,"0"-2"0,0-1 0,59-18 0,-35 8 0,260-67-1861,26-7-1931,-195 55 2852,450-113 749,-568 135 605,-22 8 1254,0 0 1,20-4-1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5:12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1236 42 24575,'-8'-4'0,"0"1"0,0-1 0,-1 1 0,0 1 0,1 0 0,-1 0 0,0 0 0,-15 0 0,-3-1 0,-39-4 0,-1 2 0,1 3 0,-1 3 0,-90 12 0,101-4 0,0 3 0,1 1 0,0 4 0,2 1 0,-76 38 0,102-42 0,1 1 0,0 2 0,1 0 0,-39 37 0,51-41 0,0 0 0,1 1 0,1 0 0,0 1 0,1 0 0,0 1 0,2 0 0,0 0 0,-6 18 0,11-27 0,1-1 0,0 1 0,1 0 0,-1 0 0,2-1 0,-1 1 0,1 0 0,-1 0 0,2 0 0,-1 0 0,1 0 0,0 0 0,1 0 0,0-1 0,0 1 0,0 0 0,1-1 0,-1 0 0,2 1 0,-1-1 0,1 0 0,0-1 0,0 1 0,0-1 0,1 0 0,0 0 0,0 0 0,0 0 0,9 5 0,14 8 0,0-1 0,1-1 0,41 16 0,98 28 0,-140-51 0,39 14 0,177 62 0,-173-57 0,90 50 0,-143-68 0,-1 0 0,0 1 0,-1 1 0,22 21 0,-34-30 0,-1 1 0,1 1 0,-1-1 0,0 0 0,0 1 0,-1-1 0,1 1 0,-1 0 0,2 8 0,-3-10 0,0 0 0,-1 1 0,1-1 0,-1 0 0,0 1 0,0-1 0,-1 0 0,1 1 0,-1-1 0,1 0 0,-1 0 0,0 0 0,0 1 0,-1-1 0,1 0 0,-4 5 0,-3 3 0,0 1 0,-1-1 0,0-1 0,-1 0 0,-1 0 0,-17 13 0,-75 44 0,96-63 0,-140 76 0,144-78 0,1-1 0,0 0 0,-1-1 0,1 1 0,0 0 0,-1-1 0,1 1 0,-1-1 0,1 0 0,-1 0 0,0 0 0,1 0 0,-1 0 0,1-1 0,-1 1 0,1-1 0,0 1 0,-1-1 0,1 0 0,-4-2 0,3 1 0,-1-1 0,1 1 0,0-1 0,0 0 0,0 0 0,1 0 0,-1-1 0,1 1 0,0 0 0,0-1 0,-3-6 0,-1-3 0,2-1 0,0 0 0,0 0 0,1 0 0,1 0 0,-1-21 0,3 7-273,2 1 0,1-1 0,2 1 0,13-46 0,10-18-6553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5:12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24575,'0'7'0,"4"9"0,0 5 0,4 2 0,3 4 0,3 8 0,3 4 0,5 5 0,3 6 0,3 1 0,-3-8-8191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5:12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24575,'10'44'0,"3"20"0,3 10 0,-1-1 0,0-10 0,-3-15-8191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8:55:13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24575,'1'11'0,"0"0"0,1 0 0,0 0 0,5 15 0,1 5 0,39 153 0,-45-177 0,0 0 0,0 0 0,0-1 0,1 1 0,0-1 0,6 9 0,-8-14 0,0 1 0,1 0 0,-1-1 0,1 0 0,-1 1 0,1-1 0,-1 0 0,1 0 0,0 0 0,-1 0 0,1 0 0,0 0 0,0 0 0,0 0 0,0-1 0,0 1 0,-1-1 0,1 0 0,0 1 0,0-1 0,0 0 0,1 0 0,-1 0 0,0 0 0,0-1 0,-1 1 0,4-1 0,7-3 0,0 0 0,-1-1 0,1-1 0,-1 1 0,-1-2 0,1 0 0,14-11 0,65-66 0,-69 62 0,-2 4 0,7-9 0,2 1 0,0 2 0,40-27 0,-65 49 0,1 0 0,-1 0 0,0 1 0,1-1 0,-1 1 0,1 0 0,-1-1 0,1 2 0,0-1 0,-1 0 0,1 1 0,0 0 0,0-1 0,-1 2 0,1-1 0,0 0 0,-1 1 0,6 1 0,-4 0 0,0 0 0,-1 0 0,0 0 0,1 1 0,-1 0 0,0 0 0,0 0 0,-1 0 0,1 1 0,-1-1 0,1 1 0,3 6 0,0 1 0,0 1 0,0 1 0,-1-1 0,-1 1 0,0 0 0,-1 0 0,0 1 0,-1-1 0,1 15 0,0 77 0,-3-49 0,-1-53-59,-1-1 0,1 0-1,0 0 1,1 1-1,-1-1 1,0 0 0,0 1-1,1-1 1,0 0 0,-1 0-1,1 0 1,0 1 0,0-1-1,0 0 1,0 0-1,1 0 1,-1-1 0,0 1-1,1 0 1,-1 0 0,1-1-1,2 3 1,8 1-6767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39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24575,'1'34'8,"2"0"0,1 0-1,2-1 1,1 0 0,1 0-1,24 58 1,2-15-142,70 114 0,-39-86-154,4-3 0,5-3 0,100 103 0,-119-144 297,4-2 0,1-3 1,3-3-1,2-3 0,137 74 0,-177-107-29,0-2 1,1 0-1,1-2 0,0-1 0,52 8 1,-69-14 18,0-1 1,0-1 0,0 0 0,0-1-1,0 0 1,0 0 0,0-1-1,-1 0 1,1-1 0,-1 0-1,1 0 1,-1-1 0,0 0-1,0-1 1,-1 0 0,1 0 0,-1-1-1,0 0 1,9-10 0,-6 4 42,0-1 1,-2 0 0,1-1-1,-2 0 1,0-1 0,0 0 0,-2 0-1,0 0 1,0-1 0,-2 0-1,4-20 1,0-11 212,-3 0-1,0-80 1,-7 64-235,-2 0 0,-3 0 0,-20-86 0,15 104-7,-1 1 0,-2 1 0,-2 0 1,-2 1-1,-35-56 0,51 93-13,0 0 0,0 1 0,-1-1 0,0 1 0,0 0 0,-7-6 0,11 9 0,-1 1 0,1 0 0,0-1 0,-1 1 0,1 0 0,-1 0 0,1-1 0,-1 1 0,1 0 0,-1 0 0,1 0 0,-1 0 0,1 0 0,-1 0 0,1 0 0,-1 0 0,1 0 0,-1 0 0,1 0 0,-1 0 0,0 0 0,1 0 0,-1 0 0,1 0 0,-1 1 0,1-1 0,-1 0 0,0 1 0,0 1 0,0-1 0,0 0 0,1 0 0,-1 1 0,0-1 0,1 0 0,-1 1 0,1-1 0,-1 0 0,1 1 0,0-1 0,0 1 0,-1-1 0,1 2 0,0 1 0,-1 0 0,1 1 0,0-1 0,0 0 0,1 0 0,-1 0 0,1 1 0,0-1 0,0 0 0,0 0 0,0 0 0,3 4 0,-3-5 0,1-1 0,0 1 0,0-1 0,0 0 0,0 1 0,0-1 0,0 0 0,1-1 0,-1 1 0,1 0 0,-1-1 0,1 1 0,0-1 0,-1 0 0,1 1 0,0-1 0,0-1 0,4 2 0,17 1 0,1 0 0,-1-2 0,0-1 0,1-1 0,-1-1 0,0-1 0,0-1 0,0-1 0,0-1 0,41-17 0,-60 21 0,0 0 0,0 0 0,0-1 0,0 0 0,0 0 0,0 0 0,-1-1 0,0 1 0,0-1 0,0 0 0,0 0 0,0-1 0,-1 1 0,0-1 0,0 0 0,0 0 0,0 0 0,-1 0 0,0 0 0,0 0 0,0-1 0,-1 1 0,0-1 0,0 1 0,0-1 0,-1 1 0,1-1 0,-2 0 0,1 1 0,0-1 0,-1 0 0,0 1 0,0-1 0,-1 1 0,0 0 0,0-1 0,-4-8 0,-1 3 49,-1 0 0,1 1 0,-2 0-1,1 0 1,-2 1 0,-17-14-1,17 15-261,1 0 0,0-1 0,0 0-1,0-1 1,1 0 0,1 0-1,-8-12 1,7 4-6613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3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0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24575,'7'7'0,"6"9"0,1 6 0,1 2 0,2 1 0,2 2 0,-3-2-8191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0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0 225 24575,'4'-4'0,"4"-1"0,5-3 0,3-3 0,3-5 0,1 2 0,9-1 0,15-1 0,16-2 0,11-1 0,1 0 0,-2-2 0,-6 1 0,-9-1 0,-15 3-8191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0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24575,'0'4'0,"4"7"0,4 28 0,8 16 0,12 21 0,9 22 0,7 12 0,1 4 0,-1 1 0,0-12 0,-2-17 0,-7-19 0,-10-22-8191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1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24575,'13'159'0,"-2"-68"0,48 372 0,-59-461 0,0 0 0,1 0 0,-1 0 0,0-1 0,1 1 0,-1 0 0,1 0 0,0-1 0,0 1 0,0 0 0,0-1 0,0 1 0,0-1 0,0 1 0,0-1 0,0 0 0,1 1 0,2 1 0,-3-2 0,0-1 0,1 1 0,-1-1 0,1 1 0,-1-1 0,1 0 0,0 0 0,-1 0 0,1 0 0,-1 0 0,1 0 0,-1 0 0,1 0 0,-1-1 0,1 1 0,-1 0 0,3-2 0,5-2 0,-1 0 0,0-1 0,-1 0 0,1 0 0,-1-1 0,8-7 0,35-37 0,85-111 0,-95 109 0,-37 48 0,0 0 0,1 0 0,-1 0 0,1 1 0,0-1 0,5-2 0,-9 6 0,0-1 0,1 1 0,-1 0 0,0 0 0,1 0 0,-1-1 0,0 1 0,1 0 0,-1 0 0,1 0 0,-1 0 0,0 0 0,1 0 0,-1 0 0,1 0 0,-1 0 0,0 0 0,1 0 0,-1 0 0,1 0 0,-1 0 0,0 0 0,1 1 0,-1-1 0,1 0 0,-1 0 0,0 0 0,1 1 0,-1-1 0,1 1 0,0 1 0,-1-1 0,1 0 0,0 1 0,-1-1 0,1 0 0,-1 1 0,0-1 0,0 0 0,1 1 0,-1-1 0,0 1 0,0 1 0,-1 79-1365,3-61-5461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1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1 255 24575,'3'0'0,"9"0"0,22-3 0,35-9 0,36-5 0,36-7 0,29-3 0,17-1-1298,-2-2 1298,-8 1 0,-27 1 0,-35 6 316,-34 2-316,-31 6-7209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2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0 24575,'-1'0'0,"0"1"0,-1-1 0,1 0 0,0 0 0,-1 1 0,1-1 0,0 0 0,0 1 0,-1-1 0,1 1 0,0 0 0,0-1 0,0 1 0,0 0 0,0 0 0,0 0 0,0 0 0,0-1 0,0 1 0,-1 2 0,-12 24 0,13-23 0,-7 16 0,2 0 0,0 1 0,1 0 0,-2 30 0,-2 91 0,8-111 0,32 650 0,-2-249 0,-28-360 0,-1-29 0,7 53 0,-7-94 0,0 0 0,0 1 0,1-1 0,-1 0 0,1 1 0,-1-1 0,1 0 0,0 0 0,0 0 0,0 0 0,0 1 0,0-1 0,1 0 0,-1-1 0,0 1 0,1 0 0,0 0 0,-1-1 0,1 1 0,0-1 0,0 1 0,4 1 0,-2-2 0,-1 0 0,1 0 0,0-1 0,0 1 0,0-1 0,0 0 0,0-1 0,-1 1 0,1-1 0,0 1 0,0-1 0,0 0 0,4-2 0,74-25 0,47-14 0,479-64 0,-527 96-1365,-19 4-5461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2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0 189 24575,'0'3'0,"0"6"0,0 3 0,4 1 0,18-3 0,20-5 0,27-5 0,41-12 0,11-5 0,25-9 0,-2-4 0,-2-8 0,-17 0 0,-26 6 0,-31 4 0,-26 8-8191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3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1 24575,'-9'0'0,"-1"0"0,0 1 0,1 0 0,-1 1 0,1 0 0,-1 0 0,1 1 0,0 0 0,0 1 0,0 0 0,0 1 0,-8 5 0,8-3 0,1 0 0,0 0 0,0 1 0,0 0 0,1 1 0,0 0 0,1 0 0,0 0 0,0 1 0,-6 13 0,-13 40 0,2 1 0,3 1 0,3 0 0,-9 76 0,-2 156 0,27 3 0,4-213 0,5 0 0,3-1 0,4 0 0,47 154 0,-23-132 0,4-1 0,4-2 0,72 115 0,-91-172 0,50 77 0,-66-108 0,0-2 0,1 0 0,1 0 0,0-1 0,20 15 0,-7-13-1365,-5-6-5461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5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24575,'1'1'0,"-1"-1"0,1 1 0,0-1 0,0 1 0,0-1 0,-1 1 0,1-1 0,0 1 0,-1 0 0,1-1 0,-1 1 0,1 0 0,-1 0 0,1-1 0,-1 1 0,1 0 0,-1 0 0,0 0 0,1 0 0,-1 0 0,0-1 0,0 1 0,0 0 0,1 0 0,-1 0 0,0 0 0,0 0 0,0 0 0,-1 1 0,2 5 0,64 604-654,-42-2-1,-18-348 655,-1-191 0,-3-68 0,-1 0 0,0 1 0,1-1 0,-1 0 0,1 0 0,0 0 0,0 0 0,0 0 0,0 0 0,2 3 0,-3-4 0,1-1 0,-1 1 0,1-1 0,-1 0 0,1 1 0,-1-1 0,1 0 0,-1 1 0,1-1 0,-1 0 0,1 0 0,-1 0 0,1 1 0,-1-1 0,1 0 0,0 0 0,-1 0 0,1 0 0,-1 0 0,1 0 0,0 0 0,-1 0 0,1 0 0,-1 0 0,2-1 0,2-1 0,0 0 0,0-1 0,0 0 0,0 1 0,0-1 0,-1-1 0,6-6 0,54-52 164,3 3-1,2 2 1,125-79 0,-137 103-55,2 2 0,1 3 0,1 2 0,1 3 0,106-26 0,-151 45-109,-2 1 0,1 0 0,-1 1 0,18-1 0,-29 3 0,0 0 0,0 0 0,0 0 0,0 0 0,0 1 0,0-1 0,0 1 0,0 0 0,0 0 0,0 0 0,0 0 0,0 1 0,0-1 0,-1 1 0,1 0 0,-1 0 0,1 0 0,-1 0 0,0 0 0,3 3 0,3 9 0,0 0 0,-1 0 0,0 0 0,8 29 0,-3-8 0,3 8 0,17 41 0,-28-75 0,1 1 0,0-1 0,1 0 0,-1-1 0,2 1 0,7 7 0,-13-15-52,0 1-1,0-1 1,0 0-1,1 0 1,-1 0-1,0 0 1,0-1-1,1 1 1,-1 0-1,1 0 1,-1-1-1,1 1 1,-1-1-1,1 1 1,-1-1-1,1 0 1,-1 0-1,1 1 1,0-1-1,-1 0 0,1 0 1,-1-1-1,1 1 1,0 0-1,1-1 1,15-7-6774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5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20 133 24575,'-1'9'0,"0"0"0,0 0 0,-5 13 0,-2 17 0,6-12 0,1 1 0,4 48 0,-1-63 0,0 1 0,1-1 0,0 1 0,1-1 0,1 0 0,0 0 0,10 18 0,-14-29 0,1-1 0,-1 1 0,0 0 0,1-1 0,0 1 0,-1-1 0,1 1 0,0-1 0,0 0 0,-1 0 0,1 0 0,0 0 0,0 0 0,0 0 0,1 0 0,-1-1 0,0 1 0,0-1 0,0 1 0,0-1 0,1 0 0,-1 0 0,0 0 0,0 0 0,0 0 0,1-1 0,2 0 0,7-2 0,-1 0 0,0-1 0,21-9 0,-32 12 0,28-12 0,-2-1 0,0-2 0,26-19 0,-37 23 0,0-1 0,-1 0 0,0-1 0,-1 0 0,21-31 0,-32 41 0,1 0 0,-1 1 0,0-1 0,0 0 0,-1 0 0,1 0 0,-1 0 0,0-1 0,0 1 0,-1 0 0,1 0 0,-1-1 0,0 1 0,0 0 0,0-1 0,0 1 0,-1 0 0,-2-9 0,1 7 0,-1 1 0,0-1 0,0 1 0,0 0 0,-1 0 0,1 0 0,-1 0 0,0 0 0,-1 1 0,1 0 0,-1 0 0,-9-7 0,3 5 0,0-1 0,-1 1 0,1 1 0,-1 0 0,-22-6 0,-65-7 0,43 8 0,52 10 43,0-1 0,0 0-1,0 0 1,1-1 0,-1 1-1,0-1 1,-3-2 0,5 3-133,1 0 0,0 0 0,-1 0 0,1 0 0,0-1 1,0 1-1,0 0 0,0-1 0,0 1 0,0-1 1,0 1-1,0-1 0,1 1 0,-1-1 0,0 1 0,1-1 1,-1 0-1,1-1 0,-1-16-6736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5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24575,'4'0'0,"4"11"0,4 10 0,19 37 0,13 22 0,7 12 0,2 8 0,-5-3 0,0 0 0,-5-6 0,-5-1 0,-7 6 0,-8-8 0,-8-14 0,-3-17 0,-4-14 0,4-14 0,0-13-8191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6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0 24575,'1'14'0,"0"1"0,1-1 0,1 0 0,5 15 0,-2-3 0,130 433 0,0-1 0,-90-306 0,-25-90 0,-20-61 0,6 32 0,-7-33 0,0 1 0,0 0 0,0-1 0,0 1 0,0-1 0,0 1 0,0-1 0,0 1 0,0-1 0,0 1 0,0 0 0,-1-1 0,1 1 0,0-1 0,0 1 0,-1-1 0,1 1 0,0-1 0,0 1 0,-1-1 0,1 0 0,-1 1 0,1-1 0,0 1 0,-1-1 0,1 0 0,-1 1 0,1-1 0,-1 0 0,1 0 0,-1 1 0,1-1 0,-1 0 0,1 0 0,-1 0 0,1 1 0,-1-1 0,0 0 0,1 0 0,-1 0 0,1 0 0,-1 0 0,1 0 0,-1 0 0,1-1 0,-1 1 0,0 0 0,1 0 0,-1 0 0,1 0 0,-1-1 0,1 1 0,-1-1 0,-17-5 0,-31-18 0,30 14 0,-29-10 0,28 13 0,0 1 0,-1 1 0,0 1 0,1 1 0,-1 0 0,-24 1 0,37 3 0,0-1 0,1 1 0,-1 1 0,0-1 0,0 1 0,1 1 0,-1 0 0,-10 4 0,14-4 0,-1 0 0,1 0 0,-1 1 0,1-1 0,0 1 0,0 0 0,0 0 0,1 0 0,0 0 0,0 0 0,0 1 0,0 0 0,-3 7 0,5-10 0,1-1 0,-1 0 0,1 1 0,-1-1 0,1 0 0,-1 1 0,1-1 0,0 1 0,0-1 0,0 0 0,0 1 0,0-1 0,0 1 0,0-1 0,0 0 0,1 1 0,-1-1 0,1 1 0,-1-1 0,1 0 0,-1 0 0,1 1 0,-1-1 0,1 0 0,0 0 0,0 0 0,0 1 0,0-1 0,0 0 0,0 0 0,0-1 0,0 1 0,0 0 0,0 0 0,1 0 0,-1-1 0,0 1 0,1-1 0,-1 1 0,3 0 0,6 2 0,1 0 0,-1-1 0,1 0 0,14 0 0,-19-1 0,56 3 0,79-3 0,-113-3 0,0-1 0,0-1 0,-1-1 0,0-2 0,36-13 0,-57 18-170,0-1-1,0 0 0,0 0 1,-1-1-1,1 1 0,-1-1 1,5-5-1,3-5-6655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7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 24575,'0'4'0,"-1"1"0,0 0 0,0 0 0,-1 0 0,0 0 0,0-1 0,0 1 0,0-1 0,-4 7 0,-3 5 0,-73 165 0,70-149 0,1 0 0,2 1 0,-10 61 0,19-91 0,-1 0 0,1 0 0,0 0 0,0 0 0,0 1 0,1-1 0,-1 0 0,1 0 0,-1 0 0,1 0 0,2 4 0,-2-6 0,-1 0 0,1 0 0,0 0 0,0 0 0,0 0 0,-1-1 0,1 1 0,0 0 0,0-1 0,0 1 0,0 0 0,0-1 0,0 1 0,1-1 0,-1 0 0,0 1 0,0-1 0,0 0 0,0 0 0,0 0 0,1 0 0,-1 0 0,0 0 0,0 0 0,0 0 0,0 0 0,0 0 0,1-1 0,-1 1 0,0 0 0,2-2 0,5-1 0,-1 0 0,1-1 0,-1 0 0,1 0 0,-1 0 0,0-1 0,-1 0 0,1-1 0,-1 0 0,0 0 0,-1 0 0,1 0 0,7-14 0,-6 10 0,-2 0 0,1 0 0,-2-1 0,1 0 0,-1 1 0,-1-2 0,0 1 0,-1 0 0,3-20 0,-5 28 0,0 1 0,0-1 0,0 1 0,0-1 0,-1 1 0,1-1 0,-1 1 0,0-1 0,1 1 0,-1-1 0,0 1 0,0 0 0,0-1 0,-1 1 0,1 0 0,-1 0 0,1 0 0,-1 0 0,0 0 0,1 0 0,-1 1 0,0-1 0,0 0 0,-3-1 0,-15-15 0,18 16-114,0-1 1,0 0-1,0 0 0,1 0 0,-1 0 1,1-1-1,0 1 0,0 0 0,0 0 1,0-1-1,-1-6 0,1-5-6712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7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24575,'2'1'0,"-1"-1"0,0 0 0,1 0 0,-1 1 0,0-1 0,0 1 0,1-1 0,-1 1 0,0-1 0,0 1 0,0 0 0,0 0 0,0-1 0,0 1 0,0 0 0,0 0 0,2 2 0,13 21 0,-13-18 0,2 2 0,209 385 0,-205-370 0,-6-15 0,0 0 0,1-1 0,-1 1 0,1 0 0,1-1 0,-1 0 0,1 0 0,1 0 0,7 7 0,-12-13 0,0 0 0,1-1 0,-1 1 0,1 0 0,0 0 0,-1-1 0,1 1 0,-1-1 0,1 1 0,0-1 0,-1 0 0,1 0 0,0 0 0,-1 0 0,1 0 0,0 0 0,0 0 0,-1 0 0,1-1 0,0 1 0,-1-1 0,1 1 0,-1-1 0,1 0 0,-1 1 0,1-1 0,1-1 0,5-3 0,0-1 0,-1 0 0,12-11 0,-15 13 0,50-52 0,86-119 0,-10 10 0,-126 161 0,3-4 0,0 0 0,1 0 0,13-10 0,-19 17 0,-1-1 0,1 1 0,0 0 0,-1 0 0,1 0 0,0 1 0,-1-1 0,1 0 0,0 1 0,0-1 0,0 1 0,0-1 0,0 1 0,-1 0 0,1 0 0,0 0 0,0 0 0,0 0 0,0 0 0,0 0 0,0 1 0,0-1 0,-1 1 0,1-1 0,0 1 0,0 0 0,1 1 0,3 2 0,-1 1 0,0 0 0,0 0 0,0 0 0,-1 1 0,0-1 0,5 9 0,24 48 0,-25-45 0,33 80 0,-28-62 0,21 40 0,-19-53-1365,-2-8-5461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7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 24575,'-3'0'0,"-6"4"0,0 7 0,1 7 0,2 2 0,1 6 0,6 9 0,7 5 0,1-4-8191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09:28:48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24575,'7'17'0,"3"14"0,-1 4 0,1-4 0,3-6 0,0-9-8191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2:40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24575,'-2'6'0,"-1"1"0,1 0 0,0-1 0,1 1 0,-1 0 0,2 0 0,-1 0 0,1 0 0,0 9 0,-1 7 0,1 114 0,6 0 0,5-1 0,7-1 0,5 0 0,7-2 0,5 0 0,93 226 0,-120-338 0,-3-10 0,-1 0 0,1 0 0,11 16 0,-16-27 0,0 1 0,0-1 0,0 0 0,1 0 0,-1 0 0,0 1 0,0-1 0,0 0 0,0 0 0,0 0 0,1 1 0,-1-1 0,0 0 0,0 0 0,0 0 0,0 0 0,1 0 0,-1 0 0,0 1 0,0-1 0,0 0 0,1 0 0,-1 0 0,0 0 0,0 0 0,1 0 0,-1 0 0,0 0 0,0 0 0,1 0 0,-1 0 0,0 0 0,0 0 0,0 0 0,1 0 0,-1 0 0,0 0 0,0-1 0,1 1 0,-1 0 0,0 0 0,0 0 0,0 0 0,1 0 0,-1 0 0,0-1 0,0 1 0,0 0 0,0 0 0,0 0 0,1 0 0,-1-1 0,0 1 0,0 0 0,0 0 0,0 0 0,0-1 0,0 1 0,0 0 0,0 0 0,0-1 0,0 1 0,0 0 0,0 0 0,0-1 0,0 1 0,0 0 0,0-1 0,3-19 0,0-55 158,-11-110 0,-24-76-785,19 159-427,1 8-5772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2:41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24575,'7'1'0,"0"0"0,0 1 0,-1 0 0,1 0 0,0 0 0,-1 1 0,0 0 0,9 6 0,10 3 0,17 7 0,54 15 0,-78-29 0,1-1 0,0 0 0,0-1 0,0-1 0,34-1 0,-47-2 0,0 0 0,0 0 0,0 0 0,-1-1 0,1 1 0,0-2 0,-1 1 0,1 0 0,-1-1 0,0 0 0,0 0 0,0-1 0,-1 1 0,7-7 0,3-4 0,-1-2 0,22-32 0,-25 32 0,1 1 0,25-27 0,-35 41 0,-1 1 0,1-1 0,-1 1 0,1-1 0,-1 1 0,1-1 0,0 1 0,-1-1 0,1 1 0,0 0 0,-1 0 0,1-1 0,0 1 0,-1 0 0,1 0 0,0 0 0,0-1 0,-1 1 0,1 0 0,0 0 0,-1 0 0,1 0 0,0 0 0,0 1 0,-1-1 0,1 0 0,0 0 0,-1 0 0,1 1 0,0-1 0,0 0 0,-1 1 0,1-1 0,-1 0 0,1 1 0,0-1 0,-1 1 0,1 0 0,3 3 0,-1 0 0,0 1 0,0-1 0,4 9 0,-3-6 0,80 158 0,30 52 0,37 34 0,-104-184 0,85 97 0,-129-160 0,0-1 0,1 1 0,-1-1 0,1 1 0,0-1 0,0 0 0,0-1 0,0 1 0,0-1 0,1 1 0,6 1 0,-9-4 0,1 0 0,-1 0 0,0 0 0,1 0 0,-1 0 0,1-1 0,-1 1 0,1-1 0,-1 0 0,0 0 0,0 0 0,1 0 0,-1 0 0,0 0 0,0 0 0,0-1 0,0 1 0,0-1 0,0 0 0,-1 1 0,1-1 0,0 0 0,-1 0 0,2-3 0,23-32 0,-2 0 0,-2-2 0,22-50 0,-32 64 0,104-253 0,-20 43 0,-92 225 0,-2 6 0,-1 1 0,0-1 0,1 1 0,0-1 0,0 1 0,0 0 0,0 0 0,0 0 0,1 0 0,2-2 0,-4 5 0,-1 0 0,0 0 0,1 0 0,-1 0 0,0 0 0,1 0 0,-1 0 0,0 0 0,1 0 0,-1 0 0,0 0 0,0 0 0,1 0 0,-1 0 0,0 0 0,1 1 0,-1-1 0,0 0 0,0 0 0,1 0 0,-1 0 0,0 1 0,0-1 0,1 0 0,-1 0 0,0 1 0,0-1 0,0 0 0,1 1 0,-1-1 0,0 0 0,0 0 0,0 1 0,0-1 0,0 0 0,0 1 0,0-1 0,0 0 0,1 1 0,-1-1 0,0 0 0,0 1 0,-1-1 0,1 0 0,0 1 0,0-1 0,0 0 0,0 1 0,1 19 0,-1-19 0,-2 50-1365,1-24-5461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2:41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1 24575,'-7'0'0,"0"1"0,0 0 0,0 1 0,0 0 0,1 0 0,-1 0 0,0 1 0,1 0 0,0 0 0,-1 0 0,-7 7 0,-8 6 0,-30 30 0,44-39 0,-10 10 0,1 1 0,1 1 0,1 0 0,0 1 0,2 1 0,0 0 0,1 1 0,-8 23 0,13-28 0,0 1 0,2 0 0,0 0 0,1 0 0,1 1 0,1 0 0,1-1 0,0 1 0,1 0 0,1 0 0,4 20 0,-4-36 0,-1 1 0,1-1 0,0 0 0,0 0 0,0 0 0,0 0 0,0 0 0,1 0 0,0-1 0,-1 1 0,1 0 0,0-1 0,0 1 0,4 2 0,-4-4 0,0 1 0,0-1 0,0 0 0,0 0 0,1 0 0,-1-1 0,0 1 0,1 0 0,-1-1 0,1 0 0,-1 1 0,0-1 0,1 0 0,-1 0 0,1 0 0,-1-1 0,0 1 0,1-1 0,2 0 0,14-5 0,-1 0 0,0-2 0,-1 0 0,0-1 0,0 0 0,-1-1 0,0-1 0,25-23 0,-11 6 0,0-2 0,48-65 0,-65 77 0,-1 0 0,-1-1 0,10-23 0,-16 32 0,-2 1 0,1-1 0,-1-1 0,-1 1 0,0 0 0,0-1 0,-1 1 0,-1-16 0,-2 51 0,1-1 0,1 28 0,3-38 0,0 0 0,1 0 0,0 0 0,1-1 0,1 0 0,0 0 0,0 0 0,2-1 0,13 19 0,-15-23 0,0-1 0,0 0 0,1 0 0,0 0 0,0-1 0,1 0 0,-1 0 0,1-1 0,1 0 0,-1 0 0,1-1 0,-1 0 0,1-1 0,1 0 0,10 3 0,-17-6-42,-1 0-1,0 1 0,0-1 1,0 0-1,0-1 0,0 1 1,1 0-1,-1 0 0,0-1 1,0 0-1,0 1 0,0-1 1,0 0-1,0 0 0,0 0 1,0 0-1,-1 0 0,1 0 1,0-1-1,-1 1 0,1 0 1,0-1-1,-1 0 0,0 1 1,1-1-1,-1 0 0,0 0 1,0 1-1,0-1 0,0 0 1,1-3-1,2-9-6783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2:42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12 24575,'0'0'0,"-1"0"0,0 1 0,1-1 0,-1 1 0,0-1 0,1 1 0,-1-1 0,1 1 0,-1-1 0,1 1 0,-1-1 0,1 1 0,-1 0 0,1-1 0,-1 1 0,1 0 0,0-1 0,-1 1 0,1 0 0,0 0 0,0-1 0,-1 2 0,-5 23 0,5-19 0,-10 43 0,3 1 0,2 0 0,1 0 0,3 1 0,5 53 0,-2-95 0,1 1 0,-1-1 0,1 1 0,1-1 0,0 0 0,5 12 0,-7-19 0,-1-1 0,1 1 0,0 0 0,0-1 0,0 1 0,0-1 0,0 1 0,0-1 0,0 0 0,1 1 0,-1-1 0,0 0 0,1 0 0,-1 0 0,1 0 0,-1 0 0,1 0 0,-1 0 0,1 0 0,0-1 0,-1 1 0,1-1 0,0 1 0,0-1 0,0 0 0,-1 0 0,1 0 0,0 0 0,0 0 0,0 0 0,-1 0 0,1 0 0,0-1 0,0 1 0,-1-1 0,1 1 0,0-1 0,-1 0 0,1 1 0,2-3 0,0 0 0,1 0 0,-1 0 0,0-1 0,-1 0 0,1 0 0,0 0 0,-1 0 0,0 0 0,0-1 0,-1 1 0,1-1 0,-1 0 0,0 0 0,3-8 0,0-4 0,-1 0 0,-1-1 0,2-20 0,-1-10 0,-2-60 0,-2 92 0,-2-1 0,0 1 0,0 0 0,-2 1 0,0-1 0,-1 1 0,-11-25 0,14 36 0,0 0 0,-1 0 0,0 0 0,0 0 0,0 0 0,0 1 0,-6-5 0,9 7 0,-1 1 0,0-1 0,1 0 0,-1 1 0,0-1 0,0 1 0,0 0 0,0-1 0,1 1 0,-1 0 0,0-1 0,0 1 0,0 0 0,0 0 0,0 0 0,0 0 0,0 0 0,1 0 0,-1 0 0,0 0 0,0 0 0,0 0 0,0 0 0,0 0 0,0 1 0,0-1 0,0 0 0,1 1 0,-1-1 0,0 1 0,0-1 0,1 1 0,-1-1 0,0 1 0,0 0 0,1-1 0,-1 1 0,1 0 0,-1-1 0,1 1 0,-1 0 0,1 0 0,-1 0 0,0 1 0,-1 3 0,0 0 0,0 1 0,0 0 0,1-1 0,-1 1 0,1 0 0,1 0 0,-1 0 0,1 0 0,0-1 0,0 1 0,3 11 0,0 1 0,1 0 0,1-1 0,9 20 0,4 6 0,3-2 0,50 78 0,71 71 0,-24-32 0,-97-126 0,-2 0 0,-1 2 0,-2 0 0,-1 1 0,-1 1 0,-3 0 0,0 1 0,5 41 0,-10-33 0,-1 1 0,-2-1 0,-3 1 0,-1 0 0,-2 0 0,-13 57 0,8-67 0,-2 0 0,-1-2 0,-2 1 0,-2-1 0,-1-1 0,-1-1 0,-2 0 0,-1-1 0,-2-2 0,0 0 0,-49 47 0,50-56 0,-1 0 0,-1-2 0,-1-1 0,0-1 0,-1-1 0,0 0 0,-2-3 0,1 0 0,-2-1 0,1-2 0,-1-1 0,-1-1 0,1-1 0,-1-2 0,-39 2 0,63-6 0,-1 0 0,1 0 0,0-1 0,0 1 0,0-1 0,0-1 0,0 1 0,-7-3 0,10 3 0,0 0 0,1 0 0,-1 0 0,0-1 0,0 1 0,1-1 0,-1 1 0,1-1 0,-1 1 0,1-1 0,0 0 0,0 0 0,0 0 0,0 0 0,0 0 0,0 0 0,0 0 0,0 0 0,1 0 0,-1 0 0,1 0 0,-1-3 0,1-1 0,0 0 0,0 0 0,0-1 0,1 1 0,0 0 0,0 0 0,0 0 0,5-11 0,1 0 0,18-32 0,4 4 0,2 2 0,2 1 0,55-54 0,414-352-1583,-106 153 1525,-259 206-75,152-73 0,-273 154 2,86-39 557,-89 42-395,0 1 1,0 0-1,1 0 0,-1 2 1,26-2-1,-24 4-6798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3:18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1 24575,'-2'0'0,"1"0"0,-1 1 0,1-1 0,-1 0 0,1 1 0,0-1 0,-1 1 0,1 0 0,0-1 0,-1 1 0,1 0 0,0 0 0,0 0 0,0 0 0,0 0 0,0 0 0,0 0 0,-1 2 0,-15 25 0,5-1 0,1 1 0,1 0 0,1 1 0,-8 52 0,-5 128 0,21-198 0,-12 215-239,11 2 0,9-1 0,10-1 0,54 259 0,-42-363 239,-20-98 0,-9-25 3,0 1 0,0 0 0,0 0 0,0 0-1,0 0 1,0 0 0,0 0 0,0-1 0,0 1 0,0 0 0,0 0 0,0 0 0,0 0 0,0 0 0,0 0 0,0-1 0,0 1 0,0 0-1,0 0 1,0 0 0,0 0 0,1 0 0,-1 0 0,0 0 0,0 0 0,0 0 0,0 0 0,0 0 0,0-1 0,0 1 0,1 0 0,-1 0-1,0 0 1,0 0 0,0 0 0,0 0 0,0 0 0,0 0 0,1 0 0,-1 0 0,0 0 0,0 0 0,0 0 0,0 0 0,0 0 0,0 0-1,1 0 1,-1 1 0,0-1 0,0 0 0,0 0 0,0 0 0,0 0 0,0 0 0,0 0 0,1 0 0,-1 0 0,0 0 0,0 0-1,0 1 1,0-1 0,2-13 113,-1 1-1,0-1 1,-1-13 0,0 10-1018,0-38-5836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3:18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11 195 24575,'0'-2'0,"0"1"0,1-1 0,-1 0 0,1 1 0,0-1 0,0 1 0,-1-1 0,1 1 0,0 0 0,0-1 0,0 1 0,0 0 0,1 0 0,-1 0 0,0 0 0,0 0 0,1 0 0,1-1 0,3-3 0,31-22 0,1 1 0,2 2 0,0 2 0,77-30 0,-115 51 0,31-10 0,-32 11 0,-1 0 0,1 0 0,-1 0 0,1 0 0,0 0 0,-1 0 0,1 0 0,-1 0 0,1 0 0,-1 0 0,1 0 0,0 0 0,-1 0 0,1 0 0,-1 1 0,1-1 0,-1 0 0,1 0 0,-1 1 0,1-1 0,-1 0 0,1 1 0,-1-1 0,1 0 0,-1 1 0,1-1 0,-1 1 0,0-1 0,1 1 0,-1-1 0,0 1 0,1-1 0,-1 1 0,0-1 0,0 1 0,1-1 0,-1 1 0,0-1 0,0 1 0,0 0 0,0-1 0,0 1 0,0-1 0,0 1 0,0 0 0,0-1 0,0 1 0,0-1 0,-1 1 0,0 4 0,0 1 0,0-2 0,-1 1 0,0 0 0,0 0 0,0-1 0,-1 1 0,0-1 0,-4 6 0,-34 38 0,24-30 0,-55 60 0,34-40 0,3 1 0,1 2 0,-48 78 0,79-115 0,1 1 0,0-1 0,0 1 0,0 0 0,0 0 0,1 0 0,-1 7 0,2-11 0,0-1 0,0 1 0,0 0 0,0 0 0,0 0 0,0 0 0,0 0 0,0-1 0,0 1 0,1 0 0,-1 0 0,0 0 0,1-1 0,-1 1 0,1 0 0,-1 0 0,1-1 0,-1 1 0,2 0 0,-1 0 0,0 0 0,0-1 0,0 1 0,0-1 0,0 1 0,0-1 0,1 0 0,-1 1 0,0-1 0,0 0 0,1 0 0,-1 0 0,0 0 0,0 0 0,1 0 0,-1 0 0,2-1 0,24-7-1365,0-4-5461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3:19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24575,'3'98'0,"5"0"0,36 169 0,27-20 0,-22-87 0,-46-157 0,-1-13 0,1-32 0,1-10 0,-1 30 0,2-1 0,0 1 0,2-1 0,0 2 0,1-1 0,20-35 0,-27 56 0,0-1 0,0 1 0,0-1 0,0 1 0,0 0 0,0-1 0,1 1 0,-1 0 0,0 0 0,1 0 0,-1 0 0,1 0 0,-1 0 0,1 0 0,0 0 0,-1 1 0,1-1 0,0 0 0,-1 1 0,1 0 0,0-1 0,0 1 0,0 0 0,-1 0 0,1 0 0,0 0 0,0 0 0,0 1 0,-1-1 0,1 0 0,0 1 0,0-1 0,-1 1 0,1 0 0,-1-1 0,1 1 0,0 0 0,-1 0 0,3 2 0,7 5 0,-1 1 0,-1 0 0,1 0 0,11 16 0,-12-14 0,88 103 0,-95-112-80,0 1 0,0-1-1,1 0 1,-1 0 0,1 0-1,-1 0 1,1-1 0,0 1-1,0-1 1,-1 1 0,1-1 0,0 0-1,0 0 1,1 0 0,-1-1-1,4 1 1,7 0-6746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3:20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71 205 24575,'-8'9'0,"0"1"0,1 0 0,0 1 0,1 0 0,1 0 0,-1 0 0,2 0 0,-1 1 0,2 0 0,0 0 0,0 0 0,1 0 0,-1 16 0,3-26 0,0 1 0,0 0 0,0 0 0,0-1 0,0 1 0,0 0 0,1 0 0,0-1 0,-1 1 0,1 0 0,0-1 0,0 1 0,1-1 0,-1 1 0,0-1 0,4 4 0,-4-4 0,1-1 0,0 0 0,0 1 0,-1-1 0,1 0 0,0 0 0,0 0 0,0-1 0,0 1 0,0 0 0,0-1 0,0 1 0,0-1 0,1 1 0,-1-1 0,0 0 0,0 0 0,0 0 0,0 0 0,0-1 0,1 1 0,1-1 0,5-2 0,0 0 0,0 0 0,-1-1 0,1 0 0,-1-1 0,0 0 0,-1 0 0,1-1 0,-1 1 0,13-14 0,-5 3 0,-1-1 0,0 0 0,17-31 0,-21 33 0,-1-1 0,-1-1 0,-1 0 0,0 0 0,-2 0 0,0 0 0,0-1 0,-2 0 0,0 0 0,-1 0 0,-1-1 0,-1-19 0,0 36 0,-1 0 0,1 0 0,0 0 0,-1 0 0,1 0 0,-1 0 0,0 0 0,0 0 0,0 0 0,0 0 0,-1-2 0,2 4 0,-1-1 0,1 1 0,-1-1 0,1 1 0,-1-1 0,1 1 0,-1 0 0,1-1 0,-1 1 0,1 0 0,-1-1 0,0 1 0,1 0 0,-1 0 0,1 0 0,-1-1 0,0 1 0,1 0 0,-1 0 0,0 0 0,1 0 0,-1 0 0,-1 0 0,1 1 0,-1 0 0,0 0 0,0 0 0,1 0 0,-1 0 0,1 0 0,-1 0 0,1 1 0,-1-1 0,1 0 0,0 1 0,0-1 0,0 1 0,0 0 0,0-1 0,0 1 0,0 0 0,0 0 0,0-1 0,1 1 0,-1 4 0,-1 0 0,1 1 0,0 0 0,0 0 0,1 0 0,0 0 0,0 0 0,1 0 0,0 0 0,0 0 0,0-1 0,1 1 0,0 0 0,0-1 0,1 1 0,0-1 0,5 9 0,-5-10 0,0-1 0,0 1 0,1-1 0,-1 0 0,1 0 0,0 0 0,0-1 0,0 1 0,1-1 0,-1 0 0,1 0 0,0 0 0,0-1 0,0 0 0,0 0 0,0 0 0,0-1 0,0 1 0,1-1 0,-1-1 0,11 2 0,-11-3-85,0 0 0,0 0-1,0 0 1,0 0 0,0-1-1,0 1 1,-1-1 0,1-1-1,-1 1 1,1-1 0,-1 1-1,0-1 1,0-1 0,0 1-1,4-4 1,2-5-6741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3:20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1 24575,'-6'0'0,"0"1"0,0 0 0,1 0 0,-1 0 0,1 1 0,-1 0 0,1 0 0,0 0 0,-1 1 0,1 0 0,0 0 0,1 0 0,-1 0 0,0 1 0,1 0 0,0 0 0,0 0 0,0 0 0,1 1 0,-6 7 0,4-4 0,1 0 0,-1 0 0,1 0 0,1 0 0,0 1 0,0 0 0,0-1 0,1 1 0,1 0 0,-1 0 0,1 0 0,1 15 0,0-21 0,1 0 0,-1 0 0,1 0 0,0 0 0,-1 1 0,2-1 0,-1 0 0,0 0 0,0-1 0,1 1 0,0 0 0,0 0 0,-1-1 0,1 1 0,1-1 0,1 3 0,1-1 0,0-1 0,0 0 0,0 1 0,0-1 0,0-1 0,1 1 0,-1-1 0,7 2 0,10 1 0,0-1 0,0-1 0,35 1 0,-49-4 0,16 0 0,-17-1 0,-1 1 0,0 0 0,1 0 0,-1 1 0,0-1 0,0 1 0,1 1 0,-1-1 0,0 1 0,8 3 0,-14-4 0,0-1 0,1 1 0,-1 0 0,1-1 0,-1 1 0,0 0 0,0-1 0,1 1 0,-1 0 0,0-1 0,0 1 0,0 0 0,0-1 0,0 1 0,0 0 0,0-1 0,0 1 0,0 0 0,0-1 0,0 1 0,0 0 0,0 0 0,0-1 0,-1 1 0,1 0 0,0-1 0,-1 1 0,1-1 0,0 1 0,-1 0 0,1-1 0,-1 1 0,1-1 0,-1 1 0,1-1 0,-1 1 0,1-1 0,-1 1 0,-25 23 0,23-21 0,-29 24 0,18-17 0,1 1 0,1 0 0,0 1 0,0 1 0,-10 14 0,22-26 8,-1-1 1,1 1-1,-1-1 0,1 1 0,-1-1 0,1 1 0,0 0 0,-1-1 0,1 1 1,0 0-1,0-1 0,-1 1 0,1 0 0,0-1 0,0 1 0,0 0 0,0 0 1,0-1-1,0 1 0,0 1 0,11-6 163,19-19-1878,-9 4-5119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3:21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1 270 24575,'24'-1'0,"0"0"0,1-2 0,-1-1 0,0 0 0,-1-2 0,1-1 0,-1-1 0,34-16 0,-48 19 0,1-1 0,-1 0 0,-1 0 0,1-1 0,-1 0 0,0-1 0,-1 0 0,8-9 0,-12 13 0,0 0 0,0 0 0,0 0 0,-1 0 0,0-1 0,0 1 0,0-1 0,0 1 0,-1-1 0,0 0 0,0 1 0,0-1 0,0 0 0,-1 0 0,0 0 0,0 0 0,0 0 0,-1 0 0,1 1 0,-3-7 0,2 8 0,0 0 0,-1 1 0,0 0 0,1-1 0,-1 1 0,0 0 0,0 0 0,0 0 0,-1 0 0,1 0 0,0 1 0,-1-1 0,1 1 0,-1-1 0,0 1 0,1 0 0,-1 0 0,0 0 0,0 0 0,0 1 0,1-1 0,-6 0 0,2 0 0,0 1 0,0 0 0,0 0 0,0 0 0,0 0 0,0 1 0,0 0 0,0 0 0,0 1 0,-8 2 0,6 1 0,0 0 0,1 0 0,0 1 0,0 0 0,0 0 0,1 1 0,0-1 0,-10 16 0,-1 3 0,-18 37 0,26-44 0,1 1 0,1 0 0,0 0 0,2 1 0,0-1 0,1 1 0,1 1 0,1-1 0,1 0 0,1 23 0,0-40 0,1-1 0,-1 1 0,0 0 0,1 0 0,0-1 0,-1 1 0,1 0 0,0-1 0,0 1 0,1-1 0,-1 1 0,0-1 0,1 0 0,0 1 0,-1-1 0,1 0 0,0 0 0,0 0 0,0 0 0,0-1 0,1 1 0,-1-1 0,0 1 0,1-1 0,-1 0 0,1 1 0,0-1 0,-1-1 0,6 2 0,5 0 0,0 0 0,0-1 0,0-1 0,0 0 0,14-2 0,-13 1 0,6-1 0,-1 0 0,1-1 0,-1-2 0,0 0 0,0 0 0,-1-2 0,0 0 0,0-2 0,-1 0 0,0 0 0,0-2 0,-1 0 0,28-25 0,-27 15-1365,-7 4-5461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3:32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24575,'0'-3'0,"3"-1"0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3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1612 1 24575,'1'0'0,"-1"0"0,0 0 0,0 0 0,0 0 0,0 0 0,1 0 0,-1 0 0,0 0 0,0 0 0,0 0 0,0 0 0,0 1 0,1-1 0,-1 0 0,0 0 0,0 0 0,0 0 0,0 0 0,0 0 0,0 0 0,0 1 0,1-1 0,-1 0 0,0 0 0,0 0 0,0 0 0,0 0 0,0 1 0,0-1 0,0 0 0,0 0 0,0 0 0,0 0 0,0 1 0,0-1 0,0 0 0,0 0 0,0 0 0,0 0 0,0 1 0,0-1 0,0 0 0,0 0 0,0 0 0,0 0 0,0 0 0,-1 1 0,1-1 0,0 0 0,0 0 0,0 0 0,0 0 0,0 0 0,-7 12 0,-13 11 0,-1-1 0,-1-1 0,0 0 0,-44 29 0,39-29 0,-162 113 0,-376 200 0,488-294 0,-2-3 0,-115 37 0,192-74 0,-8 3 0,-1 0 0,1 0 0,-1-1 0,-13 1 0,21-3 0,0 0 0,-1-1 0,1 1 0,-1-1 0,1 1 0,0-1 0,0 0 0,-1 0 0,1 0 0,0-1 0,0 1 0,0-1 0,0 0 0,0 0 0,1 0 0,-1 0 0,-3-4 0,-15-16 0,2-2 0,0 0 0,-22-39 0,-34-86 0,69 138 0,2-1 0,-1 0 0,-2-15 0,6 26 0,1 1 0,0-1 0,0 1 0,0-1 0,0 1 0,0-1 0,0 1 0,0-1 0,0 1 0,0-1 0,0 1 0,0-1 0,0 1 0,0 0 0,0-1 0,0 1 0,0-1 0,0 1 0,1-1 0,-1 1 0,0-1 0,0 1 0,0 0 0,1-1 0,8 5 0,11 17 0,14 30 0,-1 0 0,43 94 0,-43-77 0,46 69 0,-77-134 0,1 0 0,-1 0 0,1 0 0,0 0 0,0-1 0,0 0 0,0 1 0,0-1 0,0 0 0,1 0 0,-1-1 0,1 1 0,-1-1 0,1 0 0,0 0 0,-1 0 0,1 0 0,7 0 0,5-1 0,0 0 0,0-1 0,21-3 0,-7 0 0,99-10 0,98-7 0,-88 18-1365,-97 0-5461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3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1 24575,'21'276'0,"-7"-131"0,6 478 0,-23-584 0,3-39 0,0 1 0,0-1 0,0 0 0,0 0 0,0 1 0,0-1 0,0 0 0,0 0 0,0 1 0,0-1 0,0 0 0,0 0 0,0 1 0,0-1 0,-1 0 0,1 0 0,0 1 0,0-1 0,0 0 0,0 0 0,0 0 0,0 1 0,-1-1 0,1 0 0,0 0 0,0 0 0,0 1 0,-1-1 0,1 0 0,0 0 0,0 0 0,0 0 0,-1 0 0,1 0 0,0 1 0,0-1 0,-1 0 0,1 0 0,0 0 0,0 0 0,-1 0 0,1 0 0,0 0 0,0 0 0,-1 0 0,1 0 0,0 0 0,0 0 0,-1 0 0,1 0 0,0-1 0,0 1 0,-1 0 0,1 0 0,0 0 0,0 0 0,-1 0 0,1 0 0,0-1 0,0 1 0,0 0 0,-1 0 0,1 0 0,0-1 0,0 1 0,0 0 0,-12-19 0,12 18 0,-78-177 0,41 88 0,33 79 0,-90-228 0,82 201 0,1 0 0,2 0 0,2-1 0,-3-59 0,10 94 22,0-1-1,0 1 0,0 0 1,0-1-1,1 1 0,0-1 1,0 1-1,0 0 0,0-1 1,1 1-1,-1 0 0,1 0 1,0 0-1,1 0 0,4-6 1,-3 6-136,-1 1 0,1 0 0,0 1 0,0-1 1,0 1-1,0 0 0,0 0 0,0 0 1,1 0-1,-1 1 0,1-1 0,-1 1 1,1 0-1,7 0 0,9-1-6712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4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1 227 24575,'5'-2'0,"0"1"0,0-1 0,0 0 0,0 0 0,-1-1 0,1 1 0,-1-1 0,1 0 0,-1 0 0,7-8 0,6-1 0,-8 5 0,11-7 0,1-1 0,27-27 0,-44 38 0,0 0 0,0-1 0,-1 1 0,1-1 0,-1 0 0,0 0 0,0 0 0,0 0 0,-1 0 0,0 0 0,0-1 0,0 1 0,-1-1 0,0 0 0,0 1 0,0-1 0,-1-6 0,1 11 0,-1 1 0,0 0 0,0 0 0,0 0 0,0 0 0,0 0 0,0-1 0,0 1 0,-1 0 0,1 0 0,0 0 0,0 0 0,0-1 0,0 1 0,0 0 0,0 0 0,0 0 0,0 0 0,0 0 0,0 0 0,0-1 0,0 1 0,-1 0 0,1 0 0,0 0 0,0 0 0,0 0 0,0 0 0,0 0 0,0 0 0,-1 0 0,1 0 0,0 0 0,0-1 0,0 1 0,0 0 0,0 0 0,-1 0 0,1 0 0,0 0 0,0 0 0,0 0 0,-1 0 0,-7 5 0,-6 10 0,5-4 0,2 0 0,-1 0 0,1 1 0,1 0 0,0 1 0,1 0 0,1-1 0,0 2 0,0-1 0,1 0 0,1 1 0,-1 23 0,3-35 0,0-1 0,0 1 0,0 0 0,0-1 0,1 1 0,-1 0 0,1-1 0,-1 1 0,1 0 0,0-1 0,-1 1 0,1-1 0,0 1 0,0-1 0,0 1 0,0-1 0,0 0 0,1 0 0,-1 1 0,2 0 0,0 0 0,0-1 0,0 1 0,0-1 0,0 1 0,0-1 0,0 0 0,0 0 0,1-1 0,-1 1 0,4 0 0,0-1 0,0 0 0,-1 0 0,1 0 0,0-1 0,0 0 0,-1 0 0,1-1 0,-1 0 0,1 0 0,8-4 0,-12 4-97,0 0-1,0 0 1,0-1-1,0 1 1,0-1-1,-1 0 1,1 0-1,-1 1 1,0-2-1,1 1 1,-1 0-1,-1 0 0,3-5 1,1-7-6729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4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0 288 24575,'0'-3'0,"0"-4"0,4-7 0,6-4 0,7-5 0,11-4 0,9-1 0,7-2 0,0 2 0,0-1 0,0 2 0,-3 5 0,-1 7 0,-5 5 0,-5 5 0,-5 3 0,-4 5 0,-5 2-8191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5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24575,'0'3'0,"0"7"0,3 25 0,1 26 0,0 26 0,2 28 0,0 9 0,-1 11 0,-2 1 0,0-15 0,-2-15 0,3-26 0,0-23 0,0-25 0,-2-29 0,0-22 0,0-19 0,-2-3-8191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5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24575,'0'-1'0,"0"0"0,1 0 0,-1 1 0,1-1 0,-1 0 0,1 0 0,0 1 0,-1-1 0,1 0 0,0 1 0,-1-1 0,1 1 0,0-1 0,0 1 0,0-1 0,-1 1 0,1 0 0,0-1 0,0 1 0,0 0 0,0 0 0,0-1 0,0 1 0,0 0 0,0 0 0,0 0 0,1 0 0,28 0 0,-17 2 0,0 1 0,0 0 0,0 1 0,-1 0 0,1 1 0,-1 1 0,0-1 0,15 12 0,-23-15 0,0 1 0,0 0 0,0 0 0,-1 1 0,1-1 0,-1 1 0,0 0 0,0-1 0,-1 1 0,1 1 0,-1-1 0,0 0 0,0 1 0,0-1 0,0 1 0,-1-1 0,0 1 0,0 0 0,0 0 0,-1-1 0,1 1 0,-1 0 0,0 0 0,-1 0 0,1-1 0,-2 7 0,-7 20 0,0-1 0,-24 51 0,27-65 342,6-16-367,0-1 0,0 1 0,1 0 1,-1 0-1,0 0 0,0 0 0,0-1 1,0 1-1,0 0 0,1 0 1,-1 0-1,0 0 0,0 0 0,0 0 1,0-1-1,1 1 0,-1 0 0,0 0 1,0 0-1,0 0 0,1 0 0,-1 0 1,0 0-1,0 0 0,0 0 1,1 0-1,-1 0 0,0 0 0,0 0 1,1 0-1,-1 0 0,0 0 0,0 0 1,0 0-1,1 0 0,-1 0 0,0 1 1,0-1-1,0 0 0,0 0 0,1 0 1,-1 0-1,0 0 0,0 0 1,0 1-1,0-1 0,0 0 0,1 0 1,-1 0-1,0 0 0,0 1 0,0-1 1,0 0-1,0 0 0,0 0 0,0 1 1,0-1-1,0 0 0,0 0 1,0 0-1,0 1 0,0-1 0,0 0 1,0 0-1,0 0 0,0 1 0,0-1 1,0 0-1,9-6-6801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6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24575,'2'0'0,"5"6"0,7 11 0,7 14 0,3 11 0,-3 17 0,-2 4 0,0 9 0,-5 2 0,-1 0 0,-3-1 0,0 0 0,2-13 0,-2-14 0,-2-11 0,-3-12-8191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6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1 165 24575,'0'307'0,"-1"-298"0,3 30 0,-2-37 0,0 1 0,1-1 0,-1 1 0,1-1 0,0 1 0,0-1 0,0 0 0,0 1 0,0-1 0,0 0 0,1 0 0,1 2 0,-3-3 0,1-1 0,0 0 0,0 1 0,-1-1 0,1 0 0,0 1 0,-1-1 0,1 0 0,0 0 0,0 0 0,-1 0 0,1 0 0,0 0 0,0 0 0,-1 0 0,1 0 0,0 0 0,0 0 0,-1-1 0,1 1 0,0 0 0,-1 0 0,1-1 0,0 1 0,-1-1 0,1 1 0,0 0 0,-1-1 0,1 1 0,-1-1 0,1 1 0,-1-1 0,2-1 0,21-24 0,-20 22 0,29-37 0,-2-1 0,-1-1 0,34-72 0,-51 87 0,0 0 0,-2-1 0,-1 0 0,-1-1 0,-1 0 0,-2 0 0,2-42 0,-8 103 0,2 108 0,0-124 0,0-1 0,2 1 0,0 0 0,0-1 0,2 1 0,-1-1 0,11 19 0,-13-29-136,0-1-1,0 0 1,0 0-1,1 0 1,-1 0-1,1 0 1,-1-1-1,1 1 0,5 2 1,6 3-6690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7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1 24575,'-6'0'0,"1"1"0,0 0 0,-1 0 0,1 1 0,0-1 0,0 1 0,0 0 0,1 1 0,-1-1 0,0 1 0,1 0 0,-1 0 0,1 0 0,0 1 0,-6 6 0,-6 7 0,1 0 0,-15 25 0,22-32 0,-4 8 0,0 1 0,1 0 0,1 0 0,-12 31 0,18-38 0,1-1 0,0 1 0,0 0 0,1 0 0,1 0 0,0 0 0,1 0 0,0 0 0,4 21 0,-4-31 0,1 0 0,0 0 0,0 0 0,0 0 0,0 0 0,0 0 0,0-1 0,0 1 0,1 0 0,-1-1 0,1 1 0,-1-1 0,1 1 0,-1-1 0,1 0 0,0 0 0,0 1 0,0-1 0,0-1 0,0 1 0,-1 0 0,2 0 0,-1-1 0,0 1 0,0-1 0,0 0 0,0 1 0,0-1 0,3 0 0,5 0 0,1 0 0,0 0 0,0-1 0,18-3 0,-6-3-195,0-1 0,0 0 0,-1-2 0,0-1 0,0 0 0,28-21 0,-17 9-6631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7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1 271 24575,'3'-1'0,"0"0"0,1-1 0,-1 1 0,0-1 0,1 0 0,-1 1 0,0-1 0,0-1 0,-1 1 0,1 0 0,3-4 0,6-4 0,2 0 0,23-16 0,36-33 0,-63 50 0,-1 0 0,0-1 0,0 0 0,-1 0 0,-1-1 0,0 0 0,0 0 0,7-18 0,-13 28 0,-1 0 0,1 0 0,-1 0 0,1 0 0,-1 0 0,1 0 0,-1 0 0,0 0 0,0 0 0,0-1 0,1 1 0,-1 0 0,0 0 0,0 0 0,-1 0 0,1 0 0,0 0 0,0-1 0,0 1 0,-1 0 0,1 0 0,0 0 0,-2-2 0,1 3 0,0-1 0,0 1 0,0 0 0,0-1 0,0 1 0,0 0 0,0-1 0,0 1 0,0 0 0,0 0 0,0 0 0,0 0 0,0 0 0,0 0 0,0 0 0,0 1 0,0-1 0,0 0 0,-2 1 0,-5 2 0,0 0 0,1 1 0,-1-1 0,-13 11 0,8-4 0,0 0 0,1 2 0,0-1 0,1 2 0,0-1 0,1 2 0,0-1 0,1 1 0,1 1 0,0 0 0,1 0 0,1 0 0,0 1 0,1-1 0,1 2 0,0-1 0,1 0 0,1 1 0,1-1 0,0 1 0,1 0 0,1-1 0,4 28 0,-4-41 0,0 1 0,0 0 0,0-1 0,0 1 0,1-1 0,-1 1 0,1-1 0,0 0 0,0 0 0,4 5 0,-5-6 0,0-1 0,1 0 0,-1 0 0,0 0 0,1-1 0,-1 1 0,0 0 0,1 0 0,-1-1 0,1 1 0,0-1 0,-1 1 0,1-1 0,-1 0 0,1 0 0,0 0 0,-1 1 0,1-2 0,0 1 0,-1 0 0,1 0 0,-1 0 0,1-1 0,0 1 0,-1-1 0,3 0 0,8-6 0,1 0 0,-2 0 0,1-2 0,-1 1 0,0-1 0,-1-1 0,15-16 0,-3 3 0,29-31-1365,-34 33-5461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0:47:48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1 236 24575,'0'-16'0,"1"0"0,0 0 0,2 1 0,0-1 0,0 1 0,8-18 0,-9 26 0,1 0 0,0 0 0,1 0 0,-1 1 0,1 0 0,0 0 0,1 0 0,0 0 0,0 0 0,0 1 0,0 0 0,1 0 0,0 1 0,0-1 0,9-4 0,-11 7 20,1 0 0,-1 1 0,1-1 1,0 1-1,-1 0 0,1 0 0,0 0 0,0 1 0,0 0 0,0 0 0,-1 0 0,1 0 0,0 1 0,0 0 0,0 0 0,5 2 1,-1 0-235,-1 1 1,0 0 0,0 1-1,0-1 1,0 2 0,-1-1-1,11 11 1,-8-7-6613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27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1 238 24575,'1'-2'0,"0"0"0,0 0 0,0 0 0,0 1 0,1-1 0,-1 0 0,0 1 0,1-1 0,0 1 0,-1-1 0,1 1 0,0 0 0,0 0 0,0 0 0,-1 0 0,1 0 0,5-1 0,207-92 0,14 14 0,-221 78 0,20-8 0,0 2 0,41-7 0,-65 15 0,-1-1 0,0 1 0,0 0 0,0 0 0,1-1 0,-1 2 0,0-1 0,0 0 0,0 0 0,0 1 0,1-1 0,-1 1 0,0 0 0,0 0 0,0 0 0,0 0 0,0 0 0,0 0 0,-1 0 0,1 1 0,0-1 0,0 0 0,-1 1 0,1 0 0,-1-1 0,0 1 0,1 0 0,-1 0 0,0 0 0,0 0 0,0 0 0,0 0 0,0 0 0,0 3 0,1 7 0,0 0 0,0 0 0,-2 0 0,1 0 0,-3 16 0,2-9 0,-6 103 0,-6-1 0,-4 0 0,-6-1 0,-63 199 0,83-312 0,0 0 0,-1 0 0,0-1 0,0 1 0,-1-1 0,-4 8 0,8-14 0,-1 0 0,1 0 0,0 1 0,0-1 0,0 0 0,0 0 0,0 0 0,0 0 0,0 1 0,0-1 0,-1 0 0,1 0 0,0 0 0,0 0 0,0 0 0,0 1 0,-1-1 0,1 0 0,0 0 0,0 0 0,0 0 0,0 0 0,-1 0 0,1 0 0,0 0 0,0 0 0,0 0 0,-1 0 0,1 0 0,0 0 0,0 0 0,0 0 0,-1 0 0,1 0 0,0 0 0,0 0 0,0 0 0,0 0 0,-1 0 0,1 0 0,0 0 0,0-1 0,0 1 0,0 0 0,-1 0 0,1 0 0,0 0 0,0 0 0,0 0 0,0-1 0,0 1 0,0 0 0,-1 0 0,1 0 0,0 0 0,0-1 0,0 1 0,0 0 0,0 0 0,0 0 0,0-1 0,0 1 0,0 0 0,0 0 0,0 0 0,0-1 0,0 1 0,0 0 0,-2-16 0,4-9-26,0 0 0,8-31 0,-4 26-1261,5-31-5539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27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1 189 24575,'6'0'0,"5"0"0,12 0 0,24 0 0,13-3 0,10-1 0,22-6 0,6-4 0,5-2 0,-10-3 0,-8 0 0,-15 3 0,-17 1 0,-15 1 0,-13-1 0,-8-7 0,-7 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27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24575,'2'3'0,"1"0"0,-1 1 0,0-1 0,0 1 0,0-1 0,-1 1 0,1 0 0,1 6 0,2 7 0,37 93 0,-5 2 0,42 219 0,-65-221 0,10 57 0,10-44-1365,-30-99-5461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28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1 271 24575,'3'-6'0,"7"-5"0,17-13 0,12-8 0,7-2 0,3 3 0,6-1 0,3 3 0,6 4 0,1 5 0,-4 6 0,-4 6 0,-8 4 0,-13 3-8191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28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24575,'0'23'0,"2"0"0,0 0 0,2 0 0,0 0 0,2 0 0,1-1 0,0 0 0,1 0 0,2-1 0,19 33 0,-17-36 0,0-1 0,0-1 0,2 0 0,0 0 0,1-2 0,0 0 0,1 0 0,1-2 0,0 0 0,0-1 0,1 0 0,22 8 0,-11-8 6,1-1-1,0-2 0,1-1 0,0-1 1,0-2-1,43 2 0,-4-7-97,121-14-1,-94 0-131,0-3 0,149-50 0,-176 42-98,-1-2 1,-1-3-1,125-79 1,-86 34-5764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28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8 472 24575,'-3'0'0,"-1"-3"0,6-4 0,18-13 0,20-15 0,10-4 0,23-11 0,23-12 0,7-1 0,5-5 0,-5 0 0,-20 11-8191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29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1 24575,'-144'191'0,"102"-128"0,3 2 0,3 1 0,3 2 0,3 2 0,3 0 0,-28 114 0,51-170 0,2 0 0,0 1 0,0-1 0,1 0 0,1 1 0,0-1 0,3 20 0,-2-28 0,1 0 0,-1-1 0,1 1 0,0-1 0,0 0 0,1 1 0,0-1 0,0 0 0,0 0 0,0-1 0,1 1 0,-1-1 0,1 0 0,1 0 0,-1 0 0,0 0 0,1-1 0,0 1 0,0-1 0,8 4 0,-1-2 0,1-1 0,0 0 0,1-1 0,-1 0 0,1-1 0,-1 0 0,1-1 0,0-1 0,-1 0 0,1-1 0,14-2 0,15-5 0,1-1 0,47-18 0,38-19-199,-2-6 0,-3-6 0,-2-4 0,199-139 0,-258 157-41,-3-4 0,-1-2 0,-3-2 0,91-112 1,-63 50-5758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29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1 24575,'-6'427'-292,"-27"-2"-250,-19-79 362,4-34 193,40-227-13,7-84 3,1 1-1,0 0 1,0-1-1,0 1 1,0 0-1,0-1 1,0 1-1,0 0 1,1-1-1,-1 1 1,0 0-1,1-1 1,0 1-1,-1-1 1,1 1-1,0-1 1,0 1-1,0-1 1,1 3-1,0-4-47,-1 0 0,0 0 0,0-1 0,1 1 0,-1 0 0,0 0 0,0-1 0,1 1 0,-1-1 0,0 1 0,0-1 0,0 1 0,0-1 0,0 0 0,0 1 0,0-1 0,0 0 0,0 0 0,0 0 0,0 0 0,0 0 0,-1 0 0,1 0 0,0-1 0,18-21-1748,-2-1 1,24-44-1,-19 31 1894,60-102-411,99-159-1898,16 16 712,-164 241 2312,2 1 0,2 2 1,1 2-1,2 1 0,1 2 1,70-43-1,-22 23 4142,4 2-3776,-47 27-1799,1 2-1,52-16 1,-64 28-6209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29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1 729 24575,'44'-73'0,"3"2"0,80-92 0,-87 119 0,3 2 0,1 2 0,1 1 0,65-41 0,-65 52 0,1 1 0,1 2 0,0 2 0,2 3 0,99-28 0,-143 46 0,0 1 0,0 0 0,0 1 0,0-1 0,0 1 0,0 0 0,0 0 0,0 0 0,0 1 0,0 0 0,6 1 0,-10-1 0,1-1 0,-1 1 0,1 0 0,-1 0 0,0 0 0,1 0 0,-1 0 0,0 0 0,0 0 0,0 1 0,0-1 0,0 0 0,0 0 0,1 3 0,0-1 0,-1 1 0,0-1 0,0 0 0,-1 0 0,1 0 0,-1 1 0,0-1 0,1 0 0,-2 5 0,0 5 0,0 0 0,-2 0 0,1 0 0,-2 0 0,-5 16 0,-34 65 0,-5-7-295,-89 122-1,-78 68-506,152-198 737,-32 40-27,-99 128-199,182-232 291,-16 32 0,27-46 0,0 1 0,0-1 0,1 1 0,-1-1 0,0 1 0,1 0 0,-1-1 0,1 1 0,0 0 0,-1 0 0,1-1 0,0 1 0,0 0 0,0 0 0,1 3 0,0-5 0,-1 1 0,1 0 0,0-1 0,-1 1 0,1-1 0,0 1 0,0-1 0,0 1 0,0-1 0,0 1 0,-1-1 0,1 0 0,0 0 0,0 1 0,0-1 0,0 0 0,0 0 0,0 0 0,0 0 0,0 0 0,0 0 0,0 0 0,0 0 0,0-1 0,0 1 0,0 0 0,-1-1 0,1 1 0,2-1 0,23-8 230,0-1 0,0-1 0,30-18 0,-23 11 41,208-112-800,403-291-1,-554 353-5952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0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1 415 24575,'0'-2'0,"1"0"0,0 1 0,0-1 0,0 1 0,0-1 0,0 0 0,1 1 0,-1 0 0,0-1 0,1 1 0,-1 0 0,0 0 0,1 0 0,0 0 0,1-1 0,4-3 0,29-21 0,0 1 0,46-22 0,83-32 0,134-45-3392,-227 100 2262,1 3-1,89-15 0,-161 36 1131,10-2 0,-1 1 0,1 0 0,15 0 0,-24 1 0,0 0 0,0 1 0,0-1 0,0 0 0,-1 1 0,1-1 0,0 1 0,0-1 0,-1 1 0,1 0 0,0-1 0,-1 1 0,1 0 0,0 0 0,-1 0 0,0 1 0,1-1 0,-1 0 0,0 0 0,1 1 0,-1-1 0,0 1 0,0-1 0,0 1 0,0 0 0,0 2 0,0 0 0,0 0 0,-1 0 0,1 0 0,-1 1 0,0-1 0,-1 0 0,1 0 0,-1 0 0,0 1 0,0-1 0,0 0 0,0 0 0,-1 0 0,-2 5 0,-7 11 0,-18 29 0,25-44 0,-78 109 507,-128 135 0,91-112 3522,-46 65-2937,126-149-1134,-62 109 0,97-153 42,-3 4 0,0 1 0,-9 28 0,15-39 0,0-1 0,1 1 0,-1-1 0,1 1 0,-1-1 0,1 1 0,0-1 0,0 1 0,0-1 0,0 1 0,0-1 0,1 1 0,-1-1 0,1 1 0,-1-1 0,1 1 0,0-1 0,0 1 0,0-1 0,1 0 0,-1 0 0,0 0 0,1 0 0,2 4 0,5 0 79,0-1 0,1 1 0,0-1 0,-1-1 0,1 0 1,1 0-1,16 3 0,4 2 21,-6-1-100,1 0 0,-1 2 0,-1 1 0,33 20 0,-50-27 0,-1 1 0,1 0 0,-2 0 0,1 0 0,0 1 0,-1 0 0,0 0 0,0 0 0,-1 1 0,0-1 0,0 1 0,0 0 0,-1 0 0,0 1 0,-1-1 0,1 0 0,-1 1 0,-1 0 0,0-1 0,1 10 0,-3 19 0,-1 0 0,-2 0 0,-1 0 0,-18 62 0,12-55 0,2 0 0,-7 72 0,16-111 0,0 0 0,0 1 0,0-1 0,1 0 0,-1 0 0,1 0 0,0 0 0,0 1 0,1-1 0,1 4 0,-2-6 0,0-1 0,0 1 0,0-1 0,0 0 0,1 1 0,-1-1 0,0 0 0,1 0 0,-1 0 0,0 0 0,1 0 0,0 0 0,-1 0 0,1-1 0,-1 1 0,1-1 0,0 1 0,-1-1 0,1 1 0,0-1 0,0 0 0,-1 0 0,1 0 0,0 0 0,3 0 0,4-2 0,0 0 0,0 0 0,0-1 0,0 0 0,-1 0 0,1-1 0,-1 0 0,0 0 0,0-1 0,0 0 0,10-10 0,-3 2 0,-1 0 0,0-1 0,-1 0 0,17-26 0,-20 24-291,0 0 0,-1-1 0,-1 0 0,-1 0-1,0-1 1,-1 0 0,-1 0 0,-1-1 0,-1 1-1,2-20 1,-4 23-42,-1 0-1,-1-1 0,0 1 1,-1 0-1,0 0 1,-1 0-1,-1 0 0,0 1 1,-1-1-1,-1 1 0,0 0 1,-15-23-1,-26-31-1061,19 28 2067,-37-69 0,58 96-26,1-1 0,1 0 0,0 0 0,1 0 0,0-1 0,1 1 0,1-1 1,0 0-1,1-24 0,1 35-666,0 0 0,1 1 1,0-1-1,-1 0 1,1 1-1,1-1 1,-1 0-1,0 1 1,1-1-1,0 1 1,3-5-1,8-6-6806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1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24575,'18'43'0,"1"0"0,45 70 0,-40-74 0,84 133 0,45 79 0,-132-211 0,-2 0 0,-2 2 0,-1 0 0,13 63 0,-24-79 0,-4-18 0,0-1 0,0 1 0,1-1 0,0 0 0,1 0 0,4 10 0,-7-16 0,1 0 0,-1-1 0,1 1 0,-1 0 0,0-1 0,1 1 0,0 0 0,-1-1 0,1 1 0,-1-1 0,1 1 0,0-1 0,-1 1 0,1-1 0,0 0 0,0 1 0,-1-1 0,1 0 0,0 0 0,0 1 0,0-1 0,-1 0 0,1 0 0,0 0 0,0 0 0,0 0 0,-1 0 0,1 0 0,1 0 0,1-1 0,-1 0 0,1 0 0,0 0 0,-1-1 0,1 1 0,-1-1 0,4-2 0,17-15-1099,-1-1-1,34-39 0,-9 8-1254,353-324 1223,-365 343 897,-11 8-939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1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296 148 24575,'-101'96'0,"-43"45"0,95-85 0,48-54 0,1-1 0,0 0 0,-1 1 0,1-1 0,0 1 0,0-1 0,0 0 0,0 1 0,1-1 0,-1 1 0,0-1 0,0 0 0,1 1 0,-1-1 0,1 0 0,-1 1 0,2 1 0,4 17 0,-15 86 0,8-105 0,1 0 0,0 0 0,0 0 0,0 0 0,0 0 0,0 0 0,0-1 0,0 1 0,0 0 0,1 0 0,-1 0 0,0 0 0,0 0 0,1-1 0,-1 1 0,0 0 0,1 0 0,-1 0 0,1-1 0,-1 1 0,1 0 0,0-1 0,-1 1 0,1 0 0,0-1 0,-1 1 0,1-1 0,0 1 0,-1-1 0,1 1 0,0-1 0,0 0 0,0 1 0,-1-1 0,1 0 0,0 0 0,0 0 0,0 1 0,0-1 0,0 0 0,0 0 0,-1 0 0,3-1 0,2 0 0,1 0 0,-1-1 0,0 0 0,0 0 0,0 0 0,6-4 0,97-59 0,106-85 0,13-9 0,-152 113 0,125-58 0,-163 89 0,-1 1 0,2 1 0,0 3 0,0 1 0,76-8 0,-103 17 0,1 0 0,0 0 0,0 1 0,0 0 0,-1 1 0,1 1 0,-1 0 0,0 0 0,1 1 0,-1 1 0,-1 0 0,1 0 0,-1 1 0,0 0 0,0 1 0,13 11 0,-15-11-29,64 56-2108,-62-54 1556,-1 1 0,-1 0 0,1 0-1,-2 1 1,9 14 0,-15-21 518,1-1 1,-1 0-1,1 0 1,-1 1-1,0-1 1,0 1-1,-1-1 1,1 1-1,-1-1 0,0 1 1,0 0-1,0-1 1,0 1-1,0-1 1,-1 1-1,-2 6 1,1-5 45,0 1 0,-1-1 1,0 0-1,0 0 0,0-1 1,0 1-1,-1-1 0,0 1 1,-8 5-1,-7 5 37,-1-1 0,0-1 0,-1-1-1,-24 10 1,-120 50-842,-97 15 3759,-183 9 1039,349-83-5226,27-6-4998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2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524 1 24575,'-3'0'0,"-10"3"0,-6 7 0,-8 17 0,-9 30 0,-14 36 0,-3 18 0,-9 28 0,4 5 0,-3 3 0,5-12 0,10-19 0,15-31 0,22-37 0,22-34 0,8-19-8191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2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2317 1 24575,'9'1'0,"0"0"0,0 1 0,0 0 0,0 0 0,0 1 0,15 8 0,1-1 0,56 17 0,62 26 0,-139-51 0,1 0 0,-1 0 0,0 0 0,1 1 0,-1 0 0,-1 0 0,1 0 0,4 4 0,-7-6 0,0 1 0,0 0 0,0-1 0,0 1 0,0 0 0,0 0 0,0-1 0,-1 1 0,1 0 0,-1 0 0,1 0 0,-1 0 0,0 0 0,1 0 0,-1 0 0,0 0 0,0 0 0,-1 0 0,1 0 0,0 0 0,-1 0 0,1 0 0,-2 2 0,-4 10 0,-1-1 0,-1 1 0,0-1 0,-1-1 0,0 0 0,-22 22 0,-19 16 0,-2-2 0,-68 47 0,-75 44-382,-620 356-3720,810-492 4062,-1251 676-405,1165-637 445,69-35-41,21-7 40,1 0 0,0 0 0,0 0 0,0 0 0,-1 0-1,1 0 1,0 0 0,0 0 0,-1 0 0,1 0 0,0 0 0,0 0 0,0 0 0,-1 0-1,1 0 1,0 0 0,0 0 0,0 0 0,-1 0 0,1 0 0,0 0 0,0 0 0,0 0 0,-1 0-1,1-1 1,0 1 0,0 0 0,0 0 0,0 0 0,-1 0 0,1-1 0,0 1 0,0 0 0,0 0-1,0 0 1,0-1 0,0-1 35,1 0 0,0 0 0,1 1 0,-1-1 0,0 0 0,1 0 0,-1 1 0,0-1 0,1 1 0,0-1 0,3-1 0,45-35 485,2 2 0,105-52 0,-113 64-444,589-261 1626,21 70-4183,-421 149-1917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2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 24575,'-69'154'0,"-2"7"0,-24 129 0,78-220 0,3 0 0,-6 93 0,20-131 0,0 1 0,3-1 0,0 1 0,2-1 0,2 0 0,0-1 0,3 1 0,0-2 0,20 41 0,-28-67 0,2 5 0,0 0 0,1 0 0,0-1 0,6 8 0,-10-14 0,0-1 0,1 1 0,-1-1 0,1 1 0,-1-1 0,1 0 0,-1 1 0,1-1 0,-1 0 0,1 0 0,0 0 0,0 0 0,0-1 0,-1 1 0,1 0 0,0-1 0,0 0 0,0 1 0,0-1 0,0 0 0,0 0 0,0 0 0,0 0 0,0 0 0,0 0 0,2-1 0,32-15-1365,1-8-5461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3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24575,'0'15'0,"0"17"0,6 21 0,8 10 0,5 1 0,4-2 0,6-8 0,-1-10 0,3-13 0,-3-12 0,-2-9 0,-5-9 0,-5-10 0,-3-5-8191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3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1 304 24575,'0'-1'0,"0"-1"0,1 1 0,-1 0 0,1 0 0,-1 0 0,1 0 0,-1 0 0,1 0 0,-1 0 0,1 0 0,0 0 0,0 0 0,-1 0 0,1 0 0,0 0 0,0 1 0,0-1 0,0 0 0,2 0 0,27-14 0,-19 9 0,-6 4 0,244-123 0,7 19 0,-250 104 0,9-4 0,0 1 0,1 0 0,0 2 0,0 0 0,22-2 0,-36 5 0,0 0 0,0 0 0,-1 0 0,1 0 0,0 0 0,0 0 0,0 1 0,0-1 0,0 1 0,0-1 0,0 1 0,0 0 0,0 0 0,-1 0 0,1 0 0,0 0 0,-1 0 0,1 0 0,-1 1 0,3 2 0,-3-2 0,0 0 0,0 0 0,0 0 0,-1 0 0,1 0 0,-1 0 0,1 0 0,-1 1 0,0-1 0,0 0 0,0 0 0,0 0 0,0 1 0,0-1 0,-2 4 0,-2 8 0,-1 0 0,0 0 0,-1 0 0,-12 19 0,-62 95 0,-105 127 0,48-71 0,117-155 0,-157 231 0,150-210 0,27-49 0,-1-1 0,1 1 0,-1 0 0,1 0 0,0 0 0,-1 0 0,1 0 0,0 0 0,0 0 0,-1 0 0,1 0 0,0-1 0,0 1 0,0 0 0,0 0 0,0 0 0,1 0 0,-1 0 0,0 0 0,1 2 0,0-3 0,-1 0 0,1 1 0,0-1 0,0 0 0,0 0 0,-1 0 0,1 0 0,0 0 0,0 0 0,0 0 0,0 0 0,-1 0 0,1 0 0,0 0 0,0-1 0,0 1 0,-1 0 0,1 0 0,0-1 0,0 1 0,-1-1 0,2 0 0,20-11 0,1-1 0,-2-2 0,0 0 0,33-32 0,-20 18 0,284-226-1365,-261 212-5461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3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1 528 24575,'3'0'0,"4"-6"0,6-5 0,11-16 0,13-6 0,6-3 0,2-2 0,14-15 0,3-5 0,-3 1 0,-5 8 0,-6 6 0,-9 5 0,-4-4 0,-8 6-8191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4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 24575,'0'52'0,"3"1"0,3-1 0,13 62 0,-15-95 0,68 370 0,-59-252 0,-7 187 0,-10-248 0,-3 0 0,-4 0 0,-40 145 0,35-174-455,-1-1 0,-41 74 0,12-44-6371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4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1 283 24575,'2'-1'0,"0"1"0,-1-1 0,1 0 0,0 0 0,0 0 0,0 0 0,-1 0 0,1 0 0,-1 0 0,1 0 0,1-2 0,7-5 0,42-23 0,1 2 0,1 3 0,2 2 0,103-30 0,-41 24 0,161-19 0,-247 45 0,87-10 0,-101 14 0,1 0 0,-1 0 0,1 2 0,23 5 0,-38-7 0,0 1 0,0 1 0,0-1 0,0 1 0,0-1 0,0 1 0,-1 0 0,1 0 0,-1 1 0,1-1 0,-1 1 0,0 0 0,0 0 0,0 0 0,-1 0 0,1 0 0,-1 0 0,1 1 0,-1 0 0,0-1 0,0 1 0,-1 0 0,1 0 0,-1 0 0,0 0 0,1 7 0,0 6 0,0 1 0,-2 0 0,0 0 0,-5 34 0,2-25 0,-1 7 0,2-24 0,0 0 0,1 0 0,0 0 0,1 0 0,1 0 0,1 15 0,-2-25 0,0 1 0,0-1 0,0 1 0,1 0 0,-1-1 0,0 1 0,0-1 0,1 1 0,-1-1 0,0 1 0,0-1 0,1 1 0,-1-1 0,0 1 0,1-1 0,-1 0 0,1 1 0,-1-1 0,1 1 0,-1-1 0,1 0 0,-1 1 0,1-1 0,-1 0 0,1 0 0,-1 0 0,1 1 0,-1-1 0,2 0 0,-1 0 0,0 0 0,1 0 0,-1-1 0,0 1 0,1 0 0,-1-1 0,0 1 0,1-1 0,-1 1 0,0-1 0,0 0 0,2-1 0,29-27 0,-4-4-682,32-48-1,-14 11-6143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4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61 24575,'-6'1'0,"1"0"0,-1 0 0,1 0 0,-1 1 0,1 0 0,0 0 0,0 0 0,0 1 0,0 0 0,0 0 0,-4 4 0,-10 5 0,-29 19 0,-81 71 0,102-77 0,0 2 0,1 1 0,-40 59 0,61-80 0,0 1 0,0 0 0,1 0 0,0 1 0,-5 15 0,9-23 0,0 0 0,-1 1 0,1-1 0,0 1 0,0-1 0,0 1 0,0-1 0,0 1 0,0-1 0,1 1 0,-1-1 0,0 1 0,1-1 0,-1 1 0,1-1 0,0 0 0,0 2 0,1-1 0,-1-1 0,0 0 0,1 1 0,0-1 0,-1 0 0,1 0 0,-1 0 0,1 0 0,0 0 0,0 0 0,0-1 0,0 1 0,-1-1 0,1 1 0,0-1 0,3 1 0,9 0 0,-1-1 0,0 0 0,0 0 0,0-2 0,0 1 0,0-2 0,0 0 0,19-7 0,0-2 0,-1-1 0,34-20 0,-36 16 0,0-1 0,-2-1 0,46-41 0,-61 48 0,0 0 0,-1 0 0,-1-1 0,0 0 0,-1-1 0,0 0 0,-1-1 0,0 0 0,8-25 0,-14 35-242,-1 0 0,0 0-1,0 0 1,0 0 0,0 0 0,-1 0-1,0 0 1,0 0 0,0 0-1,-1 0 1,0 0 0,0 0 0,-3-9-1,3 10 31,-1 0 0,-1 1 0,1-1 0,-1 0 0,1 1 0,-1 0 0,0 0 0,0-1 0,-1 2 0,1-1 0,0 0 0,-1 1 0,0-1 0,0 1 0,-7-3 0,-2 0 216,-1 0 0,1 1 1,-1 0-1,-24-2 0,30 5-30,0 0 1,-1 1-1,1 0 1,0 0-1,-1 1 1,1 0-1,0 0 1,0 1-1,-11 4 1,1 3-1148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24575,'0'6'0,"6"32"0,2 16 0,9 19 0,10 18 0,4 3 0,2 7 0,-1-5 0,0-2 0,-6-9 0,-7-11 0,-7-13 0,-5-9 0,-4-6 0,-3-7 0,-1-7 0,-6-6 0,-2-8-8191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5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1 24575,'-26'71'0,"-17"79"0,31-105 0,11-40 0,-32 134 0,29-116 0,1-1 0,1 0 0,1 1 0,2 30 0,0-48 0,0 1 0,0-1 0,0 1 0,1-1 0,-1 1 0,2-1 0,-1 0 0,0 0 0,1 0 0,0 0 0,0 0 0,1-1 0,-1 1 0,1-1 0,0 0 0,0 0 0,0 0 0,1-1 0,-1 1 0,1-1 0,0 0 0,0 0 0,0-1 0,7 3 0,3 0 0,0-1 0,0 0 0,1-1 0,-1-1 0,1 0 0,-1-1 0,29-2 0,-19-1-195,0-1 0,0-2 0,0 0 0,-1-2 0,0 0 0,40-19 0,0-6-6631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5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24575,'0'0'0,"0"-1"0,0 1 0,0 0 0,0 0 0,0 0 0,0 0 0,0-1 0,0 1 0,0 0 0,0 0 0,0 0 0,0-1 0,0 1 0,0 0 0,0 0 0,0 0 0,0 0 0,1-1 0,-1 1 0,0 0 0,0 0 0,0 0 0,0 0 0,0-1 0,0 1 0,1 0 0,-1 0 0,0 0 0,0 0 0,0 0 0,0 0 0,1 0 0,-1 0 0,0 0 0,0 0 0,0-1 0,1 1 0,-1 0 0,9 4 0,11 9 0,-19-12 0,7 4 0,0 0 0,-1-1 0,2 0 0,-1 0 0,0-1 0,1 0 0,-1-1 0,1 0 0,0 0 0,0 0 0,-1-2 0,1 1 0,0-1 0,16-1 0,9-3 0,0-2 0,47-13 0,-75 17 0,11-3 0,-9 2 0,0 1 0,1 0 0,-1 1 0,1-1 0,10 1 0,-17 1 0,1 0 0,-1 0 0,0 1 0,0-1 0,1 1 0,-1-1 0,0 1 0,0 0 0,0 0 0,0 0 0,0 0 0,0 0 0,0 1 0,0-1 0,-1 1 0,1-1 0,0 1 0,-1-1 0,1 1 0,-1 0 0,1 0 0,-1 0 0,0 0 0,2 3 0,3 11 0,1 0 0,-2 1 0,0 0 0,3 21 0,5 72 0,-12-100 0,9 223 0,-9-130 0,-1-99-136,0 1-1,0-1 1,1 0-1,-1 0 1,1 0-1,0 0 1,0 0-1,0 0 0,3 5 1,3 0-6690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1 137 24575,'3'0'0,"4"0"0,4 0 0,3 0 0,8-3 0,3-4 0,4-4 0,-1-3 0,5-8 0,2-3 0,-2-4 0,-6 4-8191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6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24575,'3'41'0,"1"1"0,3-1 0,21 75 0,-3-12 0,10 83 0,14 240 0,-26-127-1365,-20-271-5461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7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1411 1 24575,'-62'53'0,"3"2"0,-76 91 0,-79 149 0,-123 329-1936,14 129 861,52 12 496,270-763 579,-8 27 0,23-49 0,51-88 314,110-140 0,-134 198-80,3 1-1,1 2 1,3 2-1,85-62 0,-113 93 66,0 1 1,1 1-1,0 1 0,0 1 0,38-13 0,-54 22-299,-1 0 0,1 0 0,0 0 0,0 0 0,0 1 0,0 0 0,0 0 0,-1 0 0,1 0 0,0 1 0,0 0 0,0 0 0,0 0 0,-1 1 0,9 3 0,-7-1 0,-1-1 0,1 2 0,-1-1 0,0 1 0,0 0 0,0 0 0,0 0 0,-1 1 0,0-1 0,5 10 0,18 38 0,-2 1 0,28 87 0,-40-105 0,1 10 0,-10-30 0,1-1 0,12 27 0,-16-41 0,-1 0 0,1 1 0,0-1 0,0 0 0,-1 0 0,1 0 0,0 0 0,0-1 0,0 1 0,0 0 0,0 0 0,0-1 0,0 1 0,1 0 0,-1-1 0,0 1 0,0-1 0,0 1 0,1-1 0,-1 0 0,0 1 0,0-1 0,1 0 0,-1 0 0,0 0 0,0 0 0,1 0 0,-1 0 0,0-1 0,1 1 0,-1 0 0,1-1 0,5-1 0,0-1 0,-1 0 0,1 0 0,8-6 0,-11 7 0,34-23 0,68-58 0,27-41 0,-77 70 0,85-81-1365,-116 112-5461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7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 1 24575,'-38'40'0,"2"2"0,1 1 0,3 2 0,1 2 0,3 0 0,-33 74 0,54-107 0,1 1 0,0 1 0,1-1 0,-5 27 0,10-40 0,0 0 0,0 0 0,0 0 0,0 0 0,0-1 0,0 1 0,0 0 0,0 0 0,1 0 0,-1 0 0,1-1 0,-1 1 0,1 0 0,0 0 0,0-1 0,0 1 0,0-1 0,0 1 0,0-1 0,0 1 0,3 1 0,-2-1 0,1 0 0,-1-1 0,1 1 0,0-1 0,0 0 0,0 0 0,0 0 0,0 0 0,0 0 0,0-1 0,6 1 0,3-1 0,1 0 0,-1-1 0,1 0 0,-1-1 0,16-5 0,-15 3 0,-1 0 0,1-1 0,-1 0 0,-1-1 0,1 0 0,-1-1 0,0 0 0,18-16 0,-24 19 0,-1-1 0,1 0 0,-1 0 0,0 0 0,0 0 0,0-1 0,-1 0 0,0 1 0,0-1 0,0-1 0,-1 1 0,0 0 0,0 0 0,-1-1 0,1 1 0,-1-1 0,-1 0 0,1 1 0,-2-9 0,1 13-54,0 0-1,-1-1 0,0 1 1,1 0-1,-1 0 1,0 0-1,0-1 0,0 1 1,0 0-1,0 0 1,-1 1-1,1-1 0,-1 0 1,1 0-1,-1 1 0,1-1 1,-1 0-1,0 1 1,0 0-1,0-1 0,0 1 1,0 0-1,0 0 1,-3-1-1,-6-3-6771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8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24575,'3'3'0,"4"13"0,10 24 0,4 33 0,9 34 0,4 44 0,0 14 0,1 6-850,-7-8 850,-5-2 0,-5-13 0,-4-23 0,-1-30 209,-3-30-7759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8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1 24575,'-13'62'0,"3"1"0,-2 90 0,10-117 0,1-26 0,-11 389 0,14-346 0,2 1 0,3-2 0,2 1 0,2-1 0,27 76 0,-32-111 0,1-1 0,0 0 0,1 0 0,1-1 0,0 0 0,1 0 0,0-1 0,20 19 0,-29-31 0,0-1 0,1 0 0,-1 0 0,1 1 0,-1-1 0,1 0 0,0 0 0,0-1 0,-1 1 0,1 0 0,3 0 0,-5-1 0,1 0 0,-1 1 0,1-1 0,0 0 0,-1 0 0,1-1 0,0 1 0,-1 0 0,1 0 0,0 0 0,-1 0 0,1-1 0,-1 1 0,1 0 0,0 0 0,-1-1 0,1 1 0,-1 0 0,1-1 0,-1 1 0,1-1 0,0 0 0,0-1 0,0-1 0,1 1 0,-1-1 0,-1 1 0,1 0 0,0-1 0,0 0 0,-1 1 0,0-1 0,1 1 0,-1-1 0,0 0 0,0 1 0,-1-5 0,0-1 0,-1 0 0,1 0 0,-1 0 0,-1 0 0,0 0 0,0 0 0,0 1 0,-1-1 0,0 1 0,0 0 0,-8-9 0,10 14 0,0-1 0,0 1 0,0 0 0,-1 0 0,1 0 0,-1 0 0,1 0 0,-1 0 0,0 1 0,1-1 0,-1 1 0,0 0 0,0 0 0,0 0 0,0 0 0,0 0 0,-1 1 0,1-1 0,0 1 0,0 0 0,0 0 0,0 0 0,-1 0 0,1 1 0,0-1 0,0 1 0,0 0 0,0 0 0,0 0 0,0 0 0,0 0 0,-4 3 0,-5 4 0,1 0 0,0 0 0,0 1 0,-15 17 0,-36 46 0,43-48 0,5-7 0,1 1 0,0 0 0,1 1 0,1 1 0,1-1 0,1 2 0,1-1 0,1 1 0,0 1 0,2-1 0,0 1 0,-3 43 0,8-60 0,0 0 0,0-1 0,0 1 0,1-1 0,0 1 0,-1 0 0,2-1 0,-1 1 0,0-1 0,3 5 0,-3-7 0,0-1 0,0 1 0,1-1 0,-1 1 0,0-1 0,1 0 0,-1 0 0,0 0 0,1 0 0,0 0 0,-1 0 0,1 0 0,-1 0 0,1 0 0,0-1 0,0 1 0,-1-1 0,1 1 0,0-1 0,0 0 0,0 0 0,0 0 0,-1 0 0,1 0 0,0 0 0,0 0 0,3-1 0,13-4 0,1 0 0,-1-1 0,-1-1 0,1-1 0,-1 0 0,20-13 0,1-1 0,198-115-1365,-113 60-5461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9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402 1 24575,'-13'7'0,"0"1"0,1 0 0,0 1 0,0 0 0,1 0 0,-10 12 0,0 3 0,-33 50 0,20-20 0,2 2 0,3 1 0,2 2 0,3 1 0,3 0 0,2 2 0,3 0 0,-8 66 0,20-104 0,2 0 0,1 1 0,1-1 0,1 0 0,1 0 0,9 40 0,-9-55 0,1 0 0,0 0 0,0 0 0,1 0 0,0 0 0,0-1 0,1 0 0,0 0 0,1 0 0,0 0 0,0-1 0,0 0 0,1 0 0,0-1 0,1 0 0,-1 0 0,1-1 0,0 0 0,16 7 0,-4-5 0,-1 0 0,2-2 0,-1-1 0,0 0 0,1-2 0,0 0 0,0-2 0,-1 0 0,1-1 0,30-5 0,-22 1 0,-1-2 0,1 0 0,-2-2 0,1-1 0,-1-1 0,49-29 0,-64 33 0,-1 0 0,1-1 0,-1-1 0,-1 0 0,0 0 0,0-1 0,-1 0 0,0-1 0,-1 0 0,0 0 0,0-1 0,-1 0 0,-1 0 0,0-1 0,7-24 0,-7 9 0,-1 0 0,-2 0 0,0 0 0,-2-1 0,-2 1 0,0 0 0,-2 0 0,-7-35 0,2 28 0,-1 2 0,-1-1 0,-2 1 0,-2 1 0,-1 0 0,-24-39 0,6 26-1365,6 16-5461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9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24575,'1'0'0,"0"1"0,1-1 0,-1 0 0,0 1 0,0-1 0,0 1 0,0 0 0,0-1 0,0 1 0,0 0 0,0 0 0,0 0 0,0 0 0,0 0 0,-1 0 0,1 0 0,0 0 0,0 1 0,15 27 0,-11-20 0,418 811 0,-312-590 0,-108-224 0,17 28 0,-19-34 0,-1 1 0,1-1 0,-1 1 0,0 0 0,1-1 0,-1 1 0,1-1 0,-1 1 0,1-1 0,-1 1 0,1-1 0,0 0 0,-1 1 0,1-1 0,0 0 0,-1 1 0,1-1 0,0 0 0,-1 0 0,1 0 0,0 0 0,-1 1 0,1-1 0,0 0 0,0 0 0,-1 0 0,1 0 0,0-1 0,-1 1 0,1 0 0,0 0 0,-1 0 0,1 0 0,0-1 0,-1 1 0,1 0 0,0-1 0,-1 1 0,1-1 0,-1 1 0,1 0 0,-1-1 0,2 0 0,5-8 0,-1-1 0,0 1 0,-1-1 0,8-18 0,-3 7 0,39-74 0,4 3 0,123-162 0,-166 240 0,20-23 0,-28 35 0,0 0 0,0 0 0,0 0 0,0 1 0,1-1 0,-1 0 0,0 1 0,1 0 0,-1-1 0,1 1 0,0 0 0,4-1 0,-6 2 0,1 0 0,-1 0 0,0 0 0,0 0 0,0 1 0,0-1 0,0 0 0,0 1 0,1-1 0,-1 1 0,0-1 0,0 1 0,0-1 0,0 1 0,-1 0 0,1-1 0,0 1 0,0 0 0,0 0 0,1 1 0,15 25 0,-11-17 0,17 25 114,1-1 0,42 44 0,-51-62-358,1-1 0,0-1 0,1 0 0,0-2 1,1 0-1,32 16 0,-30-19-6582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33:39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02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24336,'1049'0'0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26.2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818 214 24575,'-54'-9'0,"-3"8"0,15 1 0,1-1 0,-76-13 0,-54-22 0,136 34 0,30 2 0,1 0 0,-1 0 0,0-1 0,1 1 0,-1-1 0,0 0 0,1 0 0,-1-1 0,1 1 0,0-1 0,-7-4 0,-3-1 0,0 1 0,0 0 0,0 1 0,0 0 0,-1 1 0,0 1 0,-20-2 0,-43-12 0,76 16 0,0 0 0,0 0 0,1 0 0,-1 0 0,1 0 0,-1 0 0,1-1 0,-1 1 0,1 0 0,0-1 0,0 1 0,0-1 0,0 0 0,0 1 0,0-1 0,0 0 0,0 0 0,1 0 0,-1 1 0,0-1 0,1 0 0,0 0 0,0 0 0,-1 0 0,1 0 0,0 0 0,0 0 0,1 0 0,-1 0 0,0 0 0,1 1 0,0-4 0,-1 4 0,1 0 0,-1 0 0,1 0 0,0 0 0,-1 0 0,1 0 0,0 0 0,-1 0 0,1 0 0,0 1 0,0-1 0,0 0 0,0 0 0,0 1 0,0-1 0,0 1 0,0-1 0,0 1 0,0-1 0,0 1 0,0 0 0,0-1 0,0 1 0,2 0 0,32-3 0,-30 2 0,277 1 0,-132 1 0,-33 8 0,-9-1 0,-46-7-1365,-52-1-5461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38.1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528 10 24575,'-389'0'0,"314"-9"0,22 9-1365,43 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39.6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404 1 24575,'-394'0'-1365,"385"0"-5461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42.3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812 35 23619,'-811'-35'0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57.7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301 1 24575,'-64'-1'0,"-67"2"0,126 0 0,0-1 0,1 1 0,-1-1 0,0 2 0,1-1 0,-1 0 0,1 1 0,0 0 0,-1 0 0,1 0 0,0 0 0,0 1 0,0-1 0,1 1 0,-1 0 0,0 1 0,1-1 0,0 0 0,0 1 0,0 0 0,0 0 0,1 0 0,0 0 0,-1 0 0,2 0 0,-1 0 0,0 1 0,1-1 0,0 1 0,0-1 0,0 1 0,0 0 0,1-1 0,0 10 0,0-10 0,0-1 0,0 1 0,0 0 0,1-1 0,0 1 0,-1 0 0,1-1 0,1 1 0,-1-1 0,0 0 0,1 1 0,3 4 0,-3-6 0,-1 0 0,1 0 0,0-1 0,0 1 0,0-1 0,0 1 0,0-1 0,0 0 0,0 0 0,1 0 0,-1 0 0,0 0 0,1-1 0,-1 1 0,1 0 0,-1-1 0,0 0 0,1 0 0,4 0 0,3 1 0,1-1 0,-1-1 0,1 0 0,-1 0 0,0-1 0,1 0 0,-1-1 0,15-6 0,-12 3 0,-1 2 0,1 0 0,-1 0 0,1 1 0,0 1 0,0 0 0,0 1 0,25 0 0,-37 1 0,1 0 0,0 0 0,0 0 0,0 0 0,0 0 0,0 0 0,-1 1 0,1-1 0,0 1 0,0-1 0,-1 1 0,1 0 0,0 0 0,-1 0 0,1 0 0,-1 0 0,1 0 0,-1 0 0,3 2 0,-3 0 0,0-1 0,1 1 0,-1-1 0,-1 1 0,1-1 0,0 1 0,-1 0 0,1 0 0,-1-1 0,0 1 0,1 0 0,-2 4 0,1-2 0,0-1 0,0 1 0,-1-1 0,0 0 0,0 0 0,0 1 0,0-1 0,0 0 0,-1 0 0,0 0 0,0 0 0,0 0 0,0-1 0,-1 1 0,0-1 0,1 1 0,-1-1 0,0 0 0,-1 0 0,1 0 0,-6 3 0,-61 56 0,47-43 0,-31 32 0,18-16 0,34-34 0,0 1 0,0 0 0,1 1 0,-1-1 0,0 0 0,1 0 0,-1 1 0,1-1 0,-1 1 0,1-1 0,0 1 0,0 0 0,1-1 0,-1 1 0,0 0 0,1-1 0,0 1 0,-1 0 0,1 0 0,1 3 0,-1-4 0,1 1 0,-1-1 0,1 0 0,0 1 0,0-1 0,0 0 0,1 0 0,-1 0 0,0 0 0,1 0 0,-1 0 0,1 0 0,0 0 0,0 0 0,-1-1 0,1 1 0,0-1 0,0 1 0,1-1 0,-1 0 0,0 0 0,0 0 0,4 1 0,2 1 0,0-1 0,0 0 0,1 0 0,-1-1 0,1 0 0,-1 0 0,10-1 0,-12 0 0,-1-1 0,0 1 0,0-1 0,1 0 0,-1-1 0,0 1 0,0-1 0,0 0 0,-1 0 0,1-1 0,0 1 0,6-6 0,4-4 0,1 0 0,28-17 0,-36 26 0,-1-1 0,0 1 0,1 1 0,0-1 0,-1 1 0,1 0 0,0 1 0,0 0 0,11 0 0,-15 1 0,0 0 0,-1 0 0,1 0 0,-1 0 0,1 0 0,-1 1 0,0-1 0,1 1 0,2 1 0,-5-1 0,0 0 0,0 0 0,0 0 0,0-1 0,0 1 0,0 0 0,0 0 0,0 0 0,-1 0 0,1 1 0,0-1 0,-1 0 0,1 0 0,-1 0 0,0 0 0,1 1 0,-1-1 0,0 0 0,0 0 0,1 1 0,-1-1 0,0 0 0,0 1 0,0-1 0,-1 2 0,1 5 0,0 0 0,0-1 0,-1 1 0,0 0 0,-1 0 0,0 0 0,0-1 0,-1 1 0,0-1 0,0 1 0,0-1 0,-1 0 0,0 0 0,-1-1 0,-6 8 0,3-2 0,-1-1 0,-9 19 0,-12 19 0,11-27 0,10-12 0,0 0 0,1 1 0,0 0 0,1 0 0,-7 17 0,12-25 0,1 0 0,0 1 0,0-1 0,0 0 0,1 1 0,-1-1 0,1 1 0,0-1 0,0 1 0,0-1 0,1 1 0,-1-1 0,1 1 0,0-1 0,-1 1 0,2-1 0,-1 0 0,0 1 0,1-1 0,-1 0 0,1 0 0,0 0 0,0 0 0,0-1 0,1 1 0,-1 0 0,1-1 0,-1 0 0,1 1 0,0-1 0,0 0 0,0 0 0,0-1 0,0 1 0,0-1 0,0 1 0,1-1 0,-1 0 0,0 0 0,1 0 0,-1-1 0,1 1 0,-1-1 0,1 0 0,-1 0 0,1 0 0,-1-1 0,1 1 0,-1-1 0,1 0 0,-1 0 0,0 0 0,1 0 0,3-2 0,0-2 0,0 0 0,-1 0 0,0 0 0,0-1 0,0 0 0,-1 0 0,0-1 0,0 1 0,5-11 0,-6 10 0,0 0 0,1 1 0,0 0 0,0 0 0,0 0 0,0 0 0,1 1 0,0 0 0,0 0 0,9-5 0,-6 7 0,0 1 0,0 0 0,0 1 0,1 0 0,-1 0 0,0 1 0,0 0 0,17 3 0,8-1 0,-11-3 0,-16 0 0,1 1 0,0 0 0,-1 0 0,1 1 0,-1-1 0,1 2 0,-1-1 0,15 5 0,-21-4 0,1-1 0,-1 1 0,0-1 0,1 1 0,-1-1 0,0 1 0,0 0 0,0-1 0,0 1 0,0 0 0,0 0 0,-1 0 0,1 0 0,-1 0 0,1 0 0,-1 0 0,0 0 0,0 0 0,0 0 0,0 0 0,0 0 0,0 0 0,-1 2 0,0 7 0,0 0 0,-6 19 0,3-19 0,-1 0 0,0 0 0,-1-1 0,0 0 0,0 0 0,-11 12 0,-3 5 0,-16 8 0,-11 30 0,35-46 0,-2 0 0,-30 33 0,42-49 0,-1-1 0,1 1 0,0 0 0,-1 0 0,1 0 0,0 0 0,1 1 0,-1-1 0,1 1 0,-1-1 0,1 1 0,-1 4 0,2-6 0,0-1 0,0 0 0,0 0 0,0 1 0,0-1 0,0 0 0,0 0 0,1 0 0,-1 1 0,0-1 0,1 0 0,-1 0 0,1 0 0,0 0 0,-1 0 0,1 0 0,0 0 0,-1 0 0,1 0 0,0 0 0,0 0 0,0 0 0,0-1 0,0 1 0,0 0 0,0-1 0,0 1 0,0-1 0,0 1 0,0-1 0,1 1 0,-1-1 0,0 0 0,0 1 0,0-1 0,1 0 0,-1 0 0,0 0 0,0 0 0,2 0 0,3 0 0,0 0 0,-1 0 0,1 0 0,0-1 0,-1 0 0,1 0 0,-1 0 0,1-1 0,-1 0 0,1 0 0,-1 0 0,6-5 0,4-2 0,-1-1 0,22-22 0,-23 21 0,10-10 0,28-31 0,-46 47 0,-1-1 0,0 0 0,0 0 0,0 0 0,-1-1 0,0 1 0,0-1 0,3-10 0,-6 15 0,1 0 0,-1 0 0,1-1 0,-1 1 0,0 0 0,0 0 0,0 0 0,0 0 0,-1-1 0,1 1 0,0 0 0,-1 0 0,0 0 0,1 0 0,-1 0 0,0 0 0,0 0 0,0 0 0,0 0 0,-1 0 0,1 0 0,0 1 0,-1-1 0,1 1 0,-1-1 0,0 1 0,1-1 0,-1 1 0,0 0 0,0 0 0,0 0 0,-2-1 0,-7-2 0,0 1 0,-1 0 0,1 0 0,-1 2 0,0-1 0,-17 1 0,-3-1 0,22 1 0,1 1 0,-1 0 0,0 0 0,1 1 0,0 0 0,-1 0 0,1 1 0,0 1 0,-1 0 0,1 0 0,1 0 0,-1 1 0,1 1 0,-10 5 0,9-2 0,-1-1 0,2 1 0,-15 17 0,3-3 0,8-7 0,0 0 0,1 1 0,-11 21 0,13-22 0,8-13 0,0 0 0,0 0 0,0 0 0,0 0 0,0 1 0,0-1 0,1 0 0,-1 1 0,1-1 0,0 0 0,-1 1 0,1-1 0,0 1 0,1-1 0,-1 0 0,0 1 0,0-1 0,2 4 0,0-2 0,-1-1 0,1 0 0,0 0 0,0 1 0,0-1 0,0 0 0,1-1 0,-1 1 0,1 0 0,-1-1 0,5 3 0,0 0 0,0 0 0,1-1 0,-1 0 0,1 0 0,0 0 0,1-1 0,-1-1 0,0 1 0,13 1 0,-18-4 0,110 8 0,-104-7 0,0-1 0,0-1 0,0 1 0,0-2 0,0 1 0,0-1 0,0 0 0,-1-1 0,1 0 0,-1 0 0,0-1 0,0 0 0,0-1 0,0 0 0,-1 0 0,1 0 0,9-11 0,7-9 0,-15 15 0,0 1 0,0 0 0,18-12 0,-25 19 0,0 0 0,1 1 0,0-1 0,0 0 0,0 1 0,-1-1 0,1 1 0,0 0 0,4-1 0,-6 2 0,-1 0 0,0 0 0,1 0 0,-1 0 0,1 0 0,-1 0 0,0 0 0,1 0 0,-1 0 0,1 0 0,-1 1 0,0-1 0,1 0 0,-1 0 0,0 0 0,1 1 0,-1-1 0,0 0 0,1 0 0,-1 1 0,0-1 0,1 0 0,-1 1 0,0-1 0,0 1 0,4 19 0,-4-13 0,0 1 0,-1 0 0,0 0 0,-1-1 0,0 1 0,0-1 0,0 1 0,-1-1 0,-6 13 0,4-12 0,1 1 0,-1 0 0,-1-1 0,0 0 0,0 0 0,0-1 0,-12 10 0,16-14-94,-3 2-224,-1-1 1,1 1-1,-12 7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8:09.3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68 248 24575,'2'-1'0,"0"-1"0,0 1 0,0-1 0,0 0 0,0 1 0,0-1 0,-1 0 0,1 0 0,-1 0 0,3-4 0,2-3 0,11-12 0,24-39 0,4-5 0,-44 63 0,0 1 0,0-1 0,0 1 0,0-1 0,0 1 0,0-1 0,0 1 0,-1-1 0,1 0 0,-1 0 0,1 1 0,-1-1 0,0 0 0,1 0 0,-1 0 0,0 1 0,0-1 0,0 0 0,-1 0 0,1 0 0,0 1 0,-1-1 0,1 0 0,-1 1 0,0-1 0,1 0 0,-1 1 0,0-1 0,0 0 0,0 1 0,0 0 0,0-1 0,0 1 0,-1-1 0,1 1 0,0 0 0,-1 0 0,1 0 0,-1 0 0,1 0 0,-1 0 0,1 0 0,-1 1 0,0-1 0,1 0 0,-1 1 0,0-1 0,0 1 0,0 0 0,1 0 0,-1 0 0,0 0 0,0 0 0,0 0 0,1 0 0,-1 0 0,0 1 0,0-1 0,1 1 0,-1-1 0,0 1 0,1 0 0,-1-1 0,-1 2 0,-25 15 0,18-11 0,1-1 0,-1 2 0,-14 12 0,18-13 0,-1 1 0,1 0 0,-11 16 0,10-13 0,5-7 0,0 0 0,0 0 0,0-1 0,1 1 0,-1 1 0,1-1 0,0 0 0,0 0 0,-2 7 0,2 1 0,0-7 0,0 0 0,0 0 0,1 1 0,-1-1 0,1 0 0,1 1 0,0 6 0,0-9 0,-1 0 0,1 0 0,0-1 0,0 1 0,0 0 0,0-1 0,1 1 0,-1-1 0,0 1 0,1-1 0,-1 0 0,1 1 0,-1-1 0,1 0 0,0 0 0,0 0 0,-1 0 0,1 0 0,0-1 0,3 2 0,0 0 0,-1-1 0,1 1 0,0-1 0,0 0 0,0 0 0,0 0 0,0 0 0,0-1 0,0 0 0,0 0 0,0-1 0,0 1 0,0-1 0,0 0 0,0-1 0,0 1 0,0-1 0,-1 0 0,1 0 0,0 0 0,-1-1 0,6-4 0,3-4 0,0-1 0,-1 0 0,-1-1 0,0 0 0,11-18 0,23-27 0,-45 57 0,1 1 0,-1-1 0,0 1 0,0 0 0,1-1 0,-1 1 0,0 0 0,0-1 0,1 1 0,-1 0 0,0 0 0,1-1 0,-1 1 0,1 0 0,-1 0 0,0-1 0,1 1 0,-1 0 0,1 0 0,-1 0 0,1 0 0,-1 0 0,0 0 0,1 0 0,-1 0 0,1 0 0,-1 0 0,1 0 0,-1 0 0,1 0 0,-1 0 0,0 0 0,1 0 0,-1 0 0,1 0 0,-1 1 0,1-1 0,-1 0 0,1 1 0,0 0 0,0 1 0,0-1 0,0 1 0,0 0 0,-1-1 0,1 1 0,0 0 0,-1 0 0,1-1 0,-1 4 0,5 44 0,-6-6 0,1 55 0,0-97 0,0 0 0,0 0 0,1 0 0,-1 0 0,0 0 0,0 0 0,0 0 0,1 0 0,-1 0 0,0 0 0,1 0 0,-1 0 0,1 0 0,-1 0 0,1 0 0,0 0 0,-1-1 0,1 1 0,0 0 0,0 0 0,-1-1 0,1 1 0,0 0 0,0-1 0,0 1 0,0-1 0,1 1 0,0 0 0,0-1 0,0 0 0,0 0 0,0 0 0,0 0 0,0 0 0,0-1 0,1 1 0,-1 0 0,0-1 0,0 0 0,-1 1 0,3-2 0,2-1 0,0 0 0,0 0 0,-1-1 0,1 1 0,-1-1 0,0 0 0,0-1 0,5-6 0,69-91 0,-78 102 0,-1 0 0,0 0 0,1 0 0,-1 0 0,1 0 0,-1 0 0,1 0 0,-1 0 0,1 0 0,-1 0 0,1 0 0,-1 0 0,0 1 0,1-1 0,-1 0 0,1 0 0,-1 0 0,0 1 0,1-1 0,-1 0 0,1 0 0,-1 1 0,0-1 0,1 0 0,-1 1 0,0-1 0,0 0 0,1 1 0,-1-1 0,0 1 0,0-1 0,1 0 0,-1 1 0,0-1 0,0 1 0,0 0 0,14 23 0,-11-18 0,0 0 0,0 1 0,-1-1 0,0 0 0,-1 1 0,1-1 0,-1 1 0,0-1 0,-1 1 0,0 0 0,0-1 0,-1 13 0,0-11 0,0 0 0,1 0 0,0 0 0,1 0 0,0 0 0,0 0 0,1-1 0,2 11 0,3-1 0,-6-13 0,1 0 0,-1 0 0,1 0 0,0-1 0,0 1 0,0-1 0,3 4 0,-4-5 0,1-1 0,-1 0 0,1 0 0,0 0 0,-1 0 0,1 0 0,0 0 0,0 0 0,0 0 0,0-1 0,0 1 0,0-1 0,0 1 0,0-1 0,0 0 0,0 0 0,0 0 0,2 0 0,8 0 0,-1 0 0,1-1 0,0-1 0,0 1 0,-1-2 0,15-4 0,-22 5 0,0 0 0,0 1 0,0-2 0,-1 1 0,1 0 0,-1-1 0,0 1 0,0-1 0,0 0 0,0 0 0,0 0 0,0-1 0,-1 1 0,1 0 0,-1-1 0,0 0 0,0 0 0,-1 1 0,1-1 0,-1 0 0,1-5 0,31-84 0,-31 88 0,0-1 0,1 1 0,0 0 0,0-1 0,1 2 0,-1-1 0,1 0 0,0 1 0,0 0 0,8-7 0,-11 10 0,1 0 0,-1 0 0,0 0 0,0 1 0,1-1 0,-1 0 0,0 0 0,1 1 0,-1-1 0,1 1 0,-1-1 0,1 1 0,-1 0 0,1 0 0,-1 0 0,1 0 0,-1 0 0,1 0 0,-1 0 0,1 0 0,-1 0 0,1 1 0,-1-1 0,1 0 0,-1 1 0,1-1 0,-1 1 0,0 0 0,1 0 0,-1-1 0,0 1 0,0 0 0,1 0 0,-1 0 0,0 0 0,0 0 0,0 1 0,0-1 0,0 0 0,-1 0 0,1 1 0,0-1 0,-1 0 0,1 1 0,0 2 0,5 11 0,0 0 0,4 23 0,-2-9 0,9 59 0,-4-32 0,-8-33 0,15 42 0,-20-64 0,0-1 0,1 1 0,-1-1 0,0 1 0,1-1 0,-1 1 0,0 0 0,1-1 0,-1 1 0,1-1 0,-1 0 0,1 1 0,-1-1 0,1 1 0,0-1 0,-1 0 0,1 1 0,-1-1 0,1 0 0,0 0 0,-1 1 0,1-1 0,0 0 0,1 0 0,19-4 0,18-19 0,-36 21 0,0 0 0,0 0 0,0-1 0,0 0 0,0 1 0,0-1 0,0 0 0,-1-1 0,0 1 0,0 0 0,4-7 0,9-39 0,-12 36 0,0-3-90,-1 0-1,0 0 1,-2-31-1,0 28-912,0 11-5823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8:47.3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 4192 24575,'9'-106'0,"-4"73"0,-3 27 0,-1-1 0,1 0 0,-2 1 0,1-1 0,-1 0 0,0 1 0,0-1 0,-1 1 0,0-1 0,-2-7 0,2 12 0,0 1 0,-1-1 0,1 1 0,-1-1 0,1 1 0,-1-1 0,0 1 0,0 0 0,0 0 0,1 0 0,-1 0 0,0 0 0,0 0 0,0 0 0,-1 1 0,1-1 0,0 1 0,-4-1 0,1 0 0,1 1 0,-1-1 0,1 1 0,-1 0 0,1 0 0,-1 0 0,1 1 0,-6 1 0,7-1 0,1 0 0,-1 1 0,1-1 0,0 1 0,0 0 0,-1 0 0,1 0 0,0 0 0,1 0 0,-1 0 0,0 0 0,1 0 0,-1 1 0,-1 4 0,-15 41 0,10-25 0,3-6 0,0 1 0,-4 31 0,7-31 0,1-16 0,1 0 0,0 0 0,0 0 0,0-1 0,0 1 0,0 0 0,1 0 0,-1 0 0,0-1 0,1 1 0,0 0 0,-1-1 0,1 1 0,0 0 0,0-1 0,0 1 0,0-1 0,0 1 0,0-1 0,0 1 0,0-1 0,1 0 0,-1 0 0,0 0 0,1 1 0,-1-1 0,1-1 0,-1 1 0,1 0 0,0 0 0,-1-1 0,1 1 0,0 0 0,0-1 0,-1 0 0,3 1 0,0 0 0,1-1 0,-1 1 0,0-1 0,0 0 0,1 0 0,-1 0 0,0 0 0,0-1 0,0 0 0,0 0 0,0 0 0,0 0 0,0-1 0,7-3 0,-3 0 0,0 0 0,-1-1 0,0 0 0,0-1 0,0 1 0,5-9 0,-9 11 0,0 0 0,-1 0 0,1-1 0,-1 1 0,-1-1 0,1 1 0,0-1 0,-1 0 0,0 0 0,0 1 0,-1-1 0,1 0 0,-1-6 0,-2-29 0,1 26 0,0 1 0,1-1 0,0 0 0,1 1 0,1-1 0,0 1 0,1-1 0,4-14 0,-6 27 0,-1 0 0,0 0 0,1 0 0,-1 0 0,1 0 0,-1 0 0,1 0 0,0 0 0,-1 0 0,1 0 0,0 1 0,0-1 0,0 0 0,-1 1 0,1-1 0,2-1 0,-3 2 0,1 0 0,-1 0 0,1 0 0,0 0 0,-1 0 0,1 0 0,-1 0 0,1 0 0,-1 1 0,1-1 0,-1 0 0,1 0 0,-1 0 0,1 0 0,-1 1 0,1-1 0,-1 0 0,1 1 0,-1-1 0,0 0 0,1 1 0,-1-1 0,1 1 0,3 5 0,0-1 0,-1 1 0,1 0 0,3 9 0,3 4 0,18 8 0,-24-24 0,1 1 0,-1 0 0,1 0 0,-1 0 0,5 7 0,3 8 0,-7-9 0,2 0 0,-1-1 0,15 17 0,-19-24 0,0-1 0,-1 1 0,1-1 0,0 1 0,0-1 0,0 0 0,0 1 0,0-1 0,0 0 0,1 0 0,-1 0 0,0-1 0,0 1 0,1-1 0,-1 1 0,0-1 0,1 0 0,-1 1 0,1-1 0,-1-1 0,0 1 0,1 0 0,-1 0 0,4-2 0,-4 1 0,1-1 0,0 0 0,0 0 0,-1 0 0,1 0 0,-1-1 0,0 1 0,0-1 0,0 1 0,0-1 0,3-4 0,15-35 0,-18 32 0,-1-1 0,-1 1 0,0 0 0,0-1 0,-1 1 0,0 0 0,0-1 0,-2 1 0,1 0 0,-5-11 0,1 4 0,3 12 0,1-1 0,0 0 0,0 0 0,0 0 0,1 0 0,-1-9 0,2 14 0,0 0 0,0 0 0,0 0 0,0 0 0,0 0 0,1 0 0,-1-1 0,0 1 0,1 0 0,-1 0 0,1 0 0,-1 1 0,1-1 0,-1 0 0,1 0 0,0 0 0,0-1 0,1 1 0,-1 0 0,1 0 0,-1 0 0,1 0 0,0 1 0,-1-1 0,1 1 0,0-1 0,0 1 0,-1-1 0,1 1 0,0 0 0,0 0 0,1 0 0,0 0 0,0 0 0,0 0 0,0 0 0,-1 1 0,1-1 0,0 1 0,0 0 0,-1 0 0,1 0 0,0 0 0,-1 0 0,1 0 0,3 4 0,0-1 0,0 2 0,-1-1 0,8 10 0,14 13 0,-11-15 0,1-2 0,21 11 0,18 12 0,-48-28 0,36 22 0,-42-27 0,0 1 0,0-1 0,1 0 0,-1 0 0,0-1 0,1 1 0,-1 0 0,1-1 0,-1 0 0,1 1 0,0-1 0,-1 0 0,1 0 0,-1 0 0,1-1 0,4 0 0,-5-1 0,0 1 0,0-1 0,-1 1 0,1-1 0,0 0 0,-1 1 0,1-1 0,-1 0 0,0 0 0,1 0 0,-1-1 0,0 1 0,0 0 0,-1 0 0,1 0 0,0-1 0,-1 1 0,1-5 0,5-45 0,-6 52 0,-1-102 0,-1 71 0,1-1 0,2 1 0,9-54 0,-10 84 0,0 0 0,0-1 0,1 1 0,-1 0 0,0 0 0,1 0 0,-1 0 0,1 0 0,-1 0 0,1 0 0,-1 0 0,1 0 0,0 0 0,0 0 0,-1 0 0,1 1 0,0-1 0,0 0 0,0 0 0,0 1 0,0-1 0,0 1 0,0-1 0,0 1 0,0-1 0,0 1 0,0-1 0,0 1 0,0 0 0,0 0 0,0 0 0,1-1 0,-1 1 0,0 0 0,0 0 0,0 1 0,0-1 0,0 0 0,1 0 0,-1 0 0,0 1 0,0-1 0,0 1 0,1 0 0,7 3 0,0 0 0,0 1 0,0 0 0,10 8 0,-5-2 0,117 76 0,-118-79 0,1 2 0,23 20 0,-36-30 0,0 1 0,-1 0 0,1-1 0,-1 1 0,1 0 0,0-1 0,0 1 0,-1-1 0,1 1 0,0-1 0,0 1 0,0-1 0,0 1 0,-1-1 0,1 0 0,0 0 0,0 1 0,0-1 0,0 0 0,0 0 0,0 0 0,0 0 0,0 0 0,0 0 0,0 0 0,0-1 0,-1 1 0,1 0 0,2-1 0,-2 0 0,1 0 0,-1-1 0,0 1 0,1-1 0,-1 1 0,0-1 0,0 0 0,0 1 0,0-1 0,-1 0 0,1 1 0,0-1 0,0-3 0,2-7 0,-1 0 0,0 0 0,1-17 0,-3-129 0,-1 74 0,1 78 0,-1 0 0,0 0 0,0 0 0,-1 0 0,-1-6 0,1 7 0,0-1 0,1 0 0,-1 0 0,1-9 0,0 14 0,1 1 0,0-1 0,1 0 0,-1 1 0,0-1 0,0 0 0,0 1 0,0-1 0,0 0 0,1 1 0,-1-1 0,0 0 0,1 1 0,-1-1 0,0 1 0,1-1 0,-1 0 0,1 1 0,-1-1 0,0 1 0,1 0 0,0-1 0,-1 1 0,1-1 0,-1 1 0,2-1 0,-1 1 0,1-1 0,0 1 0,0-1 0,-1 1 0,1 0 0,0-1 0,0 1 0,0 0 0,3 1 0,0 0 0,1-1 0,-1 2 0,1-1 0,-1 1 0,10 4 0,39 20 0,-30-15 0,35 23 0,22 17 0,-80-51 0,-1 1 0,1-1 0,-1 0 0,1 1 0,-1-1 0,1 0 0,-1 1 0,1-1 0,-1 0 0,1 0 0,0 0 0,-1 0 0,1 0 0,-1 1 0,1-1 0,-1 0 0,1 0 0,0 0 0,-1-1 0,1 1 0,-1 0 0,1 0 0,-1 0 0,1 0 0,0 0 0,-1-1 0,1 1 0,-1 0 0,1-1 0,0 0 0,0 0 0,0 0 0,0 0 0,-1-1 0,1 1 0,0 0 0,-1 0 0,1-1 0,-1 1 0,1 0 0,-1-1 0,0-1 0,2-45 0,-2 42 0,-2-3 0,0 0 0,0 0 0,0 1 0,-1-1 0,-1 1 0,0 0 0,0 0 0,0 0 0,-1 0 0,-9-11 0,-13-25 0,24 38 0,-1 1 0,0-1 0,0 1 0,0 0 0,-1 0 0,0 0 0,0 0 0,0 1 0,0 0 0,-12-7 0,-9-7 0,17 11 0,1-1 0,-12-13 0,-8-9 0,27 30 0,1 0 0,0 0 0,0 0 0,0-1 0,0 1 0,0 0 0,-1 0 0,1 0 0,0 0 0,0 0 0,0 0 0,0 0 0,0 0 0,0 0 0,-1-1 0,1 1 0,0 0 0,0 0 0,0 0 0,0 0 0,0 0 0,0-1 0,0 1 0,0 0 0,0 0 0,0 0 0,0 0 0,0 0 0,0-1 0,0 1 0,0 0 0,0 0 0,0 0 0,0 0 0,0-1 0,0 1 0,0 0 0,0 0 0,0 0 0,0 0 0,0 0 0,0-1 0,0 1 0,0 0 0,0 0 0,1 0 0,-1 0 0,0 0 0,0 0 0,0-1 0,0 1 0,0 0 0,0 0 0,0 0 0,1 0 0,-1 0 0,14-2 0,19 4 0,305 58 0,-313-54 0,22 5 0,-47-11 0,1 0 0,0 0 0,-1 0 0,1 0 0,-1 0 0,1 0 0,0 0 0,-1 0 0,1 0 0,-1 0 0,1-1 0,0 1 0,-1 0 0,1 0 0,-1-1 0,1 1 0,-1 0 0,1-1 0,-1 1 0,1 0 0,-1-1 0,1 1 0,-1-1 0,0 1 0,1-1 0,-1 1 0,0-1 0,1 0 0,0-1 0,-1 1 0,0-1 0,1 1 0,-1-1 0,0 0 0,0 1 0,0-1 0,0 0 0,0 1 0,-1-3 0,0-2 0,0 0 0,-1 0 0,0 1 0,0-1 0,-4-5 0,-3-6 0,4 9 0,1 0 0,-1-1 0,0 2 0,-1-1 0,0 1 0,0-1 0,-1 2 0,1-1 0,-2 1 0,-11-9 0,-24-13 0,21 14 0,-28-16 0,38 26 0,9 3 0,1 0 0,0 1 0,0-1 0,0 0 0,-1 0 0,1 0 0,0 0 0,0 0 0,1-1 0,-1 1 0,0-1 0,0 1 0,-1-3 0,6 3 0,0 0 0,1 0 0,-1 0 0,1 1 0,-1-1 0,1 1 0,-1 0 0,5 0 0,355 1 0,-362-1 0,0 0 0,1 0 0,-1 0 0,0 0 0,1 0 0,-1 0 0,0-1 0,0 1 0,1 0 0,-1-1 0,0 1 0,0-1 0,0 1 0,2-2 0,-2 2 0,-1-1 0,0 1 0,0-1 0,1 1 0,-1 0 0,0-1 0,0 1 0,1-1 0,-1 1 0,0-1 0,0 1 0,0-1 0,0 1 0,0-1 0,0 1 0,0-1 0,0 1 0,0 0 0,0-1 0,0 1 0,0-1 0,0 1 0,0-1 0,0 1 0,-1-2 0,0 0 0,-1 0 0,1-1 0,-1 1 0,1 0 0,-1-1 0,0 1 0,0 0 0,0 1 0,0-1 0,0 0 0,-5-2 0,-5-4 0,0 1 0,-1 0 0,0 1 0,0 1 0,0 0 0,-1 1 0,1 0 0,-17-2 0,16 3 0,-1-1 0,1-1 0,0 0 0,0 0 0,1-2 0,-1 0 0,1 0 0,-17-14 0,10 8 0,-41-20 0,61 33 0,-1 0 0,1 0 0,-1 0 0,1 0 0,0 0 0,-1-1 0,1 1 0,-1 0 0,1 0 0,0 0 0,-1-1 0,1 1 0,-1 0 0,1 0 0,0-1 0,-1 1 0,1 0 0,0-1 0,-1 1 0,1-1 0,0 1 0,0 0 0,0-1 0,-1 1 0,1-1 0,0 0 0,11-3 0,34 1 0,-29 3 0,98-5 0,-26 3 0,16-7 0,-57 10 0,63-2 0,-109 1 0,0 0 0,-1 0 0,1 0 0,0 0 0,0 0 0,-1 0 0,1-1 0,0 1 0,0 0 0,-1 0 0,1-1 0,0 1 0,-1 0 0,1-1 0,-1 1 0,1-1 0,0 1 0,-1-1 0,1 1 0,-1-1 0,1 1 0,-1-1 0,1 1 0,-1-1 0,0 0 0,1 1 0,-1-1 0,0 0 0,1 0 0,-1-1 0,0 0 0,0 0 0,0 1 0,0-1 0,0 0 0,-1 0 0,1 1 0,0-1 0,-1 0 0,1 1 0,-3-4 0,-2-5 0,0 1 0,-1 0 0,-6-8 0,11 16 0,-2-3 0,0 0 0,0 0 0,0 0 0,-1 1 0,0-1 0,1 1 0,-1 0 0,0 0 0,-1 0 0,1 1 0,0-1 0,-1 1 0,1 0 0,-1 0 0,0 1 0,0 0 0,0-1 0,0 1 0,0 1 0,0-1 0,0 1 0,0 0 0,-6 1 0,-13-2 0,-1-2 0,0 0 0,-44-12 0,28 6 0,10 4 0,25 4 0,0 1 0,0-1 0,0 0 0,0-1 0,0 1 0,0-1 0,1 0 0,-1-1 0,0 1 0,1-1 0,0 0 0,-8-6 0,13 9 0,0 0 0,0 0 0,0 0 0,-1-1 0,1 1 0,0 0 0,0 0 0,0 0 0,0 0 0,0 0 0,-1-1 0,1 1 0,0 0 0,0 0 0,0 0 0,0 0 0,0-1 0,0 1 0,0 0 0,0 0 0,0 0 0,-1-1 0,1 1 0,0 0 0,0 0 0,0 0 0,0-1 0,0 1 0,0 0 0,0 0 0,0 0 0,1-1 0,-1 1 0,0 0 0,0 0 0,0 0 0,0-1 0,0 1 0,0 0 0,0 0 0,0 0 0,0 0 0,1-1 0,-1 1 0,0 0 0,0 0 0,14-4 0,19 3 0,-31 1 0,36-1 0,69-8 0,-19 2 0,-87 7 0,0 0 0,0 0 0,0 0 0,0 0 0,0 0 0,0 0 0,0 0 0,0 0 0,0-1 0,0 1 0,0 0 0,0 0 0,0-1 0,0 1 0,-1-1 0,1 1 0,0-1 0,0 1 0,0-1 0,-1 1 0,1-1 0,0 0 0,-1 0 0,1 1 0,0-1 0,-1 0 0,1 0 0,-1 1 0,1-1 0,-1 0 0,0 0 0,1 0 0,-1 0 0,0 0 0,0 0 0,1 0 0,-1 0 0,0 0 0,0 0 0,0 0 0,0 0 0,0 1 0,0-1 0,-1 0 0,1 0 0,0 0 0,0 0 0,-1 0 0,0-1 0,0-2 0,-1 0 0,0 0 0,-1 0 0,1 0 0,-1 0 0,0 0 0,0 1 0,-6-7 0,3 6 0,0 0 0,0 1 0,0-1 0,-1 2 0,1-1 0,-1 0 0,0 1 0,-7-1 0,-59-9 0,73 11 0,-28-1 0,-47 3 0,-3-1 0,77 0 0,1 0 0,0 0 0,-1 0 0,1 0 0,0 0 0,-1 0 0,1 0 0,0 0 0,-1 0 0,1 0 0,0 0 0,0 0 0,-1 0 0,1 0 0,0 0 0,-1 0 0,1 0 0,0-1 0,0 1 0,-1 0 0,1 0 0,0 0 0,-1 0 0,1-1 0,0 1 0,0 0 0,0 0 0,-1-1 0,1 1 0,8-7 0,27-7 0,-22 8 0,3-2 0,-12 6 0,0 0 0,1 0 0,-1 0 0,0 0 0,1 1 0,-1 0 0,1-1 0,-1 2 0,1-1 0,8 0 0,4 0 0,-1 0 0,0-2 0,0 0 0,15-5 0,6-1 0,-20 6 0,-1-1 0,26-11 0,-39 14 0,0-1 0,0 1 0,0-1 0,0 0 0,-1 0 0,1 0 0,0 0 0,-1 0 0,0 0 0,1-1 0,-1 1 0,0-1 0,0 0 0,-1 0 0,1 0 0,0 0 0,-1 0 0,0 0 0,0 0 0,0 0 0,0 0 0,0 0 0,-1-1 0,1 1 0,-1-7 0,0 5 0,-1 0 0,0 0 0,0-1 0,0 1 0,-1 0 0,0 0 0,0 0 0,0 0 0,0 1 0,-1-1 0,0 0 0,0 1 0,0 0 0,0 0 0,-7-6 0,5 5 0,-1 1 0,1 0 0,-1 0 0,0 1 0,0-1 0,-1 1 0,1 1 0,-10-4 0,-59-10 0,40 9 0,27 6 0,0 0 0,1 1 0,-15 0 0,16 1 0,0-1 0,0 0 0,-1 0 0,1-1 0,0 0 0,-7-1 0,13 2 0,-1 0 0,1-1 0,-1 1 0,1 0 0,-1 0 0,1-1 0,-1 1 0,1 0 0,-1 0 0,1-1 0,-1 1 0,1-1 0,0 1 0,-1 0 0,1-1 0,-1 1 0,1-1 0,0 1 0,0-1 0,-1 1 0,1-1 0,0 1 0,0-1 0,-1 1 0,1-1 0,0 1 0,0-1 0,0 1 0,0-1 0,0 0 0,0-1 0,1 0 0,-1 1 0,0-1 0,1 0 0,0 0 0,-1 1 0,1-1 0,0 1 0,1-4 0,27-28 0,-28 32 0,20-18 0,45-31 0,-54 42 0,23-11 0,-27 16 0,0-1 0,0 0 0,11-8 0,-17 10 0,0 1 0,0-1 0,0 0 0,-1 0 0,1 0 0,0 0 0,-1 0 0,0 0 0,0 0 0,1 0 0,-1 0 0,0 0 0,-1-1 0,1 1 0,0 0 0,-1-1 0,1-3 0,-1 5 0,0-1 0,0 1 0,0 0 0,0-1 0,-1 1 0,1 0 0,0-1 0,-1 1 0,1 0 0,-1 0 0,1-1 0,-1 1 0,0 0 0,1 0 0,-1 0 0,0 0 0,0 0 0,0 0 0,0 0 0,0 0 0,0 0 0,0 0 0,0 0 0,0 1 0,-1-1 0,1 1 0,0-1 0,0 0 0,-2 1 0,-6-3 0,0 0 0,0 1 0,-13-1 0,-1-1 0,9 0 0,0 2 0,-16-2 0,16 3 0,-1-1 0,-15-5 0,24 6 0,2 0 0,0 0 0,0 0 0,0-1 0,1 1 0,-7-4 0,10 5 0,-1-1 0,1 1 0,-1 0 0,1-1 0,0 1 0,-1 0 0,1-1 0,0 1 0,0 0 0,-1-1 0,1 1 0,0 0 0,0-1 0,0 1 0,-1-1 0,1 1 0,0-1 0,0 1 0,0-1 0,0 1 0,0 0 0,0-1 0,0 0 0,0 0 0,1 0 0,-1 0 0,0 0 0,1 0 0,-1 0 0,1 1 0,-1-1 0,1 0 0,0 0 0,-1 1 0,1-1 0,0 0 0,-1 1 0,2-2 0,18-13 0,33-19 0,-32 21 0,34-26 0,-22 17 0,-28 20 0,0 0 0,0-1 0,0 0 0,-1 0 0,1 0 0,-1-1 0,0 0 0,0 0 0,0 0 0,0 0 0,-1 0 0,5-8 0,-8 12 0,0-1 0,0 0 0,0 0 0,1 0 0,-1 0 0,0 0 0,0 0 0,-1 0 0,1 0 0,0 0 0,0 0 0,0 0 0,-1 0 0,1 0 0,0 0 0,-1 1 0,1-1 0,-1 0 0,1 0 0,-1 0 0,1 1 0,-1-1 0,0 0 0,1 0 0,-1 1 0,0-1 0,0 1 0,1-1 0,-1 1 0,0-1 0,0 1 0,0-1 0,0 1 0,0 0 0,-1-1 0,-43-11 0,29 8 0,-2-1 0,1 1 0,-1 0 0,-28-1 0,30 4 0,1-2 0,-22-5 0,24 4 0,0 1 0,-1 1 0,-26-2 0,26 4 0,-28 0 0,41 0 0,-1 0 0,1-1 0,0 1 0,-1 0 0,1-1 0,-1 1 0,1-1 0,-1 1 0,1-1 0,0 1 0,-1-1 0,1 0 0,0 0 0,0 0 0,0 0 0,0 0 0,0 0 0,0 0 0,0 0 0,0 0 0,0-1 0,-1 0 0,2 1 0,0 0 0,0 0 0,0 1 0,0-1 0,0 0 0,0 0 0,0 1 0,0-1 0,0 0 0,0 1 0,1-1 0,-1 0 0,0 0 0,0 1 0,1-1 0,-1 1 0,1-1 0,-1 0 0,0 1 0,1-1 0,-1 1 0,1-1 0,-1 1 0,1-1 0,-1 1 0,1-1 0,0 1 0,-1-1 0,1 1 0,0-1 0,27-12 0,-19 9 0,74-42 0,90-67 0,-169 110 0,3-1 0,0-1 0,-1 1 0,0-1 0,0 0 0,0-1 0,-1 0 0,1 0 0,6-10 0,-12 15 0,0 1 0,0-1 0,0 1 0,0 0 0,-1-1 0,1 1 0,0-1 0,0 1 0,0-1 0,-1 1 0,1 0 0,0-1 0,0 1 0,-1 0 0,1-1 0,0 1 0,-1 0 0,1-1 0,0 1 0,-1 0 0,1 0 0,-1-1 0,1 1 0,0 0 0,-1 0 0,1 0 0,-1 0 0,1 0 0,-1-1 0,1 1 0,-1 0 0,1 0 0,-1 0 0,1 0 0,0 0 0,-1 0 0,1 0 0,-1 1 0,1-1 0,-1 0 0,-22 1 0,-135 18 0,58 1 0,65-12 0,-64 7 0,61-9 0,31-4 0,0-1 0,0 0 0,-1 0 0,1 0 0,-8-1 0,15 0 0,0 0 0,0 0 0,-1 0 0,1 0 0,0 0 0,0 0 0,0 0 0,-1 0 0,1 0 0,0 0 0,0-1 0,0 1 0,0 0 0,-1 0 0,1 0 0,0 0 0,0 0 0,0 0 0,0-1 0,0 1 0,-1 0 0,1 0 0,0 0 0,0 0 0,0-1 0,0 1 0,0 0 0,0 0 0,0 0 0,0-1 0,0 1 0,0 0 0,0 0 0,0 0 0,0-1 0,0 1 0,0 0 0,0 0 0,0 0 0,0-1 0,0 1 0,0 0 0,0 0 0,0 0 0,7-14 0,10-8 0,-8 13 0,1 0 0,0 0 0,0 1 0,1 0 0,19-11 0,8-2 0,-2-3 0,-1-1 0,-1-1 0,-1-2 0,-2-2 0,-1 0 0,-1-2 0,36-52 0,-63 81 0,0 1 0,-1 1 0,0-1 0,0 1 0,0-1 0,0 0 0,0 1 0,0-1 0,0 0 0,0 0 0,-1 0 0,1 0 0,-1 1 0,0-1 0,1 0 0,-1 0 0,0 0 0,0-3 0,-2 5 0,1-1 0,-1 1 0,1 0 0,-1 0 0,0 0 0,1 0 0,-1 0 0,1 0 0,-1 0 0,0 1 0,1-1 0,-1 1 0,1-1 0,-1 1 0,1 0 0,-1-1 0,-1 2 0,-2 0 0,-110 28 0,30-10 0,-136 22 0,100-23 0,96-13 0,13-3 0,1-1 0,-1 0 0,0 0 0,-18-1 0,29-1 0,1 0 0,-1 0 0,1-1 0,-1 1 0,1 0 0,-1 0 0,1 0 0,-1-1 0,1 1 0,-1 0 0,1 0 0,0-1 0,-1 1 0,1-1 0,-1 1 0,1 0 0,0-1 0,-1 1 0,1-1 0,0 1 0,0 0 0,-1-1 0,1 1 0,0-1 0,0 1 0,-1-2 0,0-18 0,9-17 0,-5 31 0,0-1 0,1 1 0,0 0 0,0 0 0,1 0 0,-1 1 0,1-1 0,1 1 0,8-7 0,61-39 0,-48 34 0,-12 8 0,-1-1 0,0-1 0,-1 0 0,18-20 0,14-21 0,-44 52 0,0-1 0,0 0 0,1 1 0,-1-1 0,0 1 0,0-1 0,1 1 0,-1-1 0,0 1 0,1 0 0,-1 0 0,1 0 0,-1 0 0,0 0 0,1 0 0,-1 0 0,0 0 0,1 0 0,-1 1 0,0-1 0,1 1 0,-1-1 0,0 1 0,2 0 0,33 19 0,-26-13 0,1-1 0,-3-1 0,0-1 0,-1 1 0,13 11 0,-18-14 0,0 0 0,0 0 0,-1 0 0,1 0 0,-1 0 0,0 0 0,1 0 0,-1 1 0,0-1 0,0 0 0,-1 1 0,1-1 0,0 1 0,-1-1 0,1 1 0,-1-1 0,0 1 0,0 2 0,-1 5 0,-1-1 0,0 1 0,-1-1 0,0 0 0,-1 0 0,1 0 0,-2 0 0,1-1 0,-7 9 0,5-7 0,0 1 0,0 0 0,1 0 0,1 0 0,-4 13 0,6-16 0,0-1 0,0 1 0,-1 0 0,0-1 0,-1 0 0,0 0 0,0 0 0,0 0 0,-1-1 0,0 1 0,0-1 0,-1 0 0,1-1 0,-1 1 0,-1-1 0,-12 8 0,15-10 0,0-1 0,0 1 0,0-1 0,0 0 0,0 0 0,-1-1 0,1 1 0,-1-1 0,1 0 0,-1 0 0,1 0 0,-1-1 0,0 1 0,1-1 0,-7-1 0,-1 1 0,-142-5 0,123 2 0,1-1 0,-60-16 0,87 19 0,1 1 0,-1-1 0,1 0 0,-1 0 0,1 0 0,0 0 0,-1 0 0,1-1 0,0 1 0,0-1 0,0 1 0,0-1 0,0 0 0,0 0 0,1 0 0,-3-3 0,2 1 0,1 1 0,0-1 0,0 1 0,1-1 0,-1 0 0,1 1 0,0-1 0,0 0 0,0 0 0,1-6 0,1-14 0,-1 6 0,1-1 0,7-35 0,-6 48 0,-1-1 0,1 0 0,-1 1 0,2 0 0,-1 0 0,1 0 0,0 0 0,0 0 0,1 1 0,-1-1 0,8-5 0,-4 4 0,0 0 0,-1 0 0,9-12 0,-14 16 0,0 0 0,0 0 0,-1 0 0,1 0 0,-1-1 0,0 1 0,0-1 0,0 1 0,0-1 0,0 1 0,-1-1 0,1-7 0,-1 3 0,1 0 0,0 0 0,1 0 0,0 0 0,5-13 0,-4 13 0,-1 0 0,0 0 0,0-1 0,0 1 0,0-14 0,-2 19 0,1-1 0,-1 1 0,1 0 0,0-1 0,0 1 0,0 0 0,0 0 0,0-1 0,1 1 0,0 0 0,-1 0 0,1 1 0,0-1 0,1 0 0,-1 1 0,0-1 0,1 1 0,-1 0 0,1-1 0,0 1 0,6-3 0,-4 2 0,1 0 0,0 0 0,0 1 0,0 0 0,0 0 0,0 0 0,0 1 0,1-1 0,-1 2 0,1-1 0,5 1 0,-10 0 0,0 1 0,0-1 0,0 1 0,-1-1 0,1 1 0,-1 0 0,1 0 0,0 0 0,-1 0 0,1 0 0,-1 0 0,0 0 0,1 1 0,-1-1 0,0 0 0,0 1 0,0-1 0,0 1 0,0-1 0,0 1 0,0 0 0,0-1 0,-1 1 0,1 0 0,-1 0 0,1-1 0,-1 1 0,0 0 0,0 0 0,1 1 0,-1 2 0,1 0 0,-1 0 0,0 0 0,0-1 0,0 1 0,-1 0 0,1 0 0,-1 0 0,0-1 0,-3 7 0,-14 29 0,12-26 0,0 0 0,-1 0 0,-1 0 0,-18 23 0,8-13 0,16-20 0,0 0 0,-1-1 0,1 1 0,-1-1 0,0 0 0,0 1 0,0-1 0,0-1 0,-1 1 0,1 0 0,-1-1 0,0 0 0,1 0 0,-1 0 0,0 0 0,0 0 0,0-1 0,-1 0 0,-4 1 0,-5 0 0,11-1 0,-1 0 0,1-1 0,0 0 0,-1 1 0,1-1 0,-1-1 0,-4 1 0,7-1 0,-1 0 0,1 1 0,0-1 0,-1 0 0,1 1 0,0-1 0,0 0 0,-1 0 0,1 0 0,0 0 0,0 0 0,0 0 0,0-1 0,0 1 0,1 0 0,-1 0 0,0-1 0,0 1 0,1-1 0,-1 1 0,0-2 0,-15-30 0,12 26 0,1 0 0,-1 0 0,-3-13 0,6 17 0,0 0 0,1 0 0,0-1 0,-1 1 0,1 0 0,0 0 0,1 0 0,-1 0 0,1 0 0,-1 0 0,1 0 0,0 0 0,2-4 0,18-36 0,-15 31 0,0 0 0,0 0 0,-1 0 0,4-15 0,-5 13 0,-3 10 0,0 0 0,0 0 0,0 0 0,0 0 0,0-1 0,-1-5 0,0 9 0,0 0 0,0 0 0,-1 0 0,1 0 0,0 0 0,-1 0 0,1 0 0,-1 1 0,1-1 0,-1 0 0,1 0 0,-1 1 0,1-1 0,-1 0 0,0 0 0,1 1 0,-1-1 0,0 1 0,0-1 0,1 1 0,-1-1 0,0 1 0,0-1 0,0 1 0,0 0 0,0-1 0,1 1 0,-1 0 0,0 0 0,0 0 0,0 0 0,0 0 0,0 0 0,-1 0 0,-8-1 0,1 0 0,-1 1 0,1 0 0,0 0 0,-1 1 0,1 1 0,0-1 0,-1 2 0,1-1 0,0 1 0,-15 8 0,-13 6 0,34-16 0,0 0 0,0 0 0,0 0 0,0 0 0,0-1 0,0 0 0,0 1 0,0-1 0,0 0 0,-6-1 0,8 1 0,1 0 0,-1-1 0,0 1 0,1 0 0,-1-1 0,0 1 0,1 0 0,-1-1 0,1 1 0,-1-1 0,1 1 0,-1-1 0,1 1 0,-1-1 0,1 0 0,-1 1 0,1-1 0,0 1 0,-1-1 0,1 0 0,0 1 0,0-1 0,-1 0 0,1 0 0,0 1 0,0-1 0,0 0 0,0 1 0,0-1 0,0 0 0,0 0 0,0 1 0,0-1 0,0 0 0,0 1 0,1-1 0,-1 0 0,1-1 0,15-32 0,-9 20 0,-6 9 0,1 1 0,-1 0 0,-1 0 0,1-1 0,-1 1 0,1-1 0,-1 1 0,0 0 0,-1-1 0,1 1 0,-1-1 0,0 1 0,0 0 0,0-1 0,-1 1 0,1 0 0,-1 0 0,0 0 0,0 0 0,-1 1 0,1-1 0,-1 0 0,0 1 0,0 0 0,0-1 0,-5-3 0,-21-18 0,25 20 0,-1 1 0,1 0 0,-1 0 0,0 1 0,0-1 0,-8-3 0,12 6 0,-1 1 0,0-1 0,0 0 0,-1 1 0,1 0 0,0 0 0,0 0 0,0-1 0,0 2 0,0-1 0,0 0 0,0 0 0,0 1 0,0-1 0,0 1 0,0 0 0,0-1 0,0 1 0,0 0 0,0 0 0,1 0 0,-1 0 0,-2 3 0,-132 100 0,135-103 0,1-1 0,0 0 0,-1 0 0,1 1 0,0-1 0,-1 0 0,1 1 0,0-1 0,-1 0 0,1 0 0,-1 0 0,1 0 0,-1 1 0,1-1 0,0 0 0,-1 0 0,1 0 0,-1 0 0,1 0 0,-1 0 0,1 0 0,-1 0 0,1 0 0,0 0 0,-1 0 0,1-1 0,-1 1 0,1 0 0,-1 0 0,1 0 0,0-1 0,-1 1 0,1 0 0,-1-1 0,-7-16 0,4-29 0,4 44 0,1-63 0,-2-37 0,2 102 0,-1-1 0,0 0 0,0 1 0,-1-1 0,1 1 0,0-1 0,0 1 0,0-1 0,0 0 0,0 1 0,-1-1 0,1 1 0,0-1 0,0 1 0,-1-1 0,1 1 0,0-1 0,-1 1 0,1-1 0,-1 1 0,1 0 0,-1-1 0,1 1 0,-1 0 0,1-1 0,-1 1 0,1 0 0,-1 0 0,1-1 0,-1 1 0,1 0 0,-1 0 0,-1 0 0,0 0 0,1 0 0,-1 0 0,0 0 0,1 1 0,-1-1 0,1 1 0,-1-1 0,0 1 0,1 0 0,-3 1 0,-1 1 0,0 0 0,0 1 0,0 0 0,0 0 0,-6 8 0,-1 4 0,2 2 0,-9 19 0,-3 4 0,16-25 0,-2 5 0,7-20 0,1 0 0,0-1 0,-1 1 0,1 0 0,0-1 0,-1 1 0,1-1 0,-1 1 0,1 0 0,-1-1 0,1 1 0,-1-1 0,0 1 0,1-1 0,-1 0 0,0 1 0,1-1 0,-1 0 0,0 1 0,1-1 0,-2 0 0,1 0 0,1 0 0,-1 0 0,0-1 0,0 1 0,1 0 0,-1-1 0,0 1 0,1-1 0,-1 1 0,0-1 0,1 1 0,-1-1 0,1 1 0,-1-1 0,1 1 0,-1-1 0,1 0 0,0 0 0,-1 1 0,0-2 0,-8-20 0,6 16 0,-38-102 0,32 83 0,5 10 0,-1 0 0,-12-23 0,17 38 0,0-1 0,-1 0 0,1 1 0,-1-1 0,1 1 0,-1-1 0,1 0 0,0 1 0,-1-1 0,0 1 0,1 0 0,-1-1 0,1 1 0,-1-1 0,0 1 0,1 0 0,-1-1 0,0 1 0,1 0 0,-1 0 0,0 0 0,1 0 0,-1-1 0,0 1 0,0 0 0,1 0 0,-1 0 0,0 0 0,1 1 0,-1-1 0,0 0 0,1 0 0,-1 0 0,0 0 0,0 1 0,1-1 0,-1 0 0,1 1 0,-1-1 0,0 1 0,1-1 0,-1 0 0,1 1 0,-1-1 0,1 1 0,-1-1 0,1 1 0,-1 0 0,1 0 0,-6 5 0,1 0 0,1 1 0,-7 9 0,8-11 0,-9 14 0,0 2 0,1-1 0,1 1 0,-7 24 0,16-41 0,-10 25 0,5-24 0,5-5 0,1 0 0,0-1 0,-1 1 0,1-1 0,-1 1 0,1-1 0,-1 1 0,1-1 0,0 0 0,-1 1 0,1-1 0,0 1 0,0-1 0,0 0 0,-1 1 0,1-1 0,0 0 0,0 0 0,-4-12 0,0 0 0,-1 1 0,-10-20 0,2 6 0,-6-25 0,5-13 0,14 63 0,0 1 0,0 0 0,0 0 0,0-1 0,0 1 0,-1 0 0,1 0 0,0 0 0,0-1 0,0 1 0,0 0 0,0 0 0,-1 0 0,1 0 0,0-1 0,0 1 0,0 0 0,-1 0 0,1 0 0,0 0 0,0 0 0,-1 0 0,1 0 0,0 0 0,0-1 0,0 1 0,-1 0 0,1 0 0,0 0 0,0 0 0,-1 0 0,1 0 0,0 0 0,0 0 0,-1 1 0,1-1 0,0 0 0,-11 8 0,-8 16 0,17-21 0,-2 3 0,1 0 0,0 1 0,1-1 0,-1 1 0,1 0 0,0 0 0,0 8 0,-4 9 0,-1 8-1365,5-25-5461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08.4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856 0 24575,'-848'0'-1365,"841"0"-5461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09.7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820 0 24575,'-807'0'-1365,"794"0"-5461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11.1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614 1 24575,'-402'0'0,"373"1"0,-35 7 0,36-4 0,-38 0 0,52-4-1365,3 0-5461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12.6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1021 1 24575,'-1010'0'-1365,"1000"0"-5461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9:11.3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1384 0 24575,'0'318'0,"0"-305"0,1-1 0,1 0 0,0 0 0,6 18 0,-8-29 0,0 0 0,1 0 0,-1 0 0,0 0 0,1 0 0,-1-1 0,1 1 0,0 0 0,-1 0 0,1 0 0,-1-1 0,1 1 0,0 0 0,0-1 0,-1 1 0,1-1 0,0 1 0,0-1 0,0 1 0,0-1 0,0 1 0,0-1 0,0 0 0,0 0 0,0 1 0,-1-1 0,1 0 0,0 0 0,0 0 0,0 0 0,0 0 0,0 0 0,0 0 0,0-1 0,0 1 0,0 0 0,0 0 0,0-1 0,0 1 0,0-1 0,0 1 0,0-1 0,1 0 0,6-4 0,0 0 0,-1 0 0,13-12 0,-13 12 0,-4 1 0,0 1 0,0-1 0,-1 1 0,1-1 0,-1 0 0,0 0 0,0 0 0,0 0 0,-1-1 0,0 1 0,2-8 0,-1 5 0,0 1 0,0 0 0,0 0 0,6-11 0,-5 12 0,-1 1 0,0-1 0,0 0 0,-1 0 0,1 0 0,-1 0 0,0 0 0,0-7 0,1-42 0,-2 51 0,0-18 0,1 12 0,-1 0 0,-1 0 0,1 0 0,-4-13 0,4 19 0,-1 1 0,0-1 0,0 0 0,0 1 0,-1-1 0,1 1 0,-1-1 0,1 1 0,-1 0 0,0-1 0,0 1 0,0 0 0,0 0 0,0 0 0,-1 1 0,1-1 0,0 0 0,-4-1 0,-7-3 0,0 0 0,-19-7 0,29 12 0,-1 0 0,0 0 0,0 0 0,0 1 0,0-1 0,0 1 0,0 0 0,0 0 0,0 0 0,0 1 0,0-1 0,0 1 0,-6 2 0,8-2 0,1 0 0,-1 0 0,1 0 0,0 1 0,-1-1 0,1 0 0,0 1 0,0-1 0,-1 0 0,1 1 0,1 0 0,-1-1 0,0 1 0,0 0 0,0-1 0,1 1 0,-1 0 0,1-1 0,0 1 0,-1 0 0,1 0 0,0 2 0,1 49 0,0-32 0,-10 105 0,6-80 0,3-44 0,0 0 0,-1 0 0,1 0 0,-1 1 0,1-1 0,-1 0 0,0 0 0,0 0 0,0 0 0,0 0 0,0 0 0,0 0 0,-1-1 0,1 1 0,-1 0 0,1-1 0,-4 3 0,5-4 0,-1 1 0,0-1 0,0 0 0,1 0 0,-1 0 0,0 0 0,0 0 0,1 0 0,-1 0 0,0 0 0,0 0 0,1 0 0,-1 0 0,0 0 0,0 0 0,1 0 0,-1-1 0,0 1 0,1 0 0,-1-1 0,0 1 0,1-1 0,-1 1 0,0 0 0,1-1 0,-1 1 0,1-1 0,-1 0 0,1 1 0,-1-1 0,1 1 0,-1-2 0,-16-27 0,10 15 0,-8-6 0,-1 1 0,-1 1 0,-37-32 0,-7-6 0,58 53 0,-1 0 0,1 0 0,-1 0 0,0 0 0,0 1 0,-1-1 0,1 1 0,0 0 0,-10-3 0,13 5 0,0-1 0,0 1 0,0 0 0,0 0 0,-1 0 0,1 0 0,0 0 0,0 0 0,0 0 0,-1 0 0,1 0 0,0 0 0,0 1 0,0-1 0,0 0 0,0 1 0,0-1 0,-1 1 0,1-1 0,0 1 0,0 0 0,1-1 0,-1 1 0,0 0 0,0 0 0,0 0 0,0 0 0,1-1 0,-1 1 0,0 0 0,1 0 0,-1 1 0,0-1 0,1 0 0,0 0 0,-1 0 0,1 0 0,0 0 0,-1 0 0,1 1 0,0-1 0,0 0 0,0 1 0,-7 116 0,6-26 0,0-1 0,1-91 0,0 1 0,0-1 0,0 1 0,0 0 0,0-1 0,0 1 0,0-1 0,0 1 0,0-1 0,0 1 0,-1-1 0,1 1 0,0 0 0,0-1 0,0 1 0,-1-1 0,1 1 0,0-1 0,-1 0 0,1 1 0,-1-1 0,1 1 0,0-1 0,-1 0 0,1 1 0,-1-1 0,0 1 0,0-1 0,0 0 0,1 0 0,-1-1 0,0 1 0,0 0 0,1 0 0,-1-1 0,0 1 0,1-1 0,-1 1 0,0 0 0,1-1 0,-1 1 0,1-1 0,-1 0 0,1 1 0,-1-1 0,-20-29 0,16 21 0,-2-4 0,0 0 0,0 1 0,-1-1 0,-1 2 0,0-1 0,0 1 0,-1 1 0,-21-17 0,7 9 0,15 11 0,-2-1 0,1 2 0,-18-9 0,25 13 0,0 1 0,0 0 0,0 0 0,0 0 0,0 1 0,-1-1 0,1 1 0,0-1 0,-1 1 0,1 0 0,0 0 0,0 1 0,-1-1 0,1 1 0,0 0 0,0-1 0,-1 2 0,-2 0 0,5-1 0,0 0 0,0 0 0,0 0 0,0 0 0,0 0 0,0 0 0,0 0 0,0 0 0,0 0 0,1 1 0,-1-1 0,0 0 0,1 0 0,-1 1 0,1-1 0,0 1 0,-1-1 0,1 0 0,0 1 0,0-1 0,0 3 0,1 36 0,0-24 0,0-7 0,0 0 0,1-1 0,0 0 0,0 1 0,1-1 0,0 0 0,6 11 0,-4-7 0,0 0 0,5 18 0,-6-17 0,-4-11 0,1 0 0,0 0 0,-1 0 0,1 1 0,-1-1 0,1 0 0,-1 0 0,0 5 0,-1-6 0,1-1 0,0 1 0,-1 0 0,1-1 0,-1 1 0,1-1 0,-1 1 0,1-1 0,-1 1 0,1-1 0,-1 1 0,0-1 0,1 1 0,-1-1 0,1 0 0,-1 1 0,0-1 0,0 0 0,1 0 0,-1 1 0,0-1 0,1 0 0,-1 0 0,0 0 0,0 0 0,1 0 0,-1 0 0,0 0 0,0 0 0,1 0 0,-1-1 0,0 1 0,0 0 0,-6-2 0,0 0 0,1-1 0,0 0 0,0 0 0,0 0 0,0 0 0,0-1 0,-8-7 0,-5-2 0,-9-7 0,20 14 0,1 0 0,-1 1 0,1 0 0,-1 1 0,-16-7 0,23 11 0,0 0 0,1 0 0,-1-1 0,0 1 0,0 0 0,0 0 0,1 0 0,-1 0 0,0 0 0,0 0 0,1 0 0,-1 1 0,0-1 0,0 0 0,1 0 0,-1 0 0,0 1 0,1-1 0,-1 0 0,0 1 0,1-1 0,-1 1 0,0-1 0,1 1 0,-2 0 0,1 1 0,0 0 0,0 0 0,0-1 0,0 1 0,0 0 0,0 0 0,0 0 0,1 0 0,-1 3 0,-1 5 0,1 0 0,0 19 0,1-29 0,0 5 0,1 0 0,0 0 0,0 0 0,0 0 0,0 0 0,1 0 0,0 0 0,4 8 0,26 36 0,-13-22 0,-18-27 0,0 1 0,-1 0 0,1 0 0,-1-1 0,1 1 0,-1 0 0,1 0 0,-1 0 0,1 0 0,-1 0 0,0 0 0,1 0 0,-1 0 0,0 0 0,0 0 0,0 0 0,0 0 0,1 0 0,-2 0 0,1 0 0,0 0 0,0 0 0,-1 1 0,0-1 0,0-1 0,0 1 0,0-1 0,0 0 0,0 0 0,0 1 0,0-1 0,0 0 0,0 0 0,0 0 0,0 0 0,-1 0 0,1-1 0,0 1 0,0 0 0,0 0 0,0-1 0,0 1 0,0-1 0,0 1 0,0-1 0,-1 0 0,-9-5 0,-1-1 0,2 0 0,-1-1 0,-14-13 0,9 7 0,11 10 0,1 0 0,-1 1 0,0-1 0,0 1 0,-1 0 0,1 0 0,-1 1 0,1 0 0,-1 0 0,0 0 0,0 0 0,-10 0 0,15 2 0,1 1 0,-1-1 0,1 1 0,-1-1 0,0 1 0,1 0 0,0-1 0,-1 1 0,1-1 0,-1 1 0,1 0 0,0 0 0,-1-1 0,1 1 0,0 0 0,0 0 0,0-1 0,-1 1 0,1 0 0,0 0 0,0-1 0,0 1 0,0 0 0,0 0 0,1 0 0,-1-1 0,0 2 0,3 23 0,4 1 0,-5-17 0,1 0 0,-1 0 0,-1 1 0,1 16 0,-2-20 0,0-1 0,-1 1 0,0-1 0,0 0 0,0 1 0,-1-1 0,0 0 0,-3 8 0,3-10 0,1 0 0,-1-1 0,0 1 0,0-1 0,0 1 0,0-1 0,0 0 0,0 1 0,-1-1 0,1 0 0,-1-1 0,0 1 0,1 0 0,-1-1 0,0 0 0,-5 2 0,6-2 0,1-1 0,-1 0 0,1 0 0,-1 0 0,1 0 0,-1 0 0,1-1 0,-1 1 0,0 0 0,1-1 0,0 1 0,-1-1 0,1 0 0,-1 1 0,1-1 0,0 0 0,-1 0 0,1 0 0,0 0 0,-2-2 0,-24-27 0,18 19 0,-6-7 0,12 15 0,1-1 0,-1 0 0,0 1 0,0-1 0,-1 1 0,1 0 0,-1 0 0,1 0 0,-1 1 0,0-1 0,0 1 0,0 0 0,0 0 0,0 0 0,-1 1 0,1-1 0,-7 0 0,-7-2 0,13 2 0,-1 1 0,1 0 0,-1 0 0,1 0 0,-9 1 0,13 0 0,0 0 0,0 0 0,0 0 0,0 1 0,0-1 0,0 0 0,0 1 0,0-1 0,0 0 0,1 1 0,-1-1 0,0 1 0,0 0 0,0-1 0,1 1 0,-1 0 0,0-1 0,0 1 0,1 0 0,-1 0 0,1 0 0,-1-1 0,1 1 0,-1 0 0,1 0 0,-1 0 0,1 0 0,0 0 0,0 0 0,-1 0 0,1 0 0,0 0 0,0 0 0,0 0 0,0 1 0,-1 6 0,1-1 0,0 1 0,0 0 0,1 0 0,0-1 0,1 1 0,-1-1 0,1 1 0,1-1 0,-1 1 0,1-1 0,0 0 0,1 0 0,0-1 0,0 1 0,6 7 0,8 11 0,25 54 0,-42-79 0,-1 1 0,0-1 0,0 0 0,0 0 0,0 1 0,0-1 0,0 0 0,0 0 0,0 1 0,1-1 0,-1 0 0,0 0 0,0 1 0,0-1 0,0 0 0,0 1 0,0-1 0,-1 0 0,1 0 0,0 1 0,0-1 0,0 0 0,0 0 0,0 1 0,0-1 0,0 0 0,-1 0 0,1 1 0,0-1 0,0 0 0,0 0 0,0 0 0,-1 1 0,1-1 0,0 0 0,-14 4 0,-19-4 0,27 0 0,-10-2 0,-1 0 0,-17-4 0,24 3 0,0 0 0,-1 2 0,1-1 0,0 1 0,-1 1 0,0 0 0,1 0 0,-15 3 0,23-2 0,0 0 0,1-1 0,-1 1 0,1 0 0,-1 0 0,1 0 0,-1 0 0,1 1 0,0-1 0,0 0 0,-1 1 0,1-1 0,0 0 0,0 1 0,0 0 0,1-1 0,-1 1 0,0-1 0,1 1 0,-1 0 0,1-1 0,-1 1 0,1 0 0,0 0 0,-1 0 0,1-1 0,0 1 0,0 0 0,1 0 0,-1-1 0,0 1 0,1 0 0,-1 0 0,1-1 0,-1 1 0,1 0 0,0-1 0,-1 1 0,1-1 0,0 1 0,0-1 0,0 1 0,1-1 0,-1 1 0,3 1 0,43 30-22,54 34-1321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08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24575,'0'6'0,"-3"17"0,-1 28 0,0 21 0,4 190 0,5 74 0,10 41-3544,10 9 3544,2-39 0,3-31 0,0-34-1841,-6-55 1841,0-51-490,-8-80 490,-7-80 0,-4-42-2316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0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1 576 24575,'1'33'0,"2"1"0,12 58 0,16 48-221,6-2 0,6-2 0,7-1-1,4-3 1,7-2 0,118 185 0,-140-254 214,4-2 0,71 77 1,-87-109 53,1-1 1,0-1 0,2-1-1,1-2 1,1-1-1,45 22 1,-58-34 35,-1-2 0,1 0 0,0-1 0,0-1 0,1 0 0,0-2 0,39 3 1,-50-6-57,0 0 0,0-1 0,0 0 0,-1 0 0,1-1 1,0 0-1,-1-1 0,0 0 0,1 0 0,-1-1 1,0 0-1,-1 0 0,1 0 0,-1-1 0,0-1 0,0 1 1,0-1-1,-1 0 0,0-1 0,8-10 0,1-6-27,-1-1 0,-1-1 0,13-33 0,25-86 0,-47 134 0,158-579 0,-66 95 0,-90 468 0,1 0 0,2 0 0,1 1 0,0 0 0,17-28 0,-6 12 57,-2 0 0,-1-2 0,-3-1 0,-1 0 0,10-61 0,-6-6-911,2-113 1,-17 157-5973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09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11 427 24575,'-10'97'0,"9"-60"0,2-1 0,2 0 0,1 0 0,2 0 0,1-1 0,2 1 0,18 47 0,-26-82-2,2 8-860,1-1 1,1 0 0,6 11-1,-11-18 743,1 0 0,0 1 0,0-1 0,0 0 0,0 0 0,0 0-1,0 0 1,1 0 0,-1 0 0,0 0 0,0 0 0,1 0-1,-1 0 1,0-1 0,1 1 0,-1 0 0,1-1 0,-1 1 0,1-1-1,-1 0 1,1 0 0,0 1 0,-1-1 0,1 0 0,-1 0 0,1 0-1,1-1 1,3-2 119,-1 0 0,0 0 0,0-1 0,0 0 0,-1 0 0,1 0 0,-1 0 0,0-1 0,0 0 0,0 0 0,3-7 0,-6 11 0,32-47-53,-2-2 0,33-74 0,-11 4 1278,-7 0 3363,-6 3-4023,24-130 0,-54 210-565,-5 36 0,-2 10 0,1 12 0,-1 1 0,-1-1 0,0 30 0,-2-14 0,4 234-359,-32 282-1,-124 496 216,-47-226 144,195-806 0,3-13 0,0-1 0,0 1 0,0 0 0,0 0 0,0 0 0,-1-1 0,1 1 0,-1-1 0,0 1 0,-4 4 0,4-9 0,3-7 0,4-11 27,0 0 0,13-27-1,-10 24-752,22-55-5956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0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1102 243 24575,'-14'-1'0,"1"2"0,-1-1 0,1 2 0,-1-1 0,1 2 0,0 0 0,0 1 0,0 0 0,0 0 0,1 2 0,0-1 0,0 2 0,0 0 0,1 0 0,-19 16 0,18-11 0,0 0 0,1 1 0,0 1 0,1 0 0,0 0 0,2 1 0,-1 0 0,2 0 0,-6 17 0,5-8 0,1-1 0,1 1 0,1 1 0,2-1 0,-2 42 0,5-59 0,0 0 0,0 0 0,0 1 0,1-1 0,0 0 0,1 0 0,0 0 0,4 11 0,-5-16 0,1 1 0,-1-1 0,1 1 0,0-1 0,-1 0 0,1 0 0,0 0 0,0 0 0,1 0 0,-1 0 0,0-1 0,1 1 0,-1-1 0,1 1 0,-1-1 0,1 0 0,0 0 0,-1 0 0,1 0 0,0-1 0,0 1 0,0-1 0,0 0 0,4 0 0,10 0 0,-1-1 0,1-1 0,0-1 0,-1 0 0,0-1 0,0-1 0,0 0 0,0-2 0,-1 1 0,0-2 0,20-13 0,-5 1 0,-1-1 0,-1-1 0,-1-2 0,32-35 0,-40 37 0,-1-1 0,0-1 0,-2 0 0,-1-1 0,0-1 0,16-43 0,-26 54 0,0 1 0,-1-2 0,-1 1 0,-1 0 0,2-32 0,-4 37 0,-1 0 0,0-1 0,0 1 0,-1 0 0,-1 0 0,0 0 0,0 0 0,-1 0 0,-8-16 0,7 18 0,-1 0 0,0 0 0,0 1 0,0 0 0,-1 0 0,0 0 0,0 1 0,-1 0 0,0 1 0,0-1 0,0 1 0,-1 1 0,0 0 0,1 0 0,-2 1 0,1 0 0,-17-3 0,18 4 0,0 1 0,-1 0 0,1 1 0,0-1 0,0 2 0,-1-1 0,1 1 0,0 0 0,0 1 0,0 0 0,0 0 0,0 1 0,1 0 0,-1 0 0,1 1 0,0 0 0,0 0 0,0 1 0,0 0 0,1 0 0,-8 8 0,5-2 0,0 1 0,1 0 0,0 1 0,0-1 0,2 1 0,0 1 0,0-1 0,-6 27 0,5-10 0,1 1 0,1 0 0,0 35 0,5-49 0,0-1 0,1 0 0,1 0 0,1 0 0,0-1 0,1 1 0,0-1 0,1 1 0,1-1 0,10 18 0,-2-9 0,2 0 0,0-1 0,2-1 0,38 40 0,-43-50 0,0 0 0,-1 2 0,-1-1 0,0 1 0,-1 1 0,-1 0 0,0 1 0,-1-1 0,-1 1 0,0 1 0,-1 0 0,4 21 0,-1 9-74,-2 0-1,-1 0 0,-3 1 1,-3-1-1,-6 73 1,-8-19-342,-41 157 0,-8-43-323,-165 374 1,-151 180-746,280-575 1392,-1 8-447,10 4 0,-92 308 0,181-511 1351,2-16-629,8-35-210,38-243 327,-13-2-1,-12-1 0,-27-469 1,-11 560-297,-4-274-340,22 434 319,2 0-1,2-1 1,2 2 0,16-52 0,-18 74 39,1 1 0,1 0 0,1 0 0,1 1 0,0 0 0,1 0 0,1 2 0,1-1-1,0 2 1,30-28 0,-24 29 93,0 0 0,0 1-1,1 1 1,1 1 0,0 1-1,30-10 1,-18 9 223,1 2 0,0 2 0,58-6 0,3 10 275,0 4-1,116 16 0,590 85-752,-223-25-1659,-485-66-4450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1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 24575,'-15'16'5,"0"2"-1,2 0 1,0 0-1,1 1 0,1 0 1,0 1-1,2 1 1,1 0-1,-10 32 1,3 8-79,3 0 0,-6 72 0,12-48-199,3 0-1,3 0 1,5 0 0,25 140 0,-9-126-2,4-2 0,4-1 0,69 152 0,-73-193 275,3-2 0,2-1 0,49 63 0,-63-96 0,23 24 0,-35-39 0,1 0 0,-1 0 0,1 0 0,0-1 0,0 0 0,0 0 0,0 0 0,1-1 0,-1 1 0,10 1 0,-12-3 15,-1-1 0,0 0 0,1 1 0,-1-1 0,1-1 0,-1 1 0,1 0 0,-1 0 0,1-1 0,-1 1 0,0-1 0,1 0 0,-1 0 0,0 0 0,1 0 0,-1 0 0,0-1 0,4-2 0,-2 0 51,0 0 0,0 0 1,0-1-1,-1 1 0,1-1 0,-1 0 0,4-8 1,7-21 311,-2 0 0,-1-1 1,10-55-1,-20 86-340,80-497 14,-7 36-387,-48 343 335,58-164 0,-80 274 0,2-1 0,12-23 0,-4 23 0,-14 13 0,0 0 0,1 0 0,-1 0 0,1-1 0,-1 1 0,0 0 0,1 0 0,-1 0 0,1 0 0,-1 0 0,1 0 0,-1 0 0,0 0 0,1 1 0,-1-1 0,1 0 0,-1 0 0,0 0 0,1 0 0,-1 0 0,0 1 0,1-1 0,-1 0 0,0 0 0,1 1 0,1 1 0,-1 0 0,1 1 0,-1-1 0,1 0 0,-1 1 0,0-1 0,0 1 0,0 0 0,1 4 0,5 30 6,-2 1-1,-2-1 1,-1 68 0,-2-54 64,0 50 17,7 195 169,-2-220-194,28 139 0,-31-208-62,6 25 0,-8-31 0,1 0 0,-1 1 0,1-1 0,-1 0 0,1 0 0,0 0 0,-1 0 0,1 0 0,0 0 0,0 0 0,-1 0 0,1 0 0,0 0 0,0 0 0,0 0 0,0-1 0,0 1 0,2 1 0,-2-2 0,0 0 0,0 0 0,0-1 0,0 1 0,0 0 0,0 0 0,0 0 0,0-1 0,0 1 0,0 0 0,0-1 0,0 1 0,-1-1 0,1 1 0,0-1 0,0 0 0,-1 1 0,1-1 0,0 0 0,0 1 0,-1-1 0,1 0 0,-1 0 0,1 0 0,-1 1 0,1-1 0,0-2 0,13-29 0,-14 30 0,41-153-798,-38 142 231,18-88-6259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1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24575,'0'3'0,"0"4"0,0 4 0,0 6 0,0 6 0,0 5 0,0 7 0,0 3 0,0-4-8191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1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 24575,'-3'6'0,"-4"20"0,-1 15 0,1 6 0,2 13 0,2 5 0,1 1 0,1 1 0,0-1 0,10 14 0,7 9 0,2-5 0,3-7 0,2-6 0,14-5 0,5-11 0,17-8 0,-1-14-8191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1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1 24575,'-7'1'0,"1"-1"0,-1 2 0,1-1 0,-1 1 0,1 0 0,0 0 0,-10 5 0,8-3 0,-14 6 0,1 0 0,0 1 0,1 2 0,0 0 0,1 1 0,-19 18 0,30-24 0,-1 1 0,1 0 0,0 1 0,1 0 0,1 0 0,-1 0 0,1 1 0,1 0 0,0 0 0,1 0 0,0 1 0,0 0 0,-2 20 0,5-25 0,1 0 0,-1 0 0,2 0 0,-1 0 0,1 0 0,0 0 0,0 0 0,1-1 0,0 1 0,0 0 0,4 7 0,-1-5 0,0 0 0,1 0 0,0 0 0,0-1 0,1 1 0,12 10 0,6 2 0,0-2 0,1-1 0,54 28 0,-48-29 0,4 1 0,47 34 0,-74-46 0,0 0 0,-1 1 0,-1 0 0,1 0 0,-1 1 0,0 0 0,0 0 0,-1 1 0,-1 0 0,8 15 0,-10-18 0,-2 0 0,1 0 0,-1 0 0,0 0 0,0 1 0,-1-1 0,1 0 0,-1 0 0,-1 0 0,1 1 0,-1-1 0,0 0 0,-1 0 0,1 0 0,-1 0 0,-1 0 0,1-1 0,-1 1 0,0 0 0,0-1 0,0 0 0,-1 0 0,-6 8 0,-6 3 0,1 0 0,-2 0 0,0-2 0,0 0 0,-23 13 0,25-18 0,6-4 0,1 0 0,0 1 0,-9 8 0,17-14-19,0 0-1,-1 1 1,1-1-1,0 0 1,-1 0-1,1 0 1,0 0-1,0 1 1,-1-1-1,1 0 1,0 0-1,0 0 1,0 1-1,-1-1 1,1 0-1,0 0 1,0 1-1,0-1 1,0 0-1,-1 0 1,1 1-1,0-1 1,0 0-1,0 1 1,0-1-1,0 0 1,0 1-1,0-1 1,0 0-1,0 0 1,0 1-1,0-1 1,0 0-1,0 1 1,0-1-1,0 0 1,0 1-1,1-1 1,-1 0-1,0 0 1,0 1-1,0-1 1,0 0-1,1 0 1,-1 1-1,0-1 1,0 0-1,0 0 1,1 0-1,-1 1 1,0-1-1,0 0 1,1 0-1,-1 0 1,0 0-1,0 1 1,1-1-1,-1 0 1,0 0-1,1 0 1,-1 0-1,0 0 1,1 0-1,-1 0 1,0 0-1,0 0 1,1 0-1,-1 0 1,1 0-1,13 1-6806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2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1 318 24575,'15'-18'0,"-13"14"0,1 1 0,0-1 0,0 1 0,1 0 0,-1 0 0,5-3 0,2-1 0,0 2 0,1-1 0,0 2 0,0-1 0,0 1 0,19-3 0,76-9 0,-71 12 0,497-45-805,-55 8 130,117-56-443,-476 68-4475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2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 24575,'-4'0'0,"1"0"0,-1 0 0,1 1 0,-1 0 0,1-1 0,0 1 0,-1 1 0,1-1 0,0 0 0,0 1 0,-1-1 0,1 1 0,0 0 0,1 0 0,-1 0 0,0 1 0,1-1 0,-1 1 0,1-1 0,0 1 0,0 0 0,-3 3 0,-2 7 0,0 1 0,1 0 0,1 0 0,-5 16 0,10-30 0,-13 48 18,1 1-1,-6 68 1,2 100-188,14-175 73,-6 352-972,12-281 1068,28 165-1,-2-138 2,-25-122 0,1 0 0,1-1 0,1 0 0,0 0 0,15 21 0,-21-35-1,-1 0 0,2 0-1,-1 0 1,0 0 0,1-1 0,-1 1 0,1-1-1,0 0 1,0 0 0,0 0 0,0 0-1,0 0 1,3 1 0,-3-3 15,0 1-1,-1-1 1,1 1-1,0-1 1,-1 0 0,1 0-1,0 0 1,-1-1 0,1 1-1,0-1 1,-1 1-1,1-1 1,-1 0 0,1 0-1,-1 0 1,5-3-1,17-10 235,-1-2 0,0 0 0,33-32-1,-22 17-166,255-237-81,-230 206 0,-3-3 0,76-115 0,-101 128-1365,-12 14-5461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3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472 1 24575,'-3'0'0,"-4"3"0,-10 19 0,-11 32 0,-3 38 0,-3 45 0,1 46 0,-5 44-1266,0 32 1266,-2 18-1913,0 6 1913,3-10 0,3-19 0,3-40 0,5-45-510,6-53 510,10-62 0,6-41-4502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4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1001 2 24575,'18'-1'0,"-13"1"0,0 0 0,-1-1 0,1 2 0,0-1 0,0 0 0,9 3 0,-13-2 0,0-1 0,-1 0 0,1 1 0,-1-1 0,1 0 0,0 1 0,-1-1 0,1 1 0,-1-1 0,1 1 0,-1-1 0,0 1 0,1-1 0,-1 1 0,1-1 0,-1 1 0,0 0 0,0-1 0,1 1 0,-1 0 0,0-1 0,0 1 0,0 0 0,1-1 0,-1 1 0,0 0 0,0-1 0,0 1 0,0 0 0,-1-1 0,1 1 0,0 0 0,0-1 0,0 2 0,-13 24 0,3-12 0,0 0 0,-1-1 0,0 0 0,-25 20 0,-61 40 0,75-57 0,-117 76 0,-3-6 0,-5-6 0,-190 74 0,304-142 0,25-10 0,0 0 0,0 1 0,1 1 0,0-1 0,-1 1 0,-8 6 0,16-9 0,0-1 0,0 0 0,0 0 0,0 0 0,0 0 0,0 0 0,-1 0 0,1 0 0,0 1 0,0-1 0,0 0 0,0 0 0,0 0 0,0 0 0,0 0 0,0 1 0,0-1 0,0 0 0,0 0 0,0 0 0,0 0 0,0 1 0,0-1 0,0 0 0,0 0 0,0 0 0,0 0 0,0 0 0,0 1 0,0-1 0,0 0 0,0 0 0,0 0 0,0 0 0,0 0 0,0 1 0,0-1 0,1 0 0,-1 0 0,0 0 0,0 0 0,0 0 0,0 0 0,0 0 0,0 1 0,1-1 0,-1 0 0,0 0 0,0 0 0,0 0 0,0 0 0,0 0 0,1 0 0,-1 0 0,0 0 0,0 0 0,0 0 0,0 0 0,0 0 0,1 0 0,-1 0 0,0 0 0,0 0 0,0 0 0,0 0 0,1 0 0,-1 0 0,0 0 0,0 0 0,14 1 0,-1 0 0,1-1 0,-1 0 0,17-3 0,6 0 0,14 0 0,108-2 0,-141 6 0,-1 0 0,1 2 0,-1 0 0,1 0 0,-1 2 0,0 0 0,17 7 0,-28-9 0,-1 0 0,1 0 0,-1 0 0,1 0 0,-1 1 0,0-1 0,0 1 0,0 0 0,-1 0 0,0 1 0,0-1 0,0 1 0,0-1 0,0 1 0,-1 0 0,0 0 0,0 0 0,-1 1 0,1-1 0,-1 0 0,0 1 0,0-1 0,-1 0 0,0 8 0,0 6 0,-2 0 0,0 0 0,-1 0 0,0 0 0,-11 30 0,-30 67 0,27-75 0,1 1 0,-14 65 0,28-100 0,1 0 0,0 1 0,0 0 0,1-1 0,-1 1 0,2-1 0,-1 1 0,1-1 0,1 1 0,-1-1 0,1 1 0,0-1 0,1 0 0,0 0 0,0 0 0,0 0 0,1-1 0,0 1 0,0-1 0,1 0 0,0 0 0,0-1 0,0 1 0,1-1 0,-1 0 0,10 6 0,12 4 0,0-1 0,1 0 0,0-3 0,0 0 0,52 11 0,34 13 0,-112-34 0,1 0 0,-1-1 0,0 1 0,1 0 0,-1 0 0,0 0 0,0 0 0,0 1 0,0-1 0,0 0 0,0 1 0,0 0 0,0-1 0,-1 1 0,1 0 0,-1 0 0,3 3 0,-4-4 0,0 0 0,0-1 0,0 1 0,0 0 0,0 0 0,0 0 0,0-1 0,-1 1 0,1 0 0,0 0 0,0-1 0,-1 1 0,1 0 0,0 0 0,-1-1 0,1 1 0,-1 0 0,1-1 0,-2 2 0,-22 16 0,-36 14 0,-119 44 0,91-42 0,-151 53-1365,187-73-5461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5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40 24575,'-4'5'0,"-1"1"0,1 0 0,1-1 0,-1 1 0,1 1 0,0-1 0,1 0 0,0 1 0,-3 11 0,1 3 0,-3 37 0,5-43 0,2 1 0,-1-1 0,2 1 0,0-1 0,1 0 0,6 21 0,-7-31 0,1 0 0,0 0 0,-1 0 0,2-1 0,-1 1 0,1-1 0,-1 1 0,1-1 0,1 0 0,-1 0 0,0 0 0,1 0 0,0-1 0,0 0 0,0 0 0,0 0 0,0 0 0,1 0 0,0-1 0,-1 0 0,1 0 0,9 3 0,12 0 0,0-1 0,0-1 0,0-1 0,30-2 0,105-13 0,-159 12 0,44-4 0,50-14 0,-84 17 0,-1-2 0,1 1 0,-1-2 0,0 1 0,0-2 0,-1 1 0,1-2 0,-1 1 0,15-14 0,-22 17 0,-1 1 0,0-1 0,0 0 0,0 0 0,0 0 0,0 0 0,-1 0 0,1 0 0,-1 0 0,0 0 0,0-1 0,0 1 0,0 0 0,-1-1 0,1 1 0,-1-1 0,0 1 0,0 0 0,0-1 0,0 1 0,-1-1 0,1 1 0,-1-1 0,0 1 0,0 0 0,0 0 0,-1-1 0,-3-5 0,0-1 0,-2 0 0,1 1 0,-1-1 0,-1 1 0,0 1 0,0-1 0,-13-9 0,2 4 57,-1 0 0,-1 2 0,0 0 0,0 1 0,-32-11 0,13 9-626,-1 1 0,-50-8 0,42 13-6257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5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 24575,'5'20'0,"0"0"0,-1 0 0,1 29 0,0 4 0,85 385-599,31-12-214,-84-303 748,-37-122 65,37 122 179,20 131 1,-56-250-180,1 7 0,0-1 0,-1 1 0,0 0 0,0 0 0,-1-1 0,-1 1 0,-2 17 0,3-26 13,-1 0 0,1-1 0,-1 1 0,0-1 0,1 1 0,-1-1 0,0 0 0,0 1 0,0-1 0,0 0 0,0 0 0,0 1 0,0-1 0,0 0 0,0 0 0,-1 0 0,1 0 0,0 0 0,-1-1 0,1 1 0,-1 0 0,1-1 0,-1 1 0,1-1 0,-1 1 0,1-1 0,-1 0 0,0 0 0,1 1 0,-1-1 0,1 0 0,-1-1 0,0 1 0,1 0 0,-1 0 0,1-1 0,-1 1 0,-1-1 0,-7-2 107,-1-1 0,1 0-1,0-1 1,-13-8 0,17 9-108,-106-70-12,3 1 0,92 63 0,-1 1 0,0 0 0,0 2 0,-30-9 0,44 15 0,0 0 0,0 0 0,0 1 0,0-1 0,-1 1 0,1 0 0,0 0 0,0 1 0,0-1 0,0 1 0,-1 0 0,1 0 0,0 0 0,1 1 0,-1-1 0,-7 5 0,6-3 0,0 1 0,0 0 0,1 0 0,0 0 0,0 1 0,0-1 0,0 1 0,1 0 0,0 0 0,-5 9 0,1 3 0,1 1 0,0-1 0,1 1 0,1 0 0,1 0 0,-2 32 0,4-36 0,0 0 0,0-1 0,2 28 0,0-39 0,-1 0 0,0 1 0,0-1 0,1 0 0,0 1 0,-1-1 0,1 0 0,0 0 0,0 0 0,0 0 0,0 0 0,0 0 0,1 0 0,-1 0 0,1 0 0,-1 0 0,1-1 0,0 1 0,0 0 0,-1-1 0,1 0 0,0 1 0,4 1 0,10 0 0,0 0 0,1-1 0,-1-1 0,0 0 0,1-1 0,-1-1 0,17-3 0,-16 3 0,35-4 0,-1-2 0,0-2 0,0-2 0,-1-3 0,51-21 0,-95 33-85,-1 0 0,1-1-1,-1 0 1,0 0 0,0 0-1,0-1 1,0 0 0,0 0-1,-1 0 1,0 0 0,0-1-1,0 1 1,0-1 0,-1 0-1,5-9 1,-1-5-6741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6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45 391 24575,'13'-1'0,"1"0"0,-1 0 0,0-2 0,0 1 0,0-2 0,0 0 0,0 0 0,-1-1 0,20-11 0,-12 4 0,-1-1 0,0-1 0,0 0 0,27-30 0,-35 33 0,-1 0 0,-1-1 0,-1 0 0,1-1 0,7-17 0,-13 24 0,0 1 0,-1-1 0,0 1 0,0-1 0,0 0 0,-1 0 0,0 0 0,0 1 0,-1-1 0,1 0 0,-1 0 0,-1 0 0,1 0 0,-1 0 0,0 0 0,-2-7 0,1 9 0,0 0 0,0 1 0,-1-1 0,1 1 0,-1 0 0,0 0 0,0 0 0,0 0 0,0 0 0,-1 1 0,1-1 0,-1 1 0,0 0 0,1 0 0,-1 0 0,0 1 0,0 0 0,0-1 0,0 1 0,0 0 0,-7 0 0,-4-1 0,0 0 0,0 1 0,0 1 0,-25 3 0,31-2 0,-1 0 0,1 1 0,0 0 0,0 0 0,0 1 0,0 0 0,1 1 0,-1 0 0,1 0 0,0 1 0,0 0 0,0 1 0,1-1 0,0 1 0,0 1 0,0-1 0,1 1 0,0 0 0,0 1 0,1 0 0,0-1 0,0 2 0,1-1 0,0 0 0,0 1 0,-3 15 0,0 5 0,2-1 0,2 0 0,0 1 0,2 0 0,1 0 0,1-1 0,1 1 0,2 0 0,8 30 0,-4-25 0,3 1 0,1-2 0,1 0 0,2 0 0,1-1 0,40 57 0,-44-73 0,1 0 0,0-1 0,1 0 0,0-1 0,2-1 0,23 17 0,-26-22 0,0-1 0,0 0 0,1-1 0,0 0 0,0-1 0,0-1 0,0 0 0,1-1 0,21 2 0,-17-3 38,0-1 0,1-1 0,-1-1 0,0-1 0,0-1 0,0 0 0,0-1 0,20-8 0,-30 9-128,0-1 0,-1 0 0,1-1 0,-1 0 0,0 0 1,0 0-1,0-1 0,-1 0 0,0-1 0,0 0 1,-1 0-1,0 0 0,0-1 0,-1 0 0,1 0 0,-2 0 1,1-1-1,3-10 0,4-19-6736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8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24575,'-3'12'0,"-1"13"0,0 17 0,10 14 0,21 54 0,16 23 0,7 5 0,3-13 0,-1-19 0,-7-24 0,-7-25 0,-11-30 0,-9-27 0,-9-15-8191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8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1 209 24575,'1'-2'0,"1"0"0,-1 0 0,1 0 0,0 0 0,0 0 0,0 0 0,0 0 0,0 1 0,0-1 0,1 1 0,-1 0 0,0 0 0,3-1 0,0-1 0,12-6 0,1 1 0,-1 1 0,31-8 0,249-47-309,13 26-266,553-9 398,-851 45 177,102 6 0,-102-5 0,1 1 0,-1 1 0,0-1 0,0 2 0,0 0 0,14 7 0,-23-10 0,-1 0 0,1 1 0,-1-1 0,1 1 0,-1 0 0,1 0 0,-1 0 0,0 0 0,0 0 0,0 0 0,0 1 0,0-1 0,-1 1 0,1-1 0,-1 1 0,0-1 0,1 1 0,0 3 0,-2-2 0,1 0 0,-1 0 0,0-1 0,0 1 0,0 0 0,-1 0 0,1 0 0,-1 0 0,0-1 0,0 1 0,0 0 0,-1-1 0,-2 7 0,-4 5 0,-1-1 0,0 0 0,-1 0 0,-21 21 0,-57 51 0,-38 20-257,-3-5-1,-200 116 1,154-118 361,-297 121 1,459-215-14,-17 8 61,-1-1 0,0-1 0,-1-2 0,-46 7 0,76-16-146,0 0 0,0 1 0,0-1 0,0 0 0,0 0 0,1 0 0,-1 0 0,0-1 0,0 1 0,0-1 0,0 1 0,0-1 0,1 1 0,-1-1 0,0 0 0,0 0 0,1 0 1,-1 0-1,-1-2 0,2 2 9,-1-1 1,1 1 0,1-1-1,-1 1 1,0-1-1,0 0 1,1 1 0,-1-1-1,0 0 1,1 0 0,0 1-1,0-1 1,-1 0 0,1 0-1,0 0 1,1-2 0,0-4 32,0 0 0,0 1 1,1-1-1,1 1 0,-1-1 1,1 1-1,8-13 0,0 3-48,1 1 0,0 1 0,2 0 0,-1 0 0,2 2 0,0 0 0,1 0 0,0 1 0,33-18 0,13-1 0,95-35 0,-153 64 0,344-124-1365,-229 79-5461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9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24575,'5'111'0,"21"128"0,-16-165 0,132 724 0,-138-780 0,-4-13 0,1 1 0,0-1 0,0 0 0,1 0 0,-1 0 0,1 0 0,0 0 0,5 9 0,-6-14 0,-1 0 0,0 0 0,0 0 0,0 0 0,0 0 0,1 0 0,-1 0 0,0 1 0,0-1 0,1 0 0,-1 0 0,0 0 0,0 0 0,0 0 0,1 0 0,-1 0 0,0 0 0,0 0 0,0 0 0,1 0 0,-1 0 0,0-1 0,0 1 0,1 0 0,-1 0 0,0 0 0,0 0 0,0 0 0,1 0 0,-1 0 0,0 0 0,0-1 0,0 1 0,0 0 0,0 0 0,1 0 0,-1 0 0,0-1 0,0 1 0,0 0 0,0 0 0,0 0 0,0-1 0,0 1 0,0 0 0,1 0 0,-1 0 0,0-1 0,0 1 0,0 0 0,0 0 0,0-1 0,0 1 0,5-16 0,0 0 0,-1 0 0,2-25 0,3-6 0,41-247 0,-24 128 0,-24 155 0,0 1 0,0 0 0,1-1 0,1 1 0,-1 0 0,2 0 0,-1 1 0,1-1 0,1 1 0,0 0 0,0 0 0,1 1 0,0 0 0,0 0 0,1 1 0,0 0 0,0 0 0,0 1 0,1-1 0,0 2 0,14-7 0,25-13-227,1 2-1,0 3 1,2 1-1,0 3 1,57-10-1,-74 21-6598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9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1 504 24575,'3'-1'0,"-1"-1"0,1 1 0,0-1 0,-1 1 0,0-1 0,1 0 0,-1 0 0,0 0 0,0 0 0,0 0 0,0-1 0,3-4 0,8-8 0,36-29 0,1 2 0,2 2 0,2 2 0,62-32 0,-46 33 0,2 3 0,1 3 0,79-21 0,-80 32 0,1 3 0,146-15 0,-203 30 0,0 2 0,1 0 0,-1 0 0,23 4 0,-35-3 0,-1 0 0,0-1 0,0 1 0,1 0 0,-1 1 0,0-1 0,0 0 0,0 1 0,0 0 0,-1 0 0,1 0 0,0 0 0,-1 0 0,1 0 0,-1 0 0,0 1 0,0 0 0,0-1 0,0 1 0,0 0 0,0 0 0,-1 0 0,0 0 0,1 0 0,-1 0 0,0 0 0,0 4 0,0 3 0,0-1 0,-1 1 0,-1-1 0,0 1 0,0-1 0,-1 0 0,0 1 0,0-1 0,-1 0 0,0 0 0,-1 0 0,-5 9 0,-9 16 0,-36 49 0,50-77 0,-258 327 0,256-327 0,-16 19 0,21-24 0,0-1 0,0 1 0,0 0 0,1 0 0,-1-1 0,0 1 0,0 0 0,0-1 0,0 1 0,0-1 0,0 1 0,0-1 0,0 1 0,0-1 0,-1 0 0,1 1 0,0-1 0,-2 0 0,3 0-57,-1-1 0,1 0 1,0 1-1,-1-1 0,1 1 0,0-1 0,-1 1 0,1-1 0,0 0 0,0 1 0,-1-1 1,1 1-1,0-1 0,0 0 0,0 1 0,0-1 0,0 0 0,0 1 0,0-1 1,0 0-1,0 1 0,1-1 0,-1-1 0,6-26-6769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9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24575,'8'1'0,"-1"1"0,1 0 0,0 0 0,-1 1 0,1 0 0,-1 0 0,0 0 0,0 1 0,0 0 0,-1 1 0,9 6 0,4 3 0,19 11 0,132 83 0,-131-86 0,1-1 0,62 22 0,-94-40 0,1-1 0,0 1 0,-1-2 0,11 2 0,-16-3 0,0 0 0,0 0 0,0 0 0,0 0 0,-1-1 0,1 1 0,0-1 0,0 0 0,0 1 0,0-1 0,-1-1 0,1 1 0,0 0 0,-1-1 0,1 1 0,2-4 0,11-11-341,0 0 0,-1-1-1,23-37 1,-2-1-6485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0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1 334 24575,'0'-6'0,"1"0"0,0-1 0,1 1 0,-1 0 0,1 0 0,0 1 0,0-1 0,1 0 0,0 1 0,0-1 0,0 1 0,5-5 0,2-3 0,0 1 0,1 0 0,19-16 0,1 4 0,1 1 0,0 1 0,2 2 0,0 1 0,1 2 0,1 1 0,1 2 0,51-13 0,-80 25 0,0 1 0,-1-1 0,1 2 0,0-1 0,0 1 0,13 1 0,-17 0 0,1 0 0,-1 0 0,0 0 0,0 1 0,0 0 0,0-1 0,-1 1 0,1 1 0,0-1 0,-1 0 0,1 1 0,-1 0 0,0 0 0,4 5 0,4 6 0,0 1 0,-2 1 0,1 0 0,-2 0 0,0 1 0,-1 0 0,-1 0 0,-1 1 0,4 17 0,4 32 0,4 72 0,-1 508 0,-17-412 0,1-223 0,-1-9 0,1 1 0,0-1 0,-1 1 0,2-1 0,-1 1 0,0-1 0,1 0 0,-1 1 0,1-1 0,0 1 0,0-1 0,0 0 0,3 5 0,-4-8-39,1 0 0,-1 0 0,0 0 0,1 0 0,-1 0 0,0 0 0,0 0 0,1 1 0,-1-1 0,0 0 0,1 0 0,-1 0 0,0 0 0,1 0 0,-1-1 0,0 1 0,1 0 0,-1 0 0,0 0 0,0 0 0,1 0 0,-1 0 0,0 0 0,1-1 0,-1 1 0,0 0 0,0 0 0,0 0 0,1-1 0,-1 1 0,0 0 0,0 0 0,0-1 0,1 1 0,9-15-6787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0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1 323 24575,'3'-3'0,"4"-1"0,3-3 0,4-3 0,5-6 0,2 0 0,1-3 0,3-2 0,-1 0 0,3 0 0,8-1 0,4-2 0,5-7 0,0-5 0,5-2 0,-5 5-8191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0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24575,'-3'6'0,"-10"14"0,-6 25 0,1 22 0,3 9 0,4 7 0,4-5 0,3-10 0,5-13 0,6-16 0,4-15 0,1-11-8191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0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24575,'0'1143'0,"0"-1138"0,0-1 0,0 1 0,0-1 0,1 1 0,0-1 0,1 6 0,-2-10 0,0 1 0,0-1 0,1 0 0,-1 0 0,0 1 0,0-1 0,0 0 0,0 0 0,0 1 0,1-1 0,-1 0 0,0 0 0,0 0 0,0 1 0,1-1 0,-1 0 0,0 0 0,0 0 0,1 0 0,-1 0 0,0 0 0,0 1 0,1-1 0,-1 0 0,0 0 0,1 0 0,-1 0 0,0 0 0,0 0 0,1 0 0,-1 0 0,0 0 0,1 0 0,-1 0 0,1-1 0,0 1 0,1-1 0,-1 0 0,0 0 0,1-1 0,-1 1 0,0 0 0,1 0 0,-1-1 0,0 1 0,1-3 0,22-35-1365,1-9-5461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1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766 1 24575,'-3'0'0,"-10"6"0,-18 20 0,-15 20 0,-24 24 0,-16 21 0,-13 13 0,-8 9 0,4 1 0,15-7 0,22-19 0,25-24 0,28-29 0,27-29 0,9-16-8191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1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24575,'3'0'0,"4"0"0,7 6 0,16 11 0,15 5 0,14 6 0,19 0 0,20-1 0,11-5 0,-7-6 0,-5-4 0,-14 0 0,-21 4 0,-21-1-8191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1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251 733 24575,'-42'0'0,"-23"0"0,0-6 0,13-5 0,26-7 0,25-8 0,34-10 0,30-8 0,37-11 0,40-5 0,38-7 0,68-8-1849,60-3 1849,38 3-2813,30 3 2813,5 9 0,-62 17-3529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1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1 24575,'-12'13'0,"1"0"0,1 0 0,0 1 0,-8 17 0,-29 63 0,46-93 0,-26 63 0,2 1 0,-20 87 0,-16 138 0,55-258 0,5-26 0,-34 206 0,31-173 0,2 1 0,1-1 0,6 55 0,-4-84 0,0 0 0,1 0 0,1 0 0,5 15 0,-8-23 0,1-1 0,0 1 0,0 0 0,-1 0 0,1-1 0,0 1 0,0-1 0,1 1 0,-1-1 0,0 1 0,0-1 0,1 0 0,-1 0 0,1 0 0,-1 1 0,1-1 0,-1-1 0,1 1 0,0 0 0,-1 0 0,1-1 0,0 1 0,0 0 0,0-1 0,-1 0 0,1 0 0,0 1 0,0-1 0,0 0 0,0 0 0,0-1 0,1 1 0,29-13-1365,1-6-5461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2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1 255 24575,'90'-46'0,"2"5"0,1 3 0,3 4 0,0 5 0,136-23 0,-218 49 0,56-7 0,-64 9 0,1 1 0,-1 0 0,1 0 0,-1 1 0,1-1 0,-1 2 0,11 2 0,-15-4 0,-1 1 0,0-1 0,1 1 0,-1 0 0,0-1 0,1 1 0,-1 0 0,0 0 0,0 0 0,0 0 0,0 0 0,0 0 0,0 0 0,0 0 0,0 1 0,0-1 0,0 0 0,-1 1 0,1-1 0,-1 0 0,1 1 0,-1-1 0,1 0 0,-1 1 0,0-1 0,1 1 0,-1-1 0,0 3 0,-1 2 0,1-1 0,-1 1 0,-1 0 0,1-1 0,-1 1 0,-3 7 0,-7 13 0,0 0 0,-2-1 0,-18 25 0,-57 68 0,60-81 0,-428 511 0,438-526 0,14-15 0,-1-2 0,1 1 0,0 1 0,1-1 0,-1 0 0,-5 13 0,10-17 0,-1 0 0,0 0 0,1 0 0,0 0 0,-1 0 0,1 0 0,0 1 0,0-1 0,0 0 0,0 0 0,1 0 0,-1 0 0,0 0 0,1 0 0,0 0 0,-1 0 0,1 0 0,0 0 0,0 0 0,0 0 0,0 0 0,1 0 0,-1-1 0,3 3 0,32 34 0,2-1 0,71 52 0,-103-84 0,1 1 0,0-1 0,1 1 0,0-1 0,0-1 0,17 8 0,-23-11 0,0-1 0,0 1 0,1-1 0,-1 1 0,0-1 0,0 0 0,1 0 0,-1 0 0,0 0 0,0 0 0,0-1 0,1 1 0,-1-1 0,0 1 0,0-1 0,0 0 0,0 0 0,0 0 0,0 0 0,0 0 0,0 0 0,0-1 0,-1 1 0,1 0 0,0-1 0,-1 0 0,1 1 0,-1-1 0,3-3 0,0-2-227,0 0-1,-1 0 1,0 0-1,0 0 1,3-13-1,1-9-6598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2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1 383 24575,'0'-3'0,"3"-1"0,10-3 0,11 0 0,18-2 0,12-2 0,19-3 0,15-4 0,13-6 0,11-7 0,-8-2 0,-7-7 0,-13-3 0,-16 1 0,-15-9 0,-18 5-8191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3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967 1 24575,'21'650'-194,"64"138"-781,-34-357 981,-48-408-6,17 246 0,-19-265 35,-1 4-53,0-1 1,0 1 0,-1 0 0,0-1-1,-2 10 1,2-16 45,1 0 0,0 1 0,-1-1 0,1 0 1,-1 0-1,0 0 0,1 0 0,-1 0 0,0 0 0,0 0 0,1 0 0,-1 0 0,0 0 0,0 0 0,0 0 0,0-1 0,0 1 0,0 0 0,-1-1 0,1 1 0,0-1 1,0 1-1,0-1 0,-1 1 0,1-1 0,0 0 0,0 0 0,-1 0 0,1 0 0,0 0 0,0 0 0,-1 0 0,1 0 0,0 0 0,0 0 0,-3-1 0,-85-23 210,-42-8-282,22 17 44,1 5 0,-133 4 0,212 7 0,0 1 0,1 1 0,-1 1 0,1 2 0,-1 1 0,-43 17 0,60-19 0,1 0 0,1 0 0,-1 1 0,1 0 0,0 1 0,0 0 0,1 1 0,0 0 0,0 1 0,1 0 0,0 0 0,0 0 0,1 1 0,1 0 0,0 1 0,0-1 0,1 1 0,-6 17 0,6-11 0,2-1 0,0 1 0,1 0 0,0 0 0,2 0 0,0 0 0,1-1 0,0 1 0,7 27 0,-6-32 0,1-1 0,1 1 0,0-1 0,0 0 0,1-1 0,0 1 0,1-1 0,1 0 0,-1 0 0,1-1 0,1 1 0,0-2 0,0 1 0,18 13 0,-12-13 0,1-1 0,0 0 0,0-1 0,1 0 0,-1-1 0,1-1 0,18 3 0,6-1 0,77 3 0,-41-11-144,-1-3 0,1-3 0,-1-3-1,135-38 1,-136 28 92,-1-4 0,85-40-1,-124 48 55,-1-2 0,0-1 0,-2-2-1,0-1 1,-2-1 0,41-41 0,-60 54-2,-1-1 0,1-1 0,-2 1 0,1-2 0,-2 1 0,0-1 0,0 0 0,6-21 0,-11 28 0,0 1 0,-1-1 0,0 0 0,0 0 0,-1 0 0,0 0 0,0 0 0,0 1 0,-1-1 0,1 0 0,-1 0 0,-1 0 0,1 0 0,-1 1 0,0-1 0,-1 1 0,1-1 0,-1 1 0,0 0 0,0 0 0,-1 0 0,-7-8 0,1 4 36,0 0 0,-1 0 0,0 1 0,-1 0 0,0 1 0,0 1 0,-1 0 0,1 0 0,-1 1 0,-1 1 0,-21-4 1,-6 0 107,0 2 0,-68-1 0,49 7-144,0 3 0,1 2 0,-1 3 0,2 3 0,-1 2 0,2 3 0,0 2 0,1 2 0,1 3 0,-91 53 0,138-71 0,1-2 0,0 1 0,0 0 0,0 1 0,0 0 0,1 0 0,0 1 0,0-1 0,1 1 0,-10 12 0,15-17 0,0-1 0,-1 1 0,1 0 0,0-1 0,0 1 0,0 0 0,0-1 0,0 1 0,-1 0 0,1-1 0,0 1 0,0-1 0,1 1 0,-1 0 0,0-1 0,0 1 0,0 0 0,0-1 0,1 1 0,-1 0 0,0-1 0,0 1 0,1-1 0,-1 1 0,0-1 0,1 1 0,-1-1 0,1 1 0,-1-1 0,1 1 0,-1-1 0,1 1 0,-1-1 0,1 0 0,-1 1 0,1-1 0,0 0 0,-1 1 0,1-1 0,-1 0 0,2 0 0,33 7 0,-31-6 0,75 4-1365,12-4-5461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3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 24575,'-6'0'0,"-5"0"0,-19 3 0,-4 1-8191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07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24575,'7'438'53,"30"-9"-319,38 9-848,43-11 1165,12-91 199,-77-206-189,-47-113-101,-12-29 241,-47-97-762,15 32-6265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07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2 24575,'149'-1'0,"210"6"0,-354-5 0,11 1 0,0 0 0,-1 1 0,31 8 0,-43-9 0,0 0 0,0 0 0,0 0 0,0 1 0,0-1 0,0 1 0,0 0 0,-1-1 0,1 1 0,0 1 0,-1-1 0,0 0 0,1 0 0,-1 1 0,0 0 0,0-1 0,-1 1 0,1 0 0,0 0 0,-1 0 0,0 0 0,0 0 0,0 0 0,0 0 0,1 4 0,-2 3 0,0-1 0,-1 0 0,0 1 0,0-1 0,-1 0 0,0 0 0,0 0 0,-1 0 0,-1 0 0,-7 15 0,-6 7 0,-33 46 0,-4-6 114,-3-2 0,-120 111 0,-151 97-1760,323-273 1585,-35 28-6765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08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703 1 24575,'-51'1'0,"0"2"0,1 3 0,0 1 0,0 3 0,1 2 0,0 2 0,1 3 0,0 1 0,-72 40 0,104-49 0,1 0 0,0 1 0,1 1 0,-20 18 0,30-25 0,0 0 0,0 1 0,1-1 0,-1 1 0,1 0 0,0 0 0,0 0 0,1 0 0,-1 0 0,1 1 0,0-1 0,1 1 0,-1-1 0,1 1 0,0 0 0,1 0 0,-1 9 0,3-6 0,-1-1 0,1 1 0,0-1 0,1 1 0,0-1 0,0 0 0,1 0 0,0-1 0,1 1 0,-1-1 0,1 0 0,1 0 0,-1 0 0,1-1 0,13 11 0,1 0 0,2-2 0,0 0 0,0-1 0,27 12 0,419 162-350,-166-75 7,-218-77 261,118 69 0,-200-104 82,78 51 0,-72-46 0,1 1 0,-1 0 0,0 1 0,0 0 0,11 16 0,-17-22 0,-1-1 0,0 1 0,0 0 0,1 0 0,-1 0 0,-1 0 0,1 0 0,0 0 0,0 0 0,-1 0 0,0 0 0,1 0 0,-1 0 0,0 0 0,0 1 0,0-1 0,0 0 0,0 0 0,0 0 0,-1 0 0,1 0 0,-1 0 0,0 0 0,1 0 0,-1 0 0,0 0 0,0 0 0,0 0 0,0 0 0,-1 0 0,1-1 0,0 1 0,-1 0 0,1-1 0,-1 1 0,0-1 0,-2 2 0,-5 3 0,-1 0 0,0-1 0,-1 0 0,1 0 0,-21 5 0,-63 15 0,-1-5 0,-121 11 0,196-29 0,-782 46 2,778-49 303,23 1-610,12-1-918,20 0-4890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10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1132 1 24575,'17'493'0,"78"225"-486,-32-282 257,-61-421 229,19 209 0,-21-220 0,0-1 0,0 1 0,0-1 0,-1 0 0,1 1 0,-1-1 0,1 1 0,-1-1 1,0 0-1,0 0 0,-1 1 0,1-1 0,-1 0 0,0 0 0,-3 4 0,3-5 27,0-1 0,0 1 0,0-1 0,-1 0 0,1 0 0,0 0 0,-1 0 0,1 0 0,-1 0 0,1-1 1,-1 1-1,1-1 0,-1 1 0,1-1 0,-1 0 0,1 0 0,-1 0 0,0-1 0,1 1 0,-1-1 0,-4-1 0,-19-5 21,0-1 0,-43-20 1,-53-34-64,61 30 4,-35-16 11,-196-67 0,68 55 0,189 53 0,0 1 0,-1 2 0,0 1 0,-49 4 0,79-1 0,-1 1 0,1-1 0,0 2 0,-1-1 0,1 1 0,0 0 0,0 0 0,0 1 0,0 0 0,-8 5 0,11-6 0,0 1 0,0-1 0,1 1 0,-1 0 0,1 0 0,-1 0 0,1 0 0,0 0 0,0 0 0,1 1 0,-1-1 0,1 1 0,-1-1 0,1 1 0,0-1 0,1 1 0,-1 0 0,0 5 0,1-2 0,-1 1 0,2-1 0,-1 1 0,1-1 0,0 1 0,0-1 0,1 0 0,0 1 0,0-1 0,1 0 0,4 8 0,-4-11 0,-1 0 0,1 0 0,-1 0 0,1 0 0,0-1 0,0 0 0,1 1 0,-1-1 0,1 0 0,0-1 0,0 1 0,0-1 0,0 1 0,0-1 0,0 0 0,0-1 0,1 1 0,-1-1 0,6 1 0,17 2 0,0-2 0,0-1 0,0-1 0,51-7 0,104-29 0,-178 35 0,187-50 0,-152 38 0,0-2 0,67-36 0,-102 48-114,0 1 1,0-1-1,0 0 0,0 0 0,0 0 1,-1 0-1,1-1 0,-1 1 0,0-1 1,0 0-1,3-5 0,2-13-6712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10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24575,'0'3'0,"3"7"0,4 7 0,10 11 0,5 9 0,1 4 0,-2-4-8191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10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24575,'0'9'0,"3"6"0,1 3 0,-1 2 0,3 6 0,0 5 0,3 3 0,1 2 0,1 4 0,0 4 0,5 3 0,2 3 0,2-4 0,-4-9-8191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11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 24575,'-4'1'0,"1"0"0,0 0 0,0 1 0,0-1 0,0 1 0,0 0 0,0 0 0,0 0 0,1 0 0,-1 1 0,1-1 0,-1 1 0,-2 3 0,0 0 0,-10 10 0,1 2 0,1 0 0,0 0 0,2 1 0,0 1 0,1 0 0,1 0 0,1 1 0,1 0 0,-8 36 0,15-56 0,-1 1 0,1 0 0,0 0 0,0 0 0,0 0 0,0 0 0,0 0 0,0 0 0,0-1 0,0 1 0,1 0 0,-1 0 0,1 0 0,0 0 0,-1-1 0,1 1 0,0 0 0,0-1 0,0 1 0,0 0 0,0-1 0,0 1 0,1-1 0,-1 0 0,1 1 0,-1-1 0,1 0 0,-1 0 0,1 0 0,-1 0 0,1 0 0,0 0 0,-1-1 0,1 1 0,0 0 0,4 0 0,5 1 0,0-1 0,1 0 0,-1 0 0,23-2 0,-27 0 0,23-1 0,-1-1 0,1-2 0,29-8 0,-45 9 0,0 0 0,0-1 0,-1-1 0,0 0 0,0-1 0,0 0 0,-1-1 0,15-13 0,-23 18 0,0-1 0,-1 1 0,0-1 0,1 0 0,-2 0 0,1-1 0,0 1 0,-1 0 0,0-1 0,0 0 0,0 0 0,0 1 0,-1-1 0,0 0 0,0 0 0,0 0 0,0-9 0,-1 10 0,-1 0 0,1 0 0,-1 0 0,0 0 0,0 1 0,0-1 0,0 0 0,-1 0 0,0 1 0,0-1 0,0 1 0,0-1 0,0 1 0,0 0 0,-1 0 0,0 0 0,0 0 0,0 0 0,0 1 0,0 0 0,0-1 0,-6-2 0,8 4 0,0 1 0,0-1 0,0 0 0,0 1 0,0-1 0,0 1 0,0 0 0,0-1 0,0 1 0,0 0 0,0-1 0,0 1 0,0 0 0,0 0 0,0 0 0,0 0 0,-1 0 0,1 0 0,0 0 0,0 1 0,0-1 0,0 0 0,0 1 0,0-1 0,0 0 0,0 1 0,0-1 0,0 1 0,0 0 0,0-1 0,0 1 0,1 0 0,-1-1 0,0 1 0,0 0 0,1 0 0,-1 0 0,0 0 0,1 0 0,-1 0 0,1 0 0,-1 0 0,1 0 0,0 0 0,-1 0 0,1 0 0,0 0 0,-1 1 0,0 5 0,0-1 0,0 0 0,1 0 0,0 1 0,0-1 0,0 0 0,2 9 0,0-8 0,0 0 0,1 1 0,0-1 0,0-1 0,0 1 0,1 0 0,0-1 0,0 0 0,7 7 0,50 50 0,-53-55 0,15 12-1365,-2-4-5461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12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1736 135 24575,'-13'0'0,"0"1"0,0 0 0,0 1 0,0 1 0,1 0 0,-1 0 0,1 2 0,0-1 0,0 1 0,0 1 0,-11 8 0,16-10 0,0 1 0,0 1 0,0-1 0,1 1 0,0 0 0,0 1 0,1-1 0,0 1 0,0 0 0,0 1 0,1-1 0,0 1 0,0 0 0,1 0 0,0 0 0,1 0 0,-3 14 0,5-20 0,-1 0 0,1 0 0,0 0 0,0 0 0,0 0 0,0 1 0,0-1 0,1 0 0,-1 0 0,1 0 0,-1 0 0,1 0 0,0 0 0,0 0 0,0 0 0,0 0 0,0 0 0,0 0 0,0-1 0,1 1 0,-1 0 0,1-1 0,-1 1 0,1-1 0,0 1 0,-1-1 0,1 0 0,0 0 0,0 0 0,0 0 0,0 0 0,0 0 0,0-1 0,4 2 0,7 1 0,-1-1 0,1-1 0,0 1 0,21-2 0,-32 0 0,18-1 0,-1-1 0,0-1 0,0 0 0,-1-2 0,1 0 0,-1-1 0,0 0 0,0-2 0,-1 0 0,0-1 0,0-1 0,17-13 0,-24 15 0,0-1 0,0 0 0,-1 0 0,0-1 0,0 0 0,-1-1 0,-1 0 0,8-13 0,-11 16 0,0-1 0,0-1 0,-1 1 0,0 0 0,-1-1 0,0 0 0,-1 1 0,0-1 0,0 0 0,-1 0 0,-1-17 0,0 23 0,1 1 0,-1-1 0,0 0 0,-1 0 0,1 0 0,-1 1 0,1-1 0,-1 1 0,0-1 0,0 1 0,-1 0 0,1 0 0,-1 0 0,-4-4 0,6 6 0,0 0 0,0 1 0,0-1 0,0 0 0,0 1 0,0-1 0,0 1 0,0-1 0,0 1 0,-1 0 0,1-1 0,0 1 0,0 0 0,0 0 0,-1 0 0,1 0 0,0 0 0,0 0 0,-2 0 0,1 1 0,0 0 0,1-1 0,-1 1 0,1 0 0,-1 0 0,1 0 0,-1 0 0,1 1 0,-1-1 0,1 0 0,0 1 0,0-1 0,0 0 0,0 1 0,0 0 0,-2 2 0,0 3 0,0 0 0,1 0 0,0 0 0,0 1 0,0-1 0,1 1 0,0-1 0,1 0 0,-1 1 0,2 10 0,1 4 0,1-1 0,8 30 0,-3-23 0,2 0 0,2-1 0,0 0 0,2-1 0,23 34 0,-15-24 0,67 108 18,53 88-5,-22 11-198,-39-12-514,-65-174 662,-3 0 0,8 78 0,-18-100 48,-2 0-1,-1 0 0,-1 0 1,-2-1-1,-9 40 1,6-50-32,-1 1 1,-1-2 0,-1 1-1,-1-1 1,-1-1 0,0 0-1,-2 0 1,-17 20 0,5-12-44,-2-1 0,-1-1 1,-1-1-1,-1-2 0,-1-1 0,-2-2 1,0-1-1,-57 26 0,14-12-144,-2-5 1,-2-2-1,-86 17 0,41-18-235,-1-6 1,-1-5-1,-1-6 0,-227-10 1,292-5 416,-1-3 0,1-2 1,0-3-1,-77-28 0,109 29 5,0-1 1,1-2 0,-53-34-1,63 35 18,1-1-1,1 0 1,1-1 0,0-2 0,1 1-1,-16-24 1,21 24 12,1-1 1,0 0-1,1-1 1,1 0-1,1 0 0,0-1 1,2 0-1,0 0 1,1 0-1,2 0 0,0-1 1,0 1-1,3-22 1,2 4-112,2-1 1,1 1 0,2 1 0,2-1-1,26-65 1,28-42-2678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12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24575,'12'22'0,"27"37"0,-11-19 0,101 151 0,53 82 0,-21 14 0,-146-256 0,-2 1 0,0 0 0,-3 1 0,11 54 0,-18-57 0,-4-30 0,1 0 0,0 0 0,0 0 0,0-1 0,0 1 0,0 0 0,0 0 0,0 0 0,0 0 0,0 0 0,0-1 0,0 1 0,-1 0 0,1 0 0,0 0 0,0 0 0,0 0 0,0 0 0,0 0 0,-1 0 0,1-1 0,0 1 0,0 0 0,0 0 0,0 0 0,-1 0 0,1 0 0,0 0 0,0 0 0,0 0 0,0 0 0,-1 0 0,1 0 0,0 0 0,0 0 0,0 0 0,0 0 0,-1 0 0,1 0 0,0 0 0,0 1 0,0-1 0,0 0 0,0 0 0,-1 0 0,1 0 0,0 0 0,0 0 0,0 0 0,0 0 0,0 1 0,0-1 0,-1 0 0,1 0 0,0 0 0,0 0 0,0 0 0,0 1 0,0-1 0,0 0 0,0 0 0,0 0 0,0 0 0,0 1 0,0-1 0,0 0 0,-9-14 0,-1-10 0,1-1 0,0 0 0,2-1 0,-6-41 0,-2-108 0,15 158 0,1 0 0,0 1 0,2-1 0,0 1 0,0-1 0,2 1 0,0 0 0,1 1 0,0-1 0,1 1 0,14-21 0,3-1 0,2 2 0,1 1 0,37-36 0,-36 42 0,45-35 0,-61 54 0,1 0 0,1 0 0,-1 1 0,1 1 0,1 0 0,20-6 0,-31 12-195,0 0 0,0 0 0,-1 1 0,1-1 0,0 1 0,7 0 0,15 7-6631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12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1 24575,'-3'6'0,"-4"14"0,-7 13 0,-4 15 0,-5 9 0,-1 12 0,3 8 0,5-5 0,5-8 0,8-5 0,7-14 0,13-23 0,8-21 0,9-23 0,3-14 0,-6 0-8191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13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24575,'2'0'0,"-1"1"0,1 0 0,0-1 0,0 1 0,-1 0 0,1 0 0,-1 0 0,1 0 0,-1 0 0,1 0 0,-1 1 0,1-1 0,-1 0 0,2 3 0,1 0 0,45 49 0,-27-28 0,2 0 0,39 30 0,-62-53 0,1-1 0,0 1 0,0-1 0,0 0 0,0 1 0,1-1 0,-1-1 0,0 1 0,0 0 0,1 0 0,-1-1 0,0 1 0,1-1 0,-1 0 0,0 0 0,1 0 0,-1 0 0,0 0 0,1 0 0,-1-1 0,0 1 0,1-1 0,-1 1 0,0-1 0,1 0 0,-1 0 0,0 0 0,0 0 0,0-1 0,0 1 0,0 0 0,0-1 0,-1 1 0,1-1 0,0 0 0,-1 0 0,1 1 0,-1-1 0,2-3 0,5-7 0,-1 0 0,-1-1 0,0 1 0,0-1 0,5-20 0,16-58 0,-26 89 0,-1 0 0,1 0 0,-1 1 0,1-1 0,-1 0 0,1 1 0,0-1 0,0 0 0,0 1 0,0-1 0,0 1 0,0 0 0,0-1 0,1 1 0,-1 0 0,2-1 0,-3 2 0,1 0 0,-1 0 0,0 0 0,1 0 0,-1 0 0,0 0 0,1 0 0,-1 0 0,1 0 0,-1 0 0,0 0 0,1 0 0,-1 1 0,0-1 0,0 0 0,1 0 0,-1 0 0,0 1 0,1-1 0,-1 0 0,0 0 0,0 1 0,1-1 0,-1 0 0,0 0 0,0 1 0,9 18 0,7 56 0,-13-56 0,0 0 0,2 0 0,1 0 0,12 30 0,-16-46 0,-1 0 0,1-1 0,-1 1 0,1-1 0,0 0 0,0 1 0,0-1 0,0 0 0,0 0 0,1 0 0,3 2 0,-5-4 0,0 1 0,1-1 0,-1 1 0,0-1 0,1 1 0,-1-1 0,0 0 0,0 0 0,1 0 0,-1 0 0,0 0 0,1 0 0,-1 0 0,0 0 0,1-1 0,-1 1 0,0 0 0,1-1 0,-1 1 0,0-1 0,0 1 0,0-1 0,0 0 0,1 0 0,-1 1 0,0-1 0,0 0 0,1-1 0,34-39 0,-27 31 0,-1 0 0,1 1 0,11-9 0,-16 15 0,0 0 0,0 0 0,0 1 0,0-1 0,1 1 0,-1 0 0,1 1 0,0-1 0,0 1 0,-1 0 0,1 0 0,5 0 0,3 0 0,0 0 0,-1 0 0,1-1 0,0-1 0,-1 0 0,0-1 0,0-1 0,0 1 0,0-2 0,-1 0 0,1 0 0,-2-1 0,18-13 0,1-5-1365,-16 14-5461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3:13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24575,'-7'31'0,"0"-4"0,5-15 0,0 1 0,0 0 0,1 0 0,1 0 0,0 0 0,0 0 0,1 0 0,4 17 0,-4-28 0,0 0 0,0-1 0,0 1 0,0 0 0,0-1 0,0 1 0,0-1 0,1 0 0,-1 1 0,1-1 0,-1 0 0,1 0 0,0 0 0,-1 0 0,1 0 0,0 0 0,-1 0 0,1-1 0,0 1 0,0-1 0,0 1 0,0-1 0,0 0 0,0 0 0,-1 0 0,1 0 0,0 0 0,0 0 0,0 0 0,3-1 0,0 0 0,1 0 0,-1 0 0,0-1 0,0 1 0,1-1 0,-1 0 0,-1-1 0,1 1 0,8-7 0,-5 2-114,-1-1 1,0 0-1,0 0 0,-1-1 0,0 0 1,0 0-1,-1 0 0,0-1 0,-1 1 1,0-1-1,3-12 0,-1-2-6712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02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24336,'1049'0'0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26.2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818 214 24575,'-54'-9'0,"-3"8"0,15 1 0,1-1 0,-76-13 0,-54-22 0,136 34 0,30 2 0,1 0 0,-1 0 0,0-1 0,1 1 0,-1-1 0,0 0 0,1 0 0,-1-1 0,1 1 0,0-1 0,-7-4 0,-3-1 0,0 1 0,0 0 0,0 1 0,0 0 0,-1 1 0,0 1 0,-20-2 0,-43-12 0,76 16 0,0 0 0,0 0 0,1 0 0,-1 0 0,1 0 0,-1 0 0,1-1 0,-1 1 0,1 0 0,0-1 0,0 1 0,0-1 0,0 0 0,0 1 0,0-1 0,0 0 0,0 0 0,1 0 0,-1 1 0,0-1 0,1 0 0,0 0 0,0 0 0,-1 0 0,1 0 0,0 0 0,0 0 0,1 0 0,-1 0 0,0 0 0,1 1 0,0-4 0,-1 4 0,1 0 0,-1 0 0,1 0 0,0 0 0,-1 0 0,1 0 0,0 0 0,-1 0 0,1 0 0,0 1 0,0-1 0,0 0 0,0 0 0,0 1 0,0-1 0,0 1 0,0-1 0,0 1 0,0-1 0,0 1 0,0 0 0,0-1 0,0 1 0,2 0 0,32-3 0,-30 2 0,277 1 0,-132 1 0,-33 8 0,-9-1 0,-46-7-1365,-52-1-5461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38.1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528 10 24575,'-389'0'0,"314"-9"0,22 9-1365,43 0-5461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39.6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404 1 24575,'-394'0'-1365,"385"0"-5461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42.3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812 35 23619,'-811'-35'0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57.7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301 1 24575,'-64'-1'0,"-67"2"0,126 0 0,0-1 0,1 1 0,-1-1 0,0 2 0,1-1 0,-1 0 0,1 1 0,0 0 0,-1 0 0,1 0 0,0 0 0,0 1 0,0-1 0,1 1 0,-1 0 0,0 1 0,1-1 0,0 0 0,0 1 0,0 0 0,0 0 0,1 0 0,0 0 0,-1 0 0,2 0 0,-1 0 0,0 1 0,1-1 0,0 1 0,0-1 0,0 1 0,0 0 0,1-1 0,0 10 0,0-10 0,0-1 0,0 1 0,0 0 0,1-1 0,0 1 0,-1 0 0,1-1 0,1 1 0,-1-1 0,0 0 0,1 1 0,3 4 0,-3-6 0,-1 0 0,1 0 0,0-1 0,0 1 0,0-1 0,0 1 0,0-1 0,0 0 0,0 0 0,1 0 0,-1 0 0,0 0 0,1-1 0,-1 1 0,1 0 0,-1-1 0,0 0 0,1 0 0,4 0 0,3 1 0,1-1 0,-1-1 0,1 0 0,-1 0 0,0-1 0,1 0 0,-1-1 0,15-6 0,-12 3 0,-1 2 0,1 0 0,-1 0 0,1 1 0,0 1 0,0 0 0,0 1 0,25 0 0,-37 1 0,1 0 0,0 0 0,0 0 0,0 0 0,0 0 0,0 0 0,-1 1 0,1-1 0,0 1 0,0-1 0,-1 1 0,1 0 0,0 0 0,-1 0 0,1 0 0,-1 0 0,1 0 0,-1 0 0,3 2 0,-3 0 0,0-1 0,1 1 0,-1-1 0,-1 1 0,1-1 0,0 1 0,-1 0 0,1 0 0,-1-1 0,0 1 0,1 0 0,-2 4 0,1-2 0,0-1 0,0 1 0,-1-1 0,0 0 0,0 0 0,0 1 0,0-1 0,0 0 0,-1 0 0,0 0 0,0 0 0,0 0 0,0-1 0,-1 1 0,0-1 0,1 1 0,-1-1 0,0 0 0,-1 0 0,1 0 0,-6 3 0,-61 56 0,47-43 0,-31 32 0,18-16 0,34-34 0,0 1 0,0 0 0,1 1 0,-1-1 0,0 0 0,1 0 0,-1 1 0,1-1 0,-1 1 0,1-1 0,0 1 0,0 0 0,1-1 0,-1 1 0,0 0 0,1-1 0,0 1 0,-1 0 0,1 0 0,1 3 0,-1-4 0,1 1 0,-1-1 0,1 0 0,0 1 0,0-1 0,0 0 0,1 0 0,-1 0 0,0 0 0,1 0 0,-1 0 0,1 0 0,0 0 0,0 0 0,-1-1 0,1 1 0,0-1 0,0 1 0,1-1 0,-1 0 0,0 0 0,0 0 0,4 1 0,2 1 0,0-1 0,0 0 0,1 0 0,-1-1 0,1 0 0,-1 0 0,10-1 0,-12 0 0,-1-1 0,0 1 0,0-1 0,1 0 0,-1-1 0,0 1 0,0-1 0,0 0 0,-1 0 0,1-1 0,0 1 0,6-6 0,4-4 0,1 0 0,28-17 0,-36 26 0,-1-1 0,0 1 0,1 1 0,0-1 0,-1 1 0,1 0 0,0 1 0,0 0 0,11 0 0,-15 1 0,0 0 0,-1 0 0,1 0 0,-1 0 0,1 0 0,-1 1 0,0-1 0,1 1 0,2 1 0,-5-1 0,0 0 0,0 0 0,0 0 0,0-1 0,0 1 0,0 0 0,0 0 0,0 0 0,-1 0 0,1 1 0,0-1 0,-1 0 0,1 0 0,-1 0 0,0 0 0,1 1 0,-1-1 0,0 0 0,0 0 0,1 1 0,-1-1 0,0 0 0,0 1 0,0-1 0,-1 2 0,1 5 0,0 0 0,0-1 0,-1 1 0,0 0 0,-1 0 0,0 0 0,0-1 0,-1 1 0,0-1 0,0 1 0,0-1 0,-1 0 0,0 0 0,-1-1 0,-6 8 0,3-2 0,-1-1 0,-9 19 0,-12 19 0,11-27 0,10-12 0,0 0 0,1 1 0,0 0 0,1 0 0,-7 17 0,12-25 0,1 0 0,0 1 0,0-1 0,0 0 0,1 1 0,-1-1 0,1 1 0,0-1 0,0 1 0,0-1 0,1 1 0,-1-1 0,1 1 0,0-1 0,-1 1 0,2-1 0,-1 0 0,0 1 0,1-1 0,-1 0 0,1 0 0,0 0 0,0 0 0,0-1 0,1 1 0,-1 0 0,1-1 0,-1 0 0,1 1 0,0-1 0,0 0 0,0 0 0,0-1 0,0 1 0,0-1 0,0 1 0,1-1 0,-1 0 0,0 0 0,1 0 0,-1-1 0,1 1 0,-1-1 0,1 0 0,-1 0 0,1 0 0,-1-1 0,1 1 0,-1-1 0,1 0 0,-1 0 0,0 0 0,1 0 0,3-2 0,0-2 0,0 0 0,-1 0 0,0 0 0,0-1 0,0 0 0,-1 0 0,0-1 0,0 1 0,5-11 0,-6 10 0,0 0 0,1 1 0,0 0 0,0 0 0,0 0 0,0 0 0,1 1 0,0 0 0,0 0 0,9-5 0,-6 7 0,0 1 0,0 0 0,0 1 0,1 0 0,-1 0 0,0 1 0,0 0 0,17 3 0,8-1 0,-11-3 0,-16 0 0,1 1 0,0 0 0,-1 0 0,1 1 0,-1-1 0,1 2 0,-1-1 0,15 5 0,-21-4 0,1-1 0,-1 1 0,0-1 0,1 1 0,-1-1 0,0 1 0,0 0 0,0-1 0,0 1 0,0 0 0,0 0 0,-1 0 0,1 0 0,-1 0 0,1 0 0,-1 0 0,0 0 0,0 0 0,0 0 0,0 0 0,0 0 0,0 0 0,-1 2 0,0 7 0,0 0 0,-6 19 0,3-19 0,-1 0 0,0 0 0,-1-1 0,0 0 0,0 0 0,-11 12 0,-3 5 0,-16 8 0,-11 30 0,35-46 0,-2 0 0,-30 33 0,42-49 0,-1-1 0,1 1 0,0 0 0,-1 0 0,1 0 0,0 0 0,1 1 0,-1-1 0,1 1 0,-1-1 0,1 1 0,-1 4 0,2-6 0,0-1 0,0 0 0,0 0 0,0 1 0,0-1 0,0 0 0,0 0 0,1 0 0,-1 1 0,0-1 0,1 0 0,-1 0 0,1 0 0,0 0 0,-1 0 0,1 0 0,0 0 0,-1 0 0,1 0 0,0 0 0,0 0 0,0 0 0,0-1 0,0 1 0,0 0 0,0-1 0,0 1 0,0-1 0,0 1 0,0-1 0,1 1 0,-1-1 0,0 0 0,0 1 0,0-1 0,1 0 0,-1 0 0,0 0 0,0 0 0,2 0 0,3 0 0,0 0 0,-1 0 0,1 0 0,0-1 0,-1 0 0,1 0 0,-1 0 0,1-1 0,-1 0 0,1 0 0,-1 0 0,6-5 0,4-2 0,-1-1 0,22-22 0,-23 21 0,10-10 0,28-31 0,-46 47 0,-1-1 0,0 0 0,0 0 0,0 0 0,-1-1 0,0 1 0,0-1 0,3-10 0,-6 15 0,1 0 0,-1 0 0,1-1 0,-1 1 0,0 0 0,0 0 0,0 0 0,0 0 0,-1-1 0,1 1 0,0 0 0,-1 0 0,0 0 0,1 0 0,-1 0 0,0 0 0,0 0 0,0 0 0,0 0 0,-1 0 0,1 0 0,0 1 0,-1-1 0,1 1 0,-1-1 0,0 1 0,1-1 0,-1 1 0,0 0 0,0 0 0,0 0 0,-2-1 0,-7-2 0,0 1 0,-1 0 0,1 0 0,-1 2 0,0-1 0,-17 1 0,-3-1 0,22 1 0,1 1 0,-1 0 0,0 0 0,1 1 0,0 0 0,-1 0 0,1 1 0,0 1 0,-1 0 0,1 0 0,1 0 0,-1 1 0,1 1 0,-10 5 0,9-2 0,-1-1 0,2 1 0,-15 17 0,3-3 0,8-7 0,0 0 0,1 1 0,-11 21 0,13-22 0,8-13 0,0 0 0,0 0 0,0 0 0,0 0 0,0 1 0,0-1 0,1 0 0,-1 1 0,1-1 0,0 0 0,-1 1 0,1-1 0,0 1 0,1-1 0,-1 0 0,0 1 0,0-1 0,2 4 0,0-2 0,-1-1 0,1 0 0,0 0 0,0 1 0,0-1 0,0 0 0,1-1 0,-1 1 0,1 0 0,-1-1 0,5 3 0,0 0 0,0 0 0,1-1 0,-1 0 0,1 0 0,0 0 0,1-1 0,-1-1 0,0 1 0,13 1 0,-18-4 0,110 8 0,-104-7 0,0-1 0,0-1 0,0 1 0,0-2 0,0 1 0,0-1 0,0 0 0,-1-1 0,1 0 0,-1 0 0,0-1 0,0 0 0,0-1 0,0 0 0,-1 0 0,1 0 0,9-11 0,7-9 0,-15 15 0,0 1 0,0 0 0,18-12 0,-25 19 0,0 0 0,1 1 0,0-1 0,0 0 0,0 1 0,-1-1 0,1 1 0,0 0 0,4-1 0,-6 2 0,-1 0 0,0 0 0,1 0 0,-1 0 0,1 0 0,-1 0 0,0 0 0,1 0 0,-1 0 0,1 0 0,-1 1 0,0-1 0,1 0 0,-1 0 0,0 0 0,1 1 0,-1-1 0,0 0 0,1 0 0,-1 1 0,0-1 0,1 0 0,-1 1 0,0-1 0,0 1 0,4 19 0,-4-13 0,0 1 0,-1 0 0,0 0 0,-1-1 0,0 1 0,0-1 0,0 1 0,-1-1 0,-6 13 0,4-12 0,1 1 0,-1 0 0,-1-1 0,0 0 0,0 0 0,0-1 0,-12 10 0,16-14-94,-3 2-224,-1-1 1,1 1-1,-12 7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8:09.3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68 248 24575,'2'-1'0,"0"-1"0,0 1 0,0-1 0,0 0 0,0 1 0,0-1 0,-1 0 0,1 0 0,-1 0 0,3-4 0,2-3 0,11-12 0,24-39 0,4-5 0,-44 63 0,0 1 0,0-1 0,0 1 0,0-1 0,0 1 0,0-1 0,0 1 0,-1-1 0,1 0 0,-1 0 0,1 1 0,-1-1 0,0 0 0,1 0 0,-1 0 0,0 1 0,0-1 0,0 0 0,-1 0 0,1 0 0,0 1 0,-1-1 0,1 0 0,-1 1 0,0-1 0,1 0 0,-1 1 0,0-1 0,0 0 0,0 1 0,0 0 0,0-1 0,0 1 0,-1-1 0,1 1 0,0 0 0,-1 0 0,1 0 0,-1 0 0,1 0 0,-1 0 0,1 0 0,-1 1 0,0-1 0,1 0 0,-1 1 0,0-1 0,0 1 0,0 0 0,1 0 0,-1 0 0,0 0 0,0 0 0,0 0 0,1 0 0,-1 0 0,0 1 0,0-1 0,1 1 0,-1-1 0,0 1 0,1 0 0,-1-1 0,-1 2 0,-25 15 0,18-11 0,1-1 0,-1 2 0,-14 12 0,18-13 0,-1 1 0,1 0 0,-11 16 0,10-13 0,5-7 0,0 0 0,0 0 0,0-1 0,1 1 0,-1 1 0,1-1 0,0 0 0,0 0 0,-2 7 0,2 1 0,0-7 0,0 0 0,0 0 0,1 1 0,-1-1 0,1 0 0,1 1 0,0 6 0,0-9 0,-1 0 0,1 0 0,0-1 0,0 1 0,0 0 0,0-1 0,1 1 0,-1-1 0,0 1 0,1-1 0,-1 0 0,1 1 0,-1-1 0,1 0 0,0 0 0,0 0 0,-1 0 0,1 0 0,0-1 0,3 2 0,0 0 0,-1-1 0,1 1 0,0-1 0,0 0 0,0 0 0,0 0 0,0 0 0,0-1 0,0 0 0,0 0 0,0-1 0,0 1 0,0-1 0,0 0 0,0-1 0,0 1 0,0-1 0,-1 0 0,1 0 0,0 0 0,-1-1 0,6-4 0,3-4 0,0-1 0,-1 0 0,-1-1 0,0 0 0,11-18 0,23-27 0,-45 57 0,1 1 0,-1-1 0,0 1 0,0 0 0,1-1 0,-1 1 0,0 0 0,0-1 0,1 1 0,-1 0 0,0 0 0,1-1 0,-1 1 0,1 0 0,-1 0 0,0-1 0,1 1 0,-1 0 0,1 0 0,-1 0 0,1 0 0,-1 0 0,0 0 0,1 0 0,-1 0 0,1 0 0,-1 0 0,1 0 0,-1 0 0,1 0 0,-1 0 0,0 0 0,1 0 0,-1 0 0,1 0 0,-1 1 0,1-1 0,-1 0 0,1 1 0,0 0 0,0 1 0,0-1 0,0 1 0,0 0 0,-1-1 0,1 1 0,0 0 0,-1 0 0,1-1 0,-1 4 0,5 44 0,-6-6 0,1 55 0,0-97 0,0 0 0,0 0 0,1 0 0,-1 0 0,0 0 0,0 0 0,0 0 0,1 0 0,-1 0 0,0 0 0,1 0 0,-1 0 0,1 0 0,-1 0 0,1 0 0,0 0 0,-1-1 0,1 1 0,0 0 0,0 0 0,-1-1 0,1 1 0,0 0 0,0-1 0,0 1 0,0-1 0,1 1 0,0 0 0,0-1 0,0 0 0,0 0 0,0 0 0,0 0 0,0 0 0,0-1 0,1 1 0,-1 0 0,0-1 0,0 0 0,-1 1 0,3-2 0,2-1 0,0 0 0,0 0 0,-1-1 0,1 1 0,-1-1 0,0 0 0,0-1 0,5-6 0,69-91 0,-78 102 0,-1 0 0,0 0 0,1 0 0,-1 0 0,1 0 0,-1 0 0,1 0 0,-1 0 0,1 0 0,-1 0 0,1 0 0,-1 0 0,0 1 0,1-1 0,-1 0 0,1 0 0,-1 0 0,0 1 0,1-1 0,-1 0 0,1 0 0,-1 1 0,0-1 0,1 0 0,-1 1 0,0-1 0,0 0 0,1 1 0,-1-1 0,0 1 0,0-1 0,1 0 0,-1 1 0,0-1 0,0 1 0,0 0 0,14 23 0,-11-18 0,0 0 0,0 1 0,-1-1 0,0 0 0,-1 1 0,1-1 0,-1 1 0,0-1 0,-1 1 0,0 0 0,0-1 0,-1 13 0,0-11 0,0 0 0,1 0 0,0 0 0,1 0 0,0 0 0,0 0 0,1-1 0,2 11 0,3-1 0,-6-13 0,1 0 0,-1 0 0,1 0 0,0-1 0,0 1 0,0-1 0,3 4 0,-4-5 0,1-1 0,-1 0 0,1 0 0,0 0 0,-1 0 0,1 0 0,0 0 0,0 0 0,0 0 0,0-1 0,0 1 0,0-1 0,0 1 0,0-1 0,0 0 0,0 0 0,0 0 0,2 0 0,8 0 0,-1 0 0,1-1 0,0-1 0,0 1 0,-1-2 0,15-4 0,-22 5 0,0 0 0,0 1 0,0-2 0,-1 1 0,1 0 0,-1-1 0,0 1 0,0-1 0,0 0 0,0 0 0,0 0 0,0-1 0,-1 1 0,1 0 0,-1-1 0,0 0 0,0 0 0,-1 1 0,1-1 0,-1 0 0,1-5 0,31-84 0,-31 88 0,0-1 0,1 1 0,0 0 0,0-1 0,1 2 0,-1-1 0,1 0 0,0 1 0,0 0 0,8-7 0,-11 10 0,1 0 0,-1 0 0,0 0 0,0 1 0,1-1 0,-1 0 0,0 0 0,1 1 0,-1-1 0,1 1 0,-1-1 0,1 1 0,-1 0 0,1 0 0,-1 0 0,1 0 0,-1 0 0,1 0 0,-1 0 0,1 0 0,-1 0 0,1 1 0,-1-1 0,1 0 0,-1 1 0,1-1 0,-1 1 0,0 0 0,1 0 0,-1-1 0,0 1 0,0 0 0,1 0 0,-1 0 0,0 0 0,0 0 0,0 1 0,0-1 0,0 0 0,-1 0 0,1 1 0,0-1 0,-1 0 0,1 1 0,0 2 0,5 11 0,0 0 0,4 23 0,-2-9 0,9 59 0,-4-32 0,-8-33 0,15 42 0,-20-64 0,0-1 0,1 1 0,-1-1 0,0 1 0,1-1 0,-1 1 0,0 0 0,1-1 0,-1 1 0,1-1 0,-1 0 0,1 1 0,-1-1 0,1 1 0,0-1 0,-1 0 0,1 1 0,-1-1 0,1 0 0,0 0 0,-1 1 0,1-1 0,0 0 0,1 0 0,19-4 0,18-19 0,-36 21 0,0 0 0,0 0 0,0-1 0,0 0 0,0 1 0,0-1 0,0 0 0,-1-1 0,0 1 0,0 0 0,4-7 0,9-39 0,-12 36 0,0-3-90,-1 0-1,0 0 1,-2-31-1,0 28-912,0 11-5823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8:47.3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 4192 24575,'9'-106'0,"-4"73"0,-3 27 0,-1-1 0,1 0 0,-2 1 0,1-1 0,-1 0 0,0 1 0,0-1 0,-1 1 0,0-1 0,-2-7 0,2 12 0,0 1 0,-1-1 0,1 1 0,-1-1 0,1 1 0,-1-1 0,0 1 0,0 0 0,0 0 0,1 0 0,-1 0 0,0 0 0,0 0 0,0 0 0,-1 1 0,1-1 0,0 1 0,-4-1 0,1 0 0,1 1 0,-1-1 0,1 1 0,-1 0 0,1 0 0,-1 0 0,1 1 0,-6 1 0,7-1 0,1 0 0,-1 1 0,1-1 0,0 1 0,0 0 0,-1 0 0,1 0 0,0 0 0,1 0 0,-1 0 0,0 0 0,1 0 0,-1 1 0,-1 4 0,-15 41 0,10-25 0,3-6 0,0 1 0,-4 31 0,7-31 0,1-16 0,1 0 0,0 0 0,0 0 0,0-1 0,0 1 0,0 0 0,1 0 0,-1 0 0,0-1 0,1 1 0,0 0 0,-1-1 0,1 1 0,0 0 0,0-1 0,0 1 0,0-1 0,0 1 0,0-1 0,0 1 0,0-1 0,1 0 0,-1 0 0,0 0 0,1 1 0,-1-1 0,1-1 0,-1 1 0,1 0 0,0 0 0,-1-1 0,1 1 0,0 0 0,0-1 0,-1 0 0,3 1 0,0 0 0,1-1 0,-1 1 0,0-1 0,0 0 0,1 0 0,-1 0 0,0 0 0,0-1 0,0 0 0,0 0 0,0 0 0,0 0 0,0-1 0,7-3 0,-3 0 0,0 0 0,-1-1 0,0 0 0,0-1 0,0 1 0,5-9 0,-9 11 0,0 0 0,-1 0 0,1-1 0,-1 1 0,-1-1 0,1 1 0,0-1 0,-1 0 0,0 0 0,0 1 0,-1-1 0,1 0 0,-1-6 0,-2-29 0,1 26 0,0 1 0,1-1 0,0 0 0,1 1 0,1-1 0,0 1 0,1-1 0,4-14 0,-6 27 0,-1 0 0,0 0 0,1 0 0,-1 0 0,1 0 0,-1 0 0,1 0 0,0 0 0,-1 0 0,1 0 0,0 1 0,0-1 0,0 0 0,-1 1 0,1-1 0,2-1 0,-3 2 0,1 0 0,-1 0 0,1 0 0,0 0 0,-1 0 0,1 0 0,-1 0 0,1 0 0,-1 1 0,1-1 0,-1 0 0,1 0 0,-1 0 0,1 0 0,-1 1 0,1-1 0,-1 0 0,1 1 0,-1-1 0,0 0 0,1 1 0,-1-1 0,1 1 0,3 5 0,0-1 0,-1 1 0,1 0 0,3 9 0,3 4 0,18 8 0,-24-24 0,1 1 0,-1 0 0,1 0 0,-1 0 0,5 7 0,3 8 0,-7-9 0,2 0 0,-1-1 0,15 17 0,-19-24 0,0-1 0,-1 1 0,1-1 0,0 1 0,0-1 0,0 0 0,0 1 0,0-1 0,0 0 0,1 0 0,-1 0 0,0-1 0,0 1 0,1-1 0,-1 1 0,0-1 0,1 0 0,-1 1 0,1-1 0,-1-1 0,0 1 0,1 0 0,-1 0 0,4-2 0,-4 1 0,1-1 0,0 0 0,0 0 0,-1 0 0,1 0 0,-1-1 0,0 1 0,0-1 0,0 1 0,0-1 0,3-4 0,15-35 0,-18 32 0,-1-1 0,-1 1 0,0 0 0,0-1 0,-1 1 0,0 0 0,0-1 0,-2 1 0,1 0 0,-5-11 0,1 4 0,3 12 0,1-1 0,0 0 0,0 0 0,0 0 0,1 0 0,-1-9 0,2 14 0,0 0 0,0 0 0,0 0 0,0 0 0,0 0 0,1 0 0,-1-1 0,0 1 0,1 0 0,-1 0 0,1 0 0,-1 1 0,1-1 0,-1 0 0,1 0 0,0 0 0,0-1 0,1 1 0,-1 0 0,1 0 0,-1 0 0,1 0 0,0 1 0,-1-1 0,1 1 0,0-1 0,0 1 0,-1-1 0,1 1 0,0 0 0,0 0 0,1 0 0,0 0 0,0 0 0,0 0 0,0 0 0,-1 1 0,1-1 0,0 1 0,0 0 0,-1 0 0,1 0 0,0 0 0,-1 0 0,1 0 0,3 4 0,0-1 0,0 2 0,-1-1 0,8 10 0,14 13 0,-11-15 0,1-2 0,21 11 0,18 12 0,-48-28 0,36 22 0,-42-27 0,0 1 0,0-1 0,1 0 0,-1 0 0,0-1 0,1 1 0,-1 0 0,1-1 0,-1 0 0,1 1 0,0-1 0,-1 0 0,1 0 0,-1 0 0,1-1 0,4 0 0,-5-1 0,0 1 0,0-1 0,-1 1 0,1-1 0,0 0 0,-1 1 0,1-1 0,-1 0 0,0 0 0,1 0 0,-1-1 0,0 1 0,0 0 0,-1 0 0,1 0 0,0-1 0,-1 1 0,1-5 0,5-45 0,-6 52 0,-1-102 0,-1 71 0,1-1 0,2 1 0,9-54 0,-10 84 0,0 0 0,0-1 0,1 1 0,-1 0 0,0 0 0,1 0 0,-1 0 0,1 0 0,-1 0 0,1 0 0,-1 0 0,1 0 0,0 0 0,0 0 0,-1 0 0,1 1 0,0-1 0,0 0 0,0 0 0,0 1 0,0-1 0,0 1 0,0-1 0,0 1 0,0-1 0,0 1 0,0-1 0,0 1 0,0 0 0,0 0 0,0 0 0,1-1 0,-1 1 0,0 0 0,0 0 0,0 1 0,0-1 0,0 0 0,1 0 0,-1 0 0,0 1 0,0-1 0,0 1 0,1 0 0,7 3 0,0 0 0,0 1 0,0 0 0,10 8 0,-5-2 0,117 76 0,-118-79 0,1 2 0,23 20 0,-36-30 0,0 1 0,-1 0 0,1-1 0,-1 1 0,1 0 0,0-1 0,0 1 0,-1-1 0,1 1 0,0-1 0,0 1 0,0-1 0,0 1 0,-1-1 0,1 0 0,0 0 0,0 1 0,0-1 0,0 0 0,0 0 0,0 0 0,0 0 0,0 0 0,0 0 0,0 0 0,0-1 0,-1 1 0,1 0 0,2-1 0,-2 0 0,1 0 0,-1-1 0,0 1 0,1-1 0,-1 1 0,0-1 0,0 0 0,0 1 0,0-1 0,-1 0 0,1 1 0,0-1 0,0-3 0,2-7 0,-1 0 0,0 0 0,1-17 0,-3-129 0,-1 74 0,1 78 0,-1 0 0,0 0 0,0 0 0,-1 0 0,-1-6 0,1 7 0,0-1 0,1 0 0,-1 0 0,1-9 0,0 14 0,1 1 0,0-1 0,1 0 0,-1 1 0,0-1 0,0 0 0,0 1 0,0-1 0,0 0 0,1 1 0,-1-1 0,0 0 0,1 1 0,-1-1 0,0 1 0,1-1 0,-1 0 0,1 1 0,-1-1 0,0 1 0,1 0 0,0-1 0,-1 1 0,1-1 0,-1 1 0,2-1 0,-1 1 0,1-1 0,0 1 0,0-1 0,-1 1 0,1 0 0,0-1 0,0 1 0,0 0 0,3 1 0,0 0 0,1-1 0,-1 2 0,1-1 0,-1 1 0,10 4 0,39 20 0,-30-15 0,35 23 0,22 17 0,-80-51 0,-1 1 0,1-1 0,-1 0 0,1 1 0,-1-1 0,1 0 0,-1 1 0,1-1 0,-1 0 0,1 0 0,0 0 0,-1 0 0,1 0 0,-1 1 0,1-1 0,-1 0 0,1 0 0,0 0 0,-1-1 0,1 1 0,-1 0 0,1 0 0,-1 0 0,1 0 0,0 0 0,-1-1 0,1 1 0,-1 0 0,1-1 0,0 0 0,0 0 0,0 0 0,0 0 0,-1-1 0,1 1 0,0 0 0,-1 0 0,1-1 0,-1 1 0,1 0 0,-1-1 0,0-1 0,2-45 0,-2 42 0,-2-3 0,0 0 0,0 0 0,0 1 0,-1-1 0,-1 1 0,0 0 0,0 0 0,0 0 0,-1 0 0,-9-11 0,-13-25 0,24 38 0,-1 1 0,0-1 0,0 1 0,0 0 0,-1 0 0,0 0 0,0 0 0,0 1 0,0 0 0,-12-7 0,-9-7 0,17 11 0,1-1 0,-12-13 0,-8-9 0,27 30 0,1 0 0,0 0 0,0 0 0,0-1 0,0 1 0,0 0 0,-1 0 0,1 0 0,0 0 0,0 0 0,0 0 0,0 0 0,0 0 0,0 0 0,-1-1 0,1 1 0,0 0 0,0 0 0,0 0 0,0 0 0,0 0 0,0-1 0,0 1 0,0 0 0,0 0 0,0 0 0,0 0 0,0 0 0,0-1 0,0 1 0,0 0 0,0 0 0,0 0 0,0 0 0,0-1 0,0 1 0,0 0 0,0 0 0,0 0 0,0 0 0,0 0 0,0-1 0,0 1 0,0 0 0,0 0 0,1 0 0,-1 0 0,0 0 0,0 0 0,0-1 0,0 1 0,0 0 0,0 0 0,0 0 0,1 0 0,-1 0 0,14-2 0,19 4 0,305 58 0,-313-54 0,22 5 0,-47-11 0,1 0 0,0 0 0,-1 0 0,1 0 0,-1 0 0,1 0 0,0 0 0,-1 0 0,1 0 0,-1 0 0,1-1 0,0 1 0,-1 0 0,1 0 0,-1-1 0,1 1 0,-1 0 0,1-1 0,-1 1 0,1 0 0,-1-1 0,1 1 0,-1-1 0,0 1 0,1-1 0,-1 1 0,0-1 0,1 0 0,0-1 0,-1 1 0,0-1 0,1 1 0,-1-1 0,0 0 0,0 1 0,0-1 0,0 0 0,0 1 0,-1-3 0,0-2 0,0 0 0,-1 0 0,0 1 0,0-1 0,-4-5 0,-3-6 0,4 9 0,1 0 0,-1-1 0,0 2 0,-1-1 0,0 1 0,0-1 0,-1 2 0,1-1 0,-2 1 0,-11-9 0,-24-13 0,21 14 0,-28-16 0,38 26 0,9 3 0,1 0 0,0 1 0,0-1 0,0 0 0,-1 0 0,1 0 0,0 0 0,0 0 0,1-1 0,-1 1 0,0-1 0,0 1 0,-1-3 0,6 3 0,0 0 0,1 0 0,-1 0 0,1 1 0,-1-1 0,1 1 0,-1 0 0,5 0 0,355 1 0,-362-1 0,0 0 0,1 0 0,-1 0 0,0 0 0,1 0 0,-1 0 0,0-1 0,0 1 0,1 0 0,-1-1 0,0 1 0,0-1 0,0 1 0,2-2 0,-2 2 0,-1-1 0,0 1 0,0-1 0,1 1 0,-1 0 0,0-1 0,0 1 0,1-1 0,-1 1 0,0-1 0,0 1 0,0-1 0,0 1 0,0-1 0,0 1 0,0-1 0,0 1 0,0 0 0,0-1 0,0 1 0,0-1 0,0 1 0,0-1 0,0 1 0,-1-2 0,0 0 0,-1 0 0,1-1 0,-1 1 0,1 0 0,-1-1 0,0 1 0,0 0 0,0 1 0,0-1 0,0 0 0,-5-2 0,-5-4 0,0 1 0,-1 0 0,0 1 0,0 1 0,0 0 0,-1 1 0,1 0 0,-17-2 0,16 3 0,-1-1 0,1-1 0,0 0 0,0 0 0,1-2 0,-1 0 0,1 0 0,-17-14 0,10 8 0,-41-20 0,61 33 0,-1 0 0,1 0 0,-1 0 0,1 0 0,0 0 0,-1-1 0,1 1 0,-1 0 0,1 0 0,0 0 0,-1-1 0,1 1 0,-1 0 0,1 0 0,0-1 0,-1 1 0,1 0 0,0-1 0,-1 1 0,1-1 0,0 1 0,0 0 0,0-1 0,-1 1 0,1-1 0,0 0 0,11-3 0,34 1 0,-29 3 0,98-5 0,-26 3 0,16-7 0,-57 10 0,63-2 0,-109 1 0,0 0 0,-1 0 0,1 0 0,0 0 0,0 0 0,-1 0 0,1-1 0,0 1 0,0 0 0,-1 0 0,1-1 0,0 1 0,-1 0 0,1-1 0,-1 1 0,1-1 0,0 1 0,-1-1 0,1 1 0,-1-1 0,1 1 0,-1-1 0,1 1 0,-1-1 0,0 0 0,1 1 0,-1-1 0,0 0 0,1 0 0,-1-1 0,0 0 0,0 0 0,0 1 0,0-1 0,0 0 0,-1 0 0,1 1 0,0-1 0,-1 0 0,1 1 0,-3-4 0,-2-5 0,0 1 0,-1 0 0,-6-8 0,11 16 0,-2-3 0,0 0 0,0 0 0,0 0 0,-1 1 0,0-1 0,1 1 0,-1 0 0,0 0 0,-1 0 0,1 1 0,0-1 0,-1 1 0,1 0 0,-1 0 0,0 1 0,0 0 0,0-1 0,0 1 0,0 1 0,0-1 0,0 1 0,0 0 0,-6 1 0,-13-2 0,-1-2 0,0 0 0,-44-12 0,28 6 0,10 4 0,25 4 0,0 1 0,0-1 0,0 0 0,0-1 0,0 1 0,0-1 0,1 0 0,-1-1 0,0 1 0,1-1 0,0 0 0,-8-6 0,13 9 0,0 0 0,0 0 0,0 0 0,-1-1 0,1 1 0,0 0 0,0 0 0,0 0 0,0 0 0,0 0 0,-1-1 0,1 1 0,0 0 0,0 0 0,0 0 0,0 0 0,0-1 0,0 1 0,0 0 0,0 0 0,0 0 0,-1-1 0,1 1 0,0 0 0,0 0 0,0 0 0,0-1 0,0 1 0,0 0 0,0 0 0,0 0 0,1-1 0,-1 1 0,0 0 0,0 0 0,0 0 0,0-1 0,0 1 0,0 0 0,0 0 0,0 0 0,0 0 0,1-1 0,-1 1 0,0 0 0,0 0 0,14-4 0,19 3 0,-31 1 0,36-1 0,69-8 0,-19 2 0,-87 7 0,0 0 0,0 0 0,0 0 0,0 0 0,0 0 0,0 0 0,0 0 0,0 0 0,0-1 0,0 1 0,0 0 0,0 0 0,0-1 0,0 1 0,-1-1 0,1 1 0,0-1 0,0 1 0,0-1 0,-1 1 0,1-1 0,0 0 0,-1 0 0,1 1 0,0-1 0,-1 0 0,1 0 0,-1 1 0,1-1 0,-1 0 0,0 0 0,1 0 0,-1 0 0,0 0 0,0 0 0,1 0 0,-1 0 0,0 0 0,0 0 0,0 0 0,0 0 0,0 1 0,0-1 0,-1 0 0,1 0 0,0 0 0,0 0 0,-1 0 0,0-1 0,0-2 0,-1 0 0,0 0 0,-1 0 0,1 0 0,-1 0 0,0 0 0,0 1 0,-6-7 0,3 6 0,0 0 0,0 1 0,0-1 0,-1 2 0,1-1 0,-1 0 0,0 1 0,-7-1 0,-59-9 0,73 11 0,-28-1 0,-47 3 0,-3-1 0,77 0 0,1 0 0,0 0 0,-1 0 0,1 0 0,0 0 0,-1 0 0,1 0 0,0 0 0,-1 0 0,1 0 0,0 0 0,0 0 0,-1 0 0,1 0 0,0 0 0,-1 0 0,1 0 0,0-1 0,0 1 0,-1 0 0,1 0 0,0 0 0,-1 0 0,1-1 0,0 1 0,0 0 0,0 0 0,-1-1 0,1 1 0,8-7 0,27-7 0,-22 8 0,3-2 0,-12 6 0,0 0 0,1 0 0,-1 0 0,0 0 0,1 1 0,-1 0 0,1-1 0,-1 2 0,1-1 0,8 0 0,4 0 0,-1 0 0,0-2 0,0 0 0,15-5 0,6-1 0,-20 6 0,-1-1 0,26-11 0,-39 14 0,0-1 0,0 1 0,0-1 0,0 0 0,-1 0 0,1 0 0,0 0 0,-1 0 0,0 0 0,1-1 0,-1 1 0,0-1 0,0 0 0,-1 0 0,1 0 0,0 0 0,-1 0 0,0 0 0,0 0 0,0 0 0,0 0 0,0 0 0,-1-1 0,1 1 0,-1-7 0,0 5 0,-1 0 0,0 0 0,0-1 0,0 1 0,-1 0 0,0 0 0,0 0 0,0 0 0,0 1 0,-1-1 0,0 0 0,0 1 0,0 0 0,0 0 0,-7-6 0,5 5 0,-1 1 0,1 0 0,-1 0 0,0 1 0,0-1 0,-1 1 0,1 1 0,-10-4 0,-59-10 0,40 9 0,27 6 0,0 0 0,1 1 0,-15 0 0,16 1 0,0-1 0,0 0 0,-1 0 0,1-1 0,0 0 0,-7-1 0,13 2 0,-1 0 0,1-1 0,-1 1 0,1 0 0,-1 0 0,1-1 0,-1 1 0,1 0 0,-1 0 0,1-1 0,-1 1 0,1-1 0,0 1 0,-1 0 0,1-1 0,-1 1 0,1-1 0,0 1 0,0-1 0,-1 1 0,1-1 0,0 1 0,0-1 0,-1 1 0,1-1 0,0 1 0,0-1 0,0 1 0,0-1 0,0 0 0,0-1 0,1 0 0,-1 1 0,0-1 0,1 0 0,0 0 0,-1 1 0,1-1 0,0 1 0,1-4 0,27-28 0,-28 32 0,20-18 0,45-31 0,-54 42 0,23-11 0,-27 16 0,0-1 0,0 0 0,11-8 0,-17 10 0,0 1 0,0-1 0,0 0 0,-1 0 0,1 0 0,0 0 0,-1 0 0,0 0 0,0 0 0,1 0 0,-1 0 0,0 0 0,-1-1 0,1 1 0,0 0 0,-1-1 0,1-3 0,-1 5 0,0-1 0,0 1 0,0 0 0,0-1 0,-1 1 0,1 0 0,0-1 0,-1 1 0,1 0 0,-1 0 0,1-1 0,-1 1 0,0 0 0,1 0 0,-1 0 0,0 0 0,0 0 0,0 0 0,0 0 0,0 0 0,0 0 0,0 0 0,0 0 0,0 1 0,-1-1 0,1 1 0,0-1 0,0 0 0,-2 1 0,-6-3 0,0 0 0,0 1 0,-13-1 0,-1-1 0,9 0 0,0 2 0,-16-2 0,16 3 0,-1-1 0,-15-5 0,24 6 0,2 0 0,0 0 0,0 0 0,0-1 0,1 1 0,-7-4 0,10 5 0,-1-1 0,1 1 0,-1 0 0,1-1 0,0 1 0,-1 0 0,1-1 0,0 1 0,0 0 0,-1-1 0,1 1 0,0 0 0,0-1 0,0 1 0,-1-1 0,1 1 0,0-1 0,0 1 0,0-1 0,0 1 0,0 0 0,0-1 0,0 0 0,0 0 0,1 0 0,-1 0 0,0 0 0,1 0 0,-1 0 0,1 1 0,-1-1 0,1 0 0,0 0 0,-1 1 0,1-1 0,0 0 0,-1 1 0,2-2 0,18-13 0,33-19 0,-32 21 0,34-26 0,-22 17 0,-28 20 0,0 0 0,0-1 0,0 0 0,-1 0 0,1 0 0,-1-1 0,0 0 0,0 0 0,0 0 0,0 0 0,-1 0 0,5-8 0,-8 12 0,0-1 0,0 0 0,0 0 0,1 0 0,-1 0 0,0 0 0,0 0 0,-1 0 0,1 0 0,0 0 0,0 0 0,0 0 0,-1 0 0,1 0 0,0 0 0,-1 1 0,1-1 0,-1 0 0,1 0 0,-1 0 0,1 1 0,-1-1 0,0 0 0,1 0 0,-1 1 0,0-1 0,0 1 0,1-1 0,-1 1 0,0-1 0,0 1 0,0-1 0,0 1 0,0 0 0,-1-1 0,-43-11 0,29 8 0,-2-1 0,1 1 0,-1 0 0,-28-1 0,30 4 0,1-2 0,-22-5 0,24 4 0,0 1 0,-1 1 0,-26-2 0,26 4 0,-28 0 0,41 0 0,-1 0 0,1-1 0,0 1 0,-1 0 0,1-1 0,-1 1 0,1-1 0,-1 1 0,1-1 0,0 1 0,-1-1 0,1 0 0,0 0 0,0 0 0,0 0 0,0 0 0,0 0 0,0 0 0,0 0 0,0 0 0,0-1 0,-1 0 0,2 1 0,0 0 0,0 0 0,0 1 0,0-1 0,0 0 0,0 0 0,0 1 0,0-1 0,0 0 0,0 1 0,1-1 0,-1 0 0,0 0 0,0 1 0,1-1 0,-1 1 0,1-1 0,-1 0 0,0 1 0,1-1 0,-1 1 0,1-1 0,-1 1 0,1-1 0,-1 1 0,1-1 0,0 1 0,-1-1 0,1 1 0,0-1 0,27-12 0,-19 9 0,74-42 0,90-67 0,-169 110 0,3-1 0,0-1 0,-1 1 0,0-1 0,0 0 0,0-1 0,-1 0 0,1 0 0,6-10 0,-12 15 0,0 1 0,0-1 0,0 1 0,0 0 0,-1-1 0,1 1 0,0-1 0,0 1 0,0-1 0,-1 1 0,1 0 0,0-1 0,0 1 0,-1 0 0,1-1 0,0 1 0,-1 0 0,1-1 0,0 1 0,-1 0 0,1 0 0,-1-1 0,1 1 0,0 0 0,-1 0 0,1 0 0,-1 0 0,1 0 0,-1-1 0,1 1 0,-1 0 0,1 0 0,-1 0 0,1 0 0,0 0 0,-1 0 0,1 0 0,-1 1 0,1-1 0,-1 0 0,-22 1 0,-135 18 0,58 1 0,65-12 0,-64 7 0,61-9 0,31-4 0,0-1 0,0 0 0,-1 0 0,1 0 0,-8-1 0,15 0 0,0 0 0,0 0 0,-1 0 0,1 0 0,0 0 0,0 0 0,0 0 0,-1 0 0,1 0 0,0 0 0,0-1 0,0 1 0,0 0 0,-1 0 0,1 0 0,0 0 0,0 0 0,0 0 0,0-1 0,0 1 0,-1 0 0,1 0 0,0 0 0,0 0 0,0-1 0,0 1 0,0 0 0,0 0 0,0 0 0,0-1 0,0 1 0,0 0 0,0 0 0,0 0 0,0-1 0,0 1 0,0 0 0,0 0 0,0 0 0,0-1 0,0 1 0,0 0 0,0 0 0,0 0 0,7-14 0,10-8 0,-8 13 0,1 0 0,0 0 0,0 1 0,1 0 0,19-11 0,8-2 0,-2-3 0,-1-1 0,-1-1 0,-1-2 0,-2-2 0,-1 0 0,-1-2 0,36-52 0,-63 81 0,0 1 0,-1 1 0,0-1 0,0 1 0,0-1 0,0 0 0,0 1 0,0-1 0,0 0 0,0 0 0,-1 0 0,1 0 0,-1 1 0,0-1 0,1 0 0,-1 0 0,0 0 0,0-3 0,-2 5 0,1-1 0,-1 1 0,1 0 0,-1 0 0,0 0 0,1 0 0,-1 0 0,1 0 0,-1 0 0,0 1 0,1-1 0,-1 1 0,1-1 0,-1 1 0,1 0 0,-1-1 0,-1 2 0,-2 0 0,-110 28 0,30-10 0,-136 22 0,100-23 0,96-13 0,13-3 0,1-1 0,-1 0 0,0 0 0,-18-1 0,29-1 0,1 0 0,-1 0 0,1-1 0,-1 1 0,1 0 0,-1 0 0,1 0 0,-1-1 0,1 1 0,-1 0 0,1 0 0,0-1 0,-1 1 0,1-1 0,-1 1 0,1 0 0,0-1 0,-1 1 0,1-1 0,0 1 0,0 0 0,-1-1 0,1 1 0,0-1 0,0 1 0,-1-2 0,0-18 0,9-17 0,-5 31 0,0-1 0,1 1 0,0 0 0,0 0 0,1 0 0,-1 1 0,1-1 0,1 1 0,8-7 0,61-39 0,-48 34 0,-12 8 0,-1-1 0,0-1 0,-1 0 0,18-20 0,14-21 0,-44 52 0,0-1 0,0 0 0,1 1 0,-1-1 0,0 1 0,0-1 0,1 1 0,-1-1 0,0 1 0,1 0 0,-1 0 0,1 0 0,-1 0 0,0 0 0,1 0 0,-1 0 0,0 0 0,1 0 0,-1 1 0,0-1 0,1 1 0,-1-1 0,0 1 0,2 0 0,33 19 0,-26-13 0,1-1 0,-3-1 0,0-1 0,-1 1 0,13 11 0,-18-14 0,0 0 0,0 0 0,-1 0 0,1 0 0,-1 0 0,0 0 0,1 0 0,-1 1 0,0-1 0,0 0 0,-1 1 0,1-1 0,0 1 0,-1-1 0,1 1 0,-1-1 0,0 1 0,0 2 0,-1 5 0,-1-1 0,0 1 0,-1-1 0,0 0 0,-1 0 0,1 0 0,-2 0 0,1-1 0,-7 9 0,5-7 0,0 1 0,0 0 0,1 0 0,1 0 0,-4 13 0,6-16 0,0-1 0,0 1 0,-1 0 0,0-1 0,-1 0 0,0 0 0,0 0 0,0 0 0,-1-1 0,0 1 0,0-1 0,-1 0 0,1-1 0,-1 1 0,-1-1 0,-12 8 0,15-10 0,0-1 0,0 1 0,0-1 0,0 0 0,0 0 0,-1-1 0,1 1 0,-1-1 0,1 0 0,-1 0 0,1 0 0,-1-1 0,0 1 0,1-1 0,-7-1 0,-1 1 0,-142-5 0,123 2 0,1-1 0,-60-16 0,87 19 0,1 1 0,-1-1 0,1 0 0,-1 0 0,1 0 0,0 0 0,-1 0 0,1-1 0,0 1 0,0-1 0,0 1 0,0-1 0,0 0 0,0 0 0,1 0 0,-3-3 0,2 1 0,1 1 0,0-1 0,0 1 0,1-1 0,-1 0 0,1 1 0,0-1 0,0 0 0,0 0 0,1-6 0,1-14 0,-1 6 0,1-1 0,7-35 0,-6 48 0,-1-1 0,1 0 0,-1 1 0,2 0 0,-1 0 0,1 0 0,0 0 0,0 0 0,1 1 0,-1-1 0,8-5 0,-4 4 0,0 0 0,-1 0 0,9-12 0,-14 16 0,0 0 0,0 0 0,-1 0 0,1 0 0,-1-1 0,0 1 0,0-1 0,0 1 0,0-1 0,0 1 0,-1-1 0,1-7 0,-1 3 0,1 0 0,0 0 0,1 0 0,0 0 0,5-13 0,-4 13 0,-1 0 0,0 0 0,0-1 0,0 1 0,0-14 0,-2 19 0,1-1 0,-1 1 0,1 0 0,0-1 0,0 1 0,0 0 0,0 0 0,0-1 0,1 1 0,0 0 0,-1 0 0,1 1 0,0-1 0,1 0 0,-1 1 0,0-1 0,1 1 0,-1 0 0,1-1 0,0 1 0,6-3 0,-4 2 0,1 0 0,0 0 0,0 1 0,0 0 0,0 0 0,0 0 0,0 1 0,1-1 0,-1 2 0,1-1 0,5 1 0,-10 0 0,0 1 0,0-1 0,0 1 0,-1-1 0,1 1 0,-1 0 0,1 0 0,0 0 0,-1 0 0,1 0 0,-1 0 0,0 0 0,1 1 0,-1-1 0,0 0 0,0 1 0,0-1 0,0 1 0,0-1 0,0 1 0,0 0 0,0-1 0,-1 1 0,1 0 0,-1 0 0,1-1 0,-1 1 0,0 0 0,0 0 0,1 1 0,-1 2 0,1 0 0,-1 0 0,0 0 0,0-1 0,0 1 0,-1 0 0,1 0 0,-1 0 0,0-1 0,-3 7 0,-14 29 0,12-26 0,0 0 0,-1 0 0,-1 0 0,-18 23 0,8-13 0,16-20 0,0 0 0,-1-1 0,1 1 0,-1-1 0,0 0 0,0 1 0,0-1 0,0-1 0,-1 1 0,1 0 0,-1-1 0,0 0 0,1 0 0,-1 0 0,0 0 0,0 0 0,0-1 0,-1 0 0,-4 1 0,-5 0 0,11-1 0,-1 0 0,1-1 0,0 0 0,-1 1 0,1-1 0,-1-1 0,-4 1 0,7-1 0,-1 0 0,1 1 0,0-1 0,-1 0 0,1 1 0,0-1 0,0 0 0,-1 0 0,1 0 0,0 0 0,0 0 0,0 0 0,0-1 0,0 1 0,1 0 0,-1 0 0,0-1 0,0 1 0,1-1 0,-1 1 0,0-2 0,-15-30 0,12 26 0,1 0 0,-1 0 0,-3-13 0,6 17 0,0 0 0,1 0 0,0-1 0,-1 1 0,1 0 0,0 0 0,1 0 0,-1 0 0,1 0 0,-1 0 0,1 0 0,0 0 0,2-4 0,18-36 0,-15 31 0,0 0 0,0 0 0,-1 0 0,4-15 0,-5 13 0,-3 10 0,0 0 0,0 0 0,0 0 0,0 0 0,0-1 0,-1-5 0,0 9 0,0 0 0,0 0 0,-1 0 0,1 0 0,0 0 0,-1 0 0,1 0 0,-1 1 0,1-1 0,-1 0 0,1 0 0,-1 1 0,1-1 0,-1 0 0,0 0 0,1 1 0,-1-1 0,0 1 0,0-1 0,1 1 0,-1-1 0,0 1 0,0-1 0,0 1 0,0 0 0,0-1 0,1 1 0,-1 0 0,0 0 0,0 0 0,0 0 0,0 0 0,0 0 0,-1 0 0,-8-1 0,1 0 0,-1 1 0,1 0 0,0 0 0,-1 1 0,1 1 0,0-1 0,-1 2 0,1-1 0,0 1 0,-15 8 0,-13 6 0,34-16 0,0 0 0,0 0 0,0 0 0,0 0 0,0-1 0,0 0 0,0 1 0,0-1 0,0 0 0,-6-1 0,8 1 0,1 0 0,-1-1 0,0 1 0,1 0 0,-1-1 0,0 1 0,1 0 0,-1-1 0,1 1 0,-1-1 0,1 1 0,-1-1 0,1 1 0,-1-1 0,1 0 0,-1 1 0,1-1 0,0 1 0,-1-1 0,1 0 0,0 1 0,0-1 0,-1 0 0,1 0 0,0 1 0,0-1 0,0 0 0,0 1 0,0-1 0,0 0 0,0 0 0,0 1 0,0-1 0,0 0 0,0 1 0,1-1 0,-1 0 0,1-1 0,15-32 0,-9 20 0,-6 9 0,1 1 0,-1 0 0,-1 0 0,1-1 0,-1 1 0,1-1 0,-1 1 0,0 0 0,-1-1 0,1 1 0,-1-1 0,0 1 0,0 0 0,0-1 0,-1 1 0,1 0 0,-1 0 0,0 0 0,0 0 0,-1 1 0,1-1 0,-1 0 0,0 1 0,0 0 0,0-1 0,-5-3 0,-21-18 0,25 20 0,-1 1 0,1 0 0,-1 0 0,0 1 0,0-1 0,-8-3 0,12 6 0,-1 1 0,0-1 0,0 0 0,-1 1 0,1 0 0,0 0 0,0 0 0,0-1 0,0 2 0,0-1 0,0 0 0,0 0 0,0 1 0,0-1 0,0 1 0,0 0 0,0-1 0,0 1 0,0 0 0,0 0 0,1 0 0,-1 0 0,-2 3 0,-132 100 0,135-103 0,1-1 0,0 0 0,-1 0 0,1 1 0,0-1 0,-1 0 0,1 1 0,0-1 0,-1 0 0,1 0 0,-1 0 0,1 0 0,-1 1 0,1-1 0,0 0 0,-1 0 0,1 0 0,-1 0 0,1 0 0,-1 0 0,1 0 0,-1 0 0,1 0 0,0 0 0,-1 0 0,1-1 0,-1 1 0,1 0 0,-1 0 0,1 0 0,0-1 0,-1 1 0,1 0 0,-1-1 0,-7-16 0,4-29 0,4 44 0,1-63 0,-2-37 0,2 102 0,-1-1 0,0 0 0,0 1 0,-1-1 0,1 1 0,0-1 0,0 1 0,0-1 0,0 0 0,0 1 0,-1-1 0,1 1 0,0-1 0,0 1 0,-1-1 0,1 1 0,0-1 0,-1 1 0,1-1 0,-1 1 0,1 0 0,-1-1 0,1 1 0,-1 0 0,1-1 0,-1 1 0,1 0 0,-1 0 0,1-1 0,-1 1 0,1 0 0,-1 0 0,-1 0 0,0 0 0,1 0 0,-1 0 0,0 0 0,1 1 0,-1-1 0,1 1 0,-1-1 0,0 1 0,1 0 0,-3 1 0,-1 1 0,0 0 0,0 1 0,0 0 0,0 0 0,-6 8 0,-1 4 0,2 2 0,-9 19 0,-3 4 0,16-25 0,-2 5 0,7-20 0,1 0 0,0-1 0,-1 1 0,1 0 0,0-1 0,-1 1 0,1-1 0,-1 1 0,1 0 0,-1-1 0,1 1 0,-1-1 0,0 1 0,1-1 0,-1 0 0,0 1 0,1-1 0,-1 0 0,0 1 0,1-1 0,-2 0 0,1 0 0,1 0 0,-1 0 0,0-1 0,0 1 0,1 0 0,-1-1 0,0 1 0,1-1 0,-1 1 0,0-1 0,1 1 0,-1-1 0,1 1 0,-1-1 0,1 1 0,-1-1 0,1 0 0,0 0 0,-1 1 0,0-2 0,-8-20 0,6 16 0,-38-102 0,32 83 0,5 10 0,-1 0 0,-12-23 0,17 38 0,0-1 0,-1 0 0,1 1 0,-1-1 0,1 1 0,-1-1 0,1 0 0,0 1 0,-1-1 0,0 1 0,1 0 0,-1-1 0,1 1 0,-1-1 0,0 1 0,1 0 0,-1-1 0,0 1 0,1 0 0,-1 0 0,0 0 0,1 0 0,-1-1 0,0 1 0,0 0 0,1 0 0,-1 0 0,0 0 0,1 1 0,-1-1 0,0 0 0,1 0 0,-1 0 0,0 0 0,0 1 0,1-1 0,-1 0 0,1 1 0,-1-1 0,0 1 0,1-1 0,-1 0 0,1 1 0,-1-1 0,1 1 0,-1-1 0,1 1 0,-1 0 0,1 0 0,-6 5 0,1 0 0,1 1 0,-7 9 0,8-11 0,-9 14 0,0 2 0,1-1 0,1 1 0,-7 24 0,16-41 0,-10 25 0,5-24 0,5-5 0,1 0 0,0-1 0,-1 1 0,1-1 0,-1 1 0,1-1 0,-1 1 0,1-1 0,0 0 0,-1 1 0,1-1 0,0 1 0,0-1 0,0 0 0,-1 1 0,1-1 0,0 0 0,0 0 0,-4-12 0,0 0 0,-1 1 0,-10-20 0,2 6 0,-6-25 0,5-13 0,14 63 0,0 1 0,0 0 0,0 0 0,0-1 0,0 1 0,-1 0 0,1 0 0,0 0 0,0-1 0,0 1 0,0 0 0,0 0 0,-1 0 0,1 0 0,0-1 0,0 1 0,0 0 0,-1 0 0,1 0 0,0 0 0,0 0 0,-1 0 0,1 0 0,0 0 0,0-1 0,0 1 0,-1 0 0,1 0 0,0 0 0,0 0 0,-1 0 0,1 0 0,0 0 0,0 0 0,-1 1 0,1-1 0,0 0 0,-11 8 0,-8 16 0,17-21 0,-2 3 0,1 0 0,0 1 0,1-1 0,-1 1 0,1 0 0,0 0 0,0 8 0,-4 9 0,-1 8-1365,5-25-5461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08.4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856 0 24575,'-848'0'-1365,"841"0"-5461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09.7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820 0 24575,'-807'0'-1365,"794"0"-5461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11.1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614 1 24575,'-402'0'0,"373"1"0,-35 7 0,36-4 0,-38 0 0,52-4-1365,3 0-5461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7:12.6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1021 1 24575,'-1010'0'-1365,"1000"0"-5461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5:19:11.3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1384 0 24575,'0'318'0,"0"-305"0,1-1 0,1 0 0,0 0 0,6 18 0,-8-29 0,0 0 0,1 0 0,-1 0 0,0 0 0,1 0 0,-1-1 0,1 1 0,0 0 0,-1 0 0,1 0 0,-1-1 0,1 1 0,0 0 0,0-1 0,-1 1 0,1-1 0,0 1 0,0-1 0,0 1 0,0-1 0,0 1 0,0-1 0,0 0 0,0 0 0,0 1 0,-1-1 0,1 0 0,0 0 0,0 0 0,0 0 0,0 0 0,0 0 0,0 0 0,0-1 0,0 1 0,0 0 0,0 0 0,0-1 0,0 1 0,0-1 0,0 1 0,0-1 0,1 0 0,6-4 0,0 0 0,-1 0 0,13-12 0,-13 12 0,-4 1 0,0 1 0,0-1 0,-1 1 0,1-1 0,-1 0 0,0 0 0,0 0 0,0 0 0,-1-1 0,0 1 0,2-8 0,-1 5 0,0 1 0,0 0 0,0 0 0,6-11 0,-5 12 0,-1 1 0,0-1 0,0 0 0,-1 0 0,1 0 0,-1 0 0,0 0 0,0-7 0,1-42 0,-2 51 0,0-18 0,1 12 0,-1 0 0,-1 0 0,1 0 0,-4-13 0,4 19 0,-1 1 0,0-1 0,0 0 0,0 1 0,-1-1 0,1 1 0,-1-1 0,1 1 0,-1 0 0,0-1 0,0 1 0,0 0 0,0 0 0,0 0 0,-1 1 0,1-1 0,0 0 0,-4-1 0,-7-3 0,0 0 0,-19-7 0,29 12 0,-1 0 0,0 0 0,0 0 0,0 1 0,0-1 0,0 1 0,0 0 0,0 0 0,0 0 0,0 1 0,0-1 0,0 1 0,-6 2 0,8-2 0,1 0 0,-1 0 0,1 0 0,0 1 0,-1-1 0,1 0 0,0 1 0,0-1 0,-1 0 0,1 1 0,1 0 0,-1-1 0,0 1 0,0 0 0,0-1 0,1 1 0,-1 0 0,1-1 0,0 1 0,-1 0 0,1 0 0,0 2 0,1 49 0,0-32 0,-10 105 0,6-80 0,3-44 0,0 0 0,-1 0 0,1 0 0,-1 1 0,1-1 0,-1 0 0,0 0 0,0 0 0,0 0 0,0 0 0,0 0 0,0 0 0,-1-1 0,1 1 0,-1 0 0,1-1 0,-4 3 0,5-4 0,-1 1 0,0-1 0,0 0 0,1 0 0,-1 0 0,0 0 0,0 0 0,1 0 0,-1 0 0,0 0 0,0 0 0,1 0 0,-1 0 0,0 0 0,0 0 0,1 0 0,-1-1 0,0 1 0,1 0 0,-1-1 0,0 1 0,1-1 0,-1 1 0,0 0 0,1-1 0,-1 1 0,1-1 0,-1 0 0,1 1 0,-1-1 0,1 1 0,-1-2 0,-16-27 0,10 15 0,-8-6 0,-1 1 0,-1 1 0,-37-32 0,-7-6 0,58 53 0,-1 0 0,1 0 0,-1 0 0,0 0 0,0 1 0,-1-1 0,1 1 0,0 0 0,-10-3 0,13 5 0,0-1 0,0 1 0,0 0 0,0 0 0,-1 0 0,1 0 0,0 0 0,0 0 0,0 0 0,-1 0 0,1 0 0,0 0 0,0 1 0,0-1 0,0 0 0,0 1 0,0-1 0,-1 1 0,1-1 0,0 1 0,0 0 0,1-1 0,-1 1 0,0 0 0,0 0 0,0 0 0,0 0 0,1-1 0,-1 1 0,0 0 0,1 0 0,-1 1 0,0-1 0,1 0 0,0 0 0,-1 0 0,1 0 0,0 0 0,-1 0 0,1 1 0,0-1 0,0 0 0,0 1 0,-7 116 0,6-26 0,0-1 0,1-91 0,0 1 0,0-1 0,0 1 0,0 0 0,0-1 0,0 1 0,0-1 0,0 1 0,0-1 0,0 1 0,-1-1 0,1 1 0,0 0 0,0-1 0,0 1 0,-1-1 0,1 1 0,0-1 0,-1 0 0,1 1 0,-1-1 0,1 1 0,0-1 0,-1 0 0,1 1 0,-1-1 0,0 1 0,0-1 0,0 0 0,1 0 0,-1-1 0,0 1 0,0 0 0,1 0 0,-1-1 0,0 1 0,1-1 0,-1 1 0,0 0 0,1-1 0,-1 1 0,1-1 0,-1 0 0,1 1 0,-1-1 0,-20-29 0,16 21 0,-2-4 0,0 0 0,0 1 0,-1-1 0,-1 2 0,0-1 0,0 1 0,-1 1 0,-21-17 0,7 9 0,15 11 0,-2-1 0,1 2 0,-18-9 0,25 13 0,0 1 0,0 0 0,0 0 0,0 0 0,0 1 0,-1-1 0,1 1 0,0-1 0,-1 1 0,1 0 0,0 0 0,0 1 0,-1-1 0,1 1 0,0 0 0,0-1 0,-1 2 0,-2 0 0,5-1 0,0 0 0,0 0 0,0 0 0,0 0 0,0 0 0,0 0 0,0 0 0,0 0 0,0 0 0,1 1 0,-1-1 0,0 0 0,1 0 0,-1 1 0,1-1 0,0 1 0,-1-1 0,1 0 0,0 1 0,0-1 0,0 3 0,1 36 0,0-24 0,0-7 0,0 0 0,1-1 0,0 0 0,0 1 0,1-1 0,0 0 0,6 11 0,-4-7 0,0 0 0,5 18 0,-6-17 0,-4-11 0,1 0 0,0 0 0,-1 0 0,1 1 0,-1-1 0,1 0 0,-1 0 0,0 5 0,-1-6 0,1-1 0,0 1 0,-1 0 0,1-1 0,-1 1 0,1-1 0,-1 1 0,1-1 0,-1 1 0,1-1 0,-1 1 0,0-1 0,1 1 0,-1-1 0,1 0 0,-1 1 0,0-1 0,0 0 0,1 0 0,-1 1 0,0-1 0,1 0 0,-1 0 0,0 0 0,0 0 0,1 0 0,-1 0 0,0 0 0,0 0 0,1 0 0,-1-1 0,0 1 0,0 0 0,-6-2 0,0 0 0,1-1 0,0 0 0,0 0 0,0 0 0,0 0 0,0-1 0,-8-7 0,-5-2 0,-9-7 0,20 14 0,1 0 0,-1 1 0,1 0 0,-1 1 0,-16-7 0,23 11 0,0 0 0,1 0 0,-1-1 0,0 1 0,0 0 0,0 0 0,1 0 0,-1 0 0,0 0 0,0 0 0,1 0 0,-1 1 0,0-1 0,0 0 0,1 0 0,-1 0 0,0 1 0,1-1 0,-1 0 0,0 1 0,1-1 0,-1 1 0,0-1 0,1 1 0,-2 0 0,1 1 0,0 0 0,0 0 0,0-1 0,0 1 0,0 0 0,0 0 0,0 0 0,1 0 0,-1 3 0,-1 5 0,1 0 0,0 19 0,1-29 0,0 5 0,1 0 0,0 0 0,0 0 0,0 0 0,0 0 0,1 0 0,0 0 0,4 8 0,26 36 0,-13-22 0,-18-27 0,0 1 0,-1 0 0,1 0 0,-1-1 0,1 1 0,-1 0 0,1 0 0,-1 0 0,1 0 0,-1 0 0,0 0 0,1 0 0,-1 0 0,0 0 0,0 0 0,0 0 0,0 0 0,1 0 0,-2 0 0,1 0 0,0 0 0,0 0 0,-1 1 0,0-1 0,0-1 0,0 1 0,0-1 0,0 0 0,0 0 0,0 1 0,0-1 0,0 0 0,0 0 0,0 0 0,0 0 0,-1 0 0,1-1 0,0 1 0,0 0 0,0 0 0,0-1 0,0 1 0,0-1 0,0 1 0,0-1 0,-1 0 0,-9-5 0,-1-1 0,2 0 0,-1-1 0,-14-13 0,9 7 0,11 10 0,1 0 0,-1 1 0,0-1 0,0 1 0,-1 0 0,1 0 0,-1 1 0,1 0 0,-1 0 0,0 0 0,0 0 0,-10 0 0,15 2 0,1 1 0,-1-1 0,1 1 0,-1-1 0,0 1 0,1 0 0,0-1 0,-1 1 0,1-1 0,-1 1 0,1 0 0,0 0 0,-1-1 0,1 1 0,0 0 0,0 0 0,0-1 0,-1 1 0,1 0 0,0 0 0,0-1 0,0 1 0,0 0 0,0 0 0,1 0 0,-1-1 0,0 2 0,3 23 0,4 1 0,-5-17 0,1 0 0,-1 0 0,-1 1 0,1 16 0,-2-20 0,0-1 0,-1 1 0,0-1 0,0 0 0,0 1 0,-1-1 0,0 0 0,-3 8 0,3-10 0,1 0 0,-1-1 0,0 1 0,0-1 0,0 1 0,0-1 0,0 0 0,0 1 0,-1-1 0,1 0 0,-1-1 0,0 1 0,1 0 0,-1-1 0,0 0 0,-5 2 0,6-2 0,1-1 0,-1 0 0,1 0 0,-1 0 0,1 0 0,-1 0 0,1-1 0,-1 1 0,0 0 0,1-1 0,0 1 0,-1-1 0,1 0 0,-1 1 0,1-1 0,0 0 0,-1 0 0,1 0 0,0 0 0,-2-2 0,-24-27 0,18 19 0,-6-7 0,12 15 0,1-1 0,-1 0 0,0 1 0,0-1 0,-1 1 0,1 0 0,-1 0 0,1 0 0,-1 1 0,0-1 0,0 1 0,0 0 0,0 0 0,0 0 0,-1 1 0,1-1 0,-7 0 0,-7-2 0,13 2 0,-1 1 0,1 0 0,-1 0 0,1 0 0,-9 1 0,13 0 0,0 0 0,0 0 0,0 0 0,0 1 0,0-1 0,0 0 0,0 1 0,0-1 0,0 0 0,1 1 0,-1-1 0,0 1 0,0 0 0,0-1 0,1 1 0,-1 0 0,0-1 0,0 1 0,1 0 0,-1 0 0,1 0 0,-1-1 0,1 1 0,-1 0 0,1 0 0,-1 0 0,1 0 0,0 0 0,0 0 0,-1 0 0,1 0 0,0 0 0,0 0 0,0 0 0,0 1 0,-1 6 0,1-1 0,0 1 0,0 0 0,1 0 0,0-1 0,1 1 0,-1-1 0,1 1 0,1-1 0,-1 1 0,1-1 0,0 0 0,1 0 0,0-1 0,0 1 0,6 7 0,8 11 0,25 54 0,-42-79 0,-1 1 0,0-1 0,0 0 0,0 0 0,0 1 0,0-1 0,0 0 0,0 0 0,0 1 0,1-1 0,-1 0 0,0 0 0,0 1 0,0-1 0,0 0 0,0 1 0,0-1 0,-1 0 0,1 0 0,0 1 0,0-1 0,0 0 0,0 0 0,0 1 0,0-1 0,0 0 0,-1 0 0,1 1 0,0-1 0,0 0 0,0 0 0,0 0 0,-1 1 0,1-1 0,0 0 0,-14 4 0,-19-4 0,27 0 0,-10-2 0,-1 0 0,-17-4 0,24 3 0,0 0 0,-1 2 0,1-1 0,0 1 0,-1 1 0,0 0 0,1 0 0,-15 3 0,23-2 0,0 0 0,1-1 0,-1 1 0,1 0 0,-1 0 0,1 0 0,-1 0 0,1 1 0,0-1 0,0 0 0,-1 1 0,1-1 0,0 0 0,0 1 0,0 0 0,1-1 0,-1 1 0,0-1 0,1 1 0,-1 0 0,1-1 0,-1 1 0,1 0 0,0 0 0,-1 0 0,1-1 0,0 1 0,0 0 0,1 0 0,-1-1 0,0 1 0,1 0 0,-1 0 0,1-1 0,-1 1 0,1 0 0,0-1 0,-1 1 0,1-1 0,0 1 0,0-1 0,0 1 0,1-1 0,-1 1 0,3 1 0,43 30-22,54 34-1321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08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24575,'0'6'0,"-3"17"0,-1 28 0,0 21 0,4 190 0,5 74 0,10 41-3544,10 9 3544,2-39 0,3-31 0,0-34-1841,-6-55 1841,0-51-490,-8-80 490,-7-80 0,-4-42-2316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0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1 576 24575,'1'33'0,"2"1"0,12 58 0,16 48-221,6-2 0,6-2 0,7-1-1,4-3 1,7-2 0,118 185 0,-140-254 214,4-2 0,71 77 1,-87-109 53,1-1 1,0-1 0,2-1-1,1-2 1,1-1-1,45 22 1,-58-34 35,-1-2 0,1 0 0,0-1 0,0-1 0,1 0 0,0-2 0,39 3 1,-50-6-57,0 0 0,0-1 0,0 0 0,-1 0 0,1-1 1,0 0-1,-1-1 0,0 0 0,1 0 0,-1-1 1,0 0-1,-1 0 0,1 0 0,-1-1 0,0-1 0,0 1 1,0-1-1,-1 0 0,0-1 0,8-10 0,1-6-27,-1-1 0,-1-1 0,13-33 0,25-86 0,-47 134 0,158-579 0,-66 95 0,-90 468 0,1 0 0,2 0 0,1 1 0,0 0 0,17-28 0,-6 12 57,-2 0 0,-1-2 0,-3-1 0,-1 0 0,10-61 0,-6-6-911,2-113 1,-17 157-5973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09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11 427 24575,'-10'97'0,"9"-60"0,2-1 0,2 0 0,1 0 0,2 0 0,1-1 0,2 1 0,18 47 0,-26-82-2,2 8-860,1-1 1,1 0 0,6 11-1,-11-18 743,1 0 0,0 1 0,0-1 0,0 0 0,0 0 0,0 0-1,0 0 1,1 0 0,-1 0 0,0 0 0,0 0 0,1 0-1,-1 0 1,0-1 0,1 1 0,-1 0 0,1-1 0,-1 1 0,1-1-1,-1 0 1,1 0 0,0 1 0,-1-1 0,1 0 0,-1 0 0,1 0-1,1-1 1,3-2 119,-1 0 0,0 0 0,0-1 0,0 0 0,-1 0 0,1 0 0,-1 0 0,0-1 0,0 0 0,0 0 0,3-7 0,-6 11 0,32-47-53,-2-2 0,33-74 0,-11 4 1278,-7 0 3363,-6 3-4023,24-130 0,-54 210-565,-5 36 0,-2 10 0,1 12 0,-1 1 0,-1-1 0,0 30 0,-2-14 0,4 234-359,-32 282-1,-124 496 216,-47-226 144,195-806 0,3-13 0,0-1 0,0 1 0,0 0 0,0 0 0,0 0 0,-1-1 0,1 1 0,-1-1 0,0 1 0,-4 4 0,4-9 0,3-7 0,4-11 27,0 0 0,13-27-1,-10 24-752,22-55-5956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0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1102 243 24575,'-14'-1'0,"1"2"0,-1-1 0,1 2 0,-1-1 0,1 2 0,0 0 0,0 1 0,0 0 0,0 0 0,1 2 0,0-1 0,0 2 0,0 0 0,1 0 0,-19 16 0,18-11 0,0 0 0,1 1 0,0 1 0,1 0 0,0 0 0,2 1 0,-1 0 0,2 0 0,-6 17 0,5-8 0,1-1 0,1 1 0,1 1 0,2-1 0,-2 42 0,5-59 0,0 0 0,0 0 0,0 1 0,1-1 0,0 0 0,1 0 0,0 0 0,4 11 0,-5-16 0,1 1 0,-1-1 0,1 1 0,0-1 0,-1 0 0,1 0 0,0 0 0,0 0 0,1 0 0,-1 0 0,0-1 0,1 1 0,-1-1 0,1 1 0,-1-1 0,1 0 0,0 0 0,-1 0 0,1 0 0,0-1 0,0 1 0,0-1 0,0 0 0,4 0 0,10 0 0,-1-1 0,1-1 0,0-1 0,-1 0 0,0-1 0,0-1 0,0 0 0,0-2 0,-1 1 0,0-2 0,20-13 0,-5 1 0,-1-1 0,-1-1 0,-1-2 0,32-35 0,-40 37 0,-1-1 0,0-1 0,-2 0 0,-1-1 0,0-1 0,16-43 0,-26 54 0,0 1 0,-1-2 0,-1 1 0,-1 0 0,2-32 0,-4 37 0,-1 0 0,0-1 0,0 1 0,-1 0 0,-1 0 0,0 0 0,0 0 0,-1 0 0,-8-16 0,7 18 0,-1 0 0,0 0 0,0 1 0,0 0 0,-1 0 0,0 0 0,0 1 0,-1 0 0,0 1 0,0-1 0,0 1 0,-1 1 0,0 0 0,1 0 0,-2 1 0,1 0 0,-17-3 0,18 4 0,0 1 0,-1 0 0,1 1 0,0-1 0,0 2 0,-1-1 0,1 1 0,0 0 0,0 1 0,0 0 0,0 0 0,0 1 0,1 0 0,-1 0 0,1 1 0,0 0 0,0 0 0,0 1 0,0 0 0,1 0 0,-8 8 0,5-2 0,0 1 0,1 0 0,0 1 0,0-1 0,2 1 0,0 1 0,0-1 0,-6 27 0,5-10 0,1 1 0,1 0 0,0 35 0,5-49 0,0-1 0,1 0 0,1 0 0,1 0 0,0-1 0,1 1 0,0-1 0,1 1 0,1-1 0,10 18 0,-2-9 0,2 0 0,0-1 0,2-1 0,38 40 0,-43-50 0,0 0 0,-1 2 0,-1-1 0,0 1 0,-1 1 0,-1 0 0,0 1 0,-1-1 0,-1 1 0,0 1 0,-1 0 0,4 21 0,-1 9-74,-2 0-1,-1 0 0,-3 1 1,-3-1-1,-6 73 1,-8-19-342,-41 157 0,-8-43-323,-165 374 1,-151 180-746,280-575 1392,-1 8-447,10 4 0,-92 308 0,181-511 1351,2-16-629,8-35-210,38-243 327,-13-2-1,-12-1 0,-27-469 1,-11 560-297,-4-274-340,22 434 319,2 0-1,2-1 1,2 2 0,16-52 0,-18 74 39,1 1 0,1 0 0,1 0 0,1 1 0,0 0 0,1 0 0,1 2 0,1-1-1,0 2 1,30-28 0,-24 29 93,0 0 0,0 1-1,1 1 1,1 1 0,0 1-1,30-10 1,-18 9 223,1 2 0,0 2 0,58-6 0,3 10 275,0 4-1,116 16 0,590 85-752,-223-25-1659,-485-66-4450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1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 24575,'-15'16'5,"0"2"-1,2 0 1,0 0-1,1 1 0,1 0 1,0 1-1,2 1 1,1 0-1,-10 32 1,3 8-79,3 0 0,-6 72 0,12-48-199,3 0-1,3 0 1,5 0 0,25 140 0,-9-126-2,4-2 0,4-1 0,69 152 0,-73-193 275,3-2 0,2-1 0,49 63 0,-63-96 0,23 24 0,-35-39 0,1 0 0,-1 0 0,1 0 0,0-1 0,0 0 0,0 0 0,0 0 0,1-1 0,-1 1 0,10 1 0,-12-3 15,-1-1 0,0 0 0,1 1 0,-1-1 0,1-1 0,-1 1 0,1 0 0,-1 0 0,1-1 0,-1 1 0,0-1 0,1 0 0,-1 0 0,0 0 0,1 0 0,-1 0 0,0-1 0,4-2 0,-2 0 51,0 0 0,0 0 1,0-1-1,-1 1 0,1-1 0,-1 0 0,4-8 1,7-21 311,-2 0 0,-1-1 1,10-55-1,-20 86-340,80-497 14,-7 36-387,-48 343 335,58-164 0,-80 274 0,2-1 0,12-23 0,-4 23 0,-14 13 0,0 0 0,1 0 0,-1 0 0,1-1 0,-1 1 0,0 0 0,1 0 0,-1 0 0,1 0 0,-1 0 0,1 0 0,-1 0 0,0 0 0,1 1 0,-1-1 0,1 0 0,-1 0 0,0 0 0,1 0 0,-1 0 0,0 1 0,1-1 0,-1 0 0,0 0 0,1 1 0,1 1 0,-1 0 0,1 1 0,-1-1 0,1 0 0,-1 1 0,0-1 0,0 1 0,0 0 0,1 4 0,5 30 6,-2 1-1,-2-1 1,-1 68 0,-2-54 64,0 50 17,7 195 169,-2-220-194,28 139 0,-31-208-62,6 25 0,-8-31 0,1 0 0,-1 1 0,1-1 0,-1 0 0,1 0 0,0 0 0,-1 0 0,1 0 0,0 0 0,0 0 0,-1 0 0,1 0 0,0 0 0,0 0 0,0 0 0,0-1 0,0 1 0,2 1 0,-2-2 0,0 0 0,0 0 0,0-1 0,0 1 0,0 0 0,0 0 0,0 0 0,0-1 0,0 1 0,0 0 0,0-1 0,0 1 0,-1-1 0,1 1 0,0-1 0,0 0 0,-1 1 0,1-1 0,0 0 0,0 1 0,-1-1 0,1 0 0,-1 0 0,1 0 0,-1 1 0,1-1 0,0-2 0,13-29 0,-14 30 0,41-153-798,-38 142 231,18-88-6259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1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24575,'0'3'0,"0"4"0,0 4 0,0 6 0,0 6 0,0 5 0,0 7 0,0 3 0,0-4-8191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1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 24575,'-3'6'0,"-4"20"0,-1 15 0,1 6 0,2 13 0,2 5 0,1 1 0,1 1 0,0-1 0,10 14 0,7 9 0,2-5 0,3-7 0,2-6 0,14-5 0,5-11 0,17-8 0,-1-14-8191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1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1 24575,'-7'1'0,"1"-1"0,-1 2 0,1-1 0,-1 1 0,1 0 0,0 0 0,-10 5 0,8-3 0,-14 6 0,1 0 0,0 1 0,1 2 0,0 0 0,1 1 0,-19 18 0,30-24 0,-1 1 0,1 0 0,0 1 0,1 0 0,1 0 0,-1 0 0,1 1 0,1 0 0,0 0 0,1 0 0,0 1 0,0 0 0,-2 20 0,5-25 0,1 0 0,-1 0 0,2 0 0,-1 0 0,1 0 0,0 0 0,0 0 0,1-1 0,0 1 0,0 0 0,4 7 0,-1-5 0,0 0 0,1 0 0,0 0 0,0-1 0,1 1 0,12 10 0,6 2 0,0-2 0,1-1 0,54 28 0,-48-29 0,4 1 0,47 34 0,-74-46 0,0 0 0,-1 1 0,-1 0 0,1 0 0,-1 1 0,0 0 0,0 0 0,-1 1 0,-1 0 0,8 15 0,-10-18 0,-2 0 0,1 0 0,-1 0 0,0 0 0,0 1 0,-1-1 0,1 0 0,-1 0 0,-1 0 0,1 1 0,-1-1 0,0 0 0,-1 0 0,1 0 0,-1 0 0,-1 0 0,1-1 0,-1 1 0,0 0 0,0-1 0,0 0 0,-1 0 0,-6 8 0,-6 3 0,1 0 0,-2 0 0,0-2 0,0 0 0,-23 13 0,25-18 0,6-4 0,1 0 0,0 1 0,-9 8 0,17-14-19,0 0-1,-1 1 1,1-1-1,0 0 1,-1 0-1,1 0 1,0 0-1,0 1 1,-1-1-1,1 0 1,0 0-1,0 0 1,0 1-1,-1-1 1,1 0-1,0 0 1,0 1-1,0-1 1,0 0-1,-1 0 1,1 1-1,0-1 1,0 0-1,0 1 1,0-1-1,0 0 1,0 1-1,0-1 1,0 0-1,0 0 1,0 1-1,0-1 1,0 0-1,0 1 1,0-1-1,0 0 1,0 1-1,1-1 1,-1 0-1,0 0 1,0 1-1,0-1 1,0 0-1,1 0 1,-1 1-1,0-1 1,0 0-1,0 0 1,1 0-1,-1 1 1,0-1-1,0 0 1,1 0-1,-1 0 1,0 0-1,0 1 1,1-1-1,-1 0 1,0 0-1,1 0 1,-1 0-1,0 0 1,1 0-1,-1 0 1,0 0-1,0 0 1,1 0-1,-1 0 1,1 0-1,13 1-6806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2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1 318 24575,'15'-18'0,"-13"14"0,1 1 0,0-1 0,0 1 0,1 0 0,-1 0 0,5-3 0,2-1 0,0 2 0,1-1 0,0 2 0,0-1 0,0 1 0,19-3 0,76-9 0,-71 12 0,497-45-805,-55 8 130,117-56-443,-476 68-4475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2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 24575,'-4'0'0,"1"0"0,-1 0 0,1 1 0,-1 0 0,1-1 0,0 1 0,-1 1 0,1-1 0,0 0 0,0 1 0,-1-1 0,1 1 0,0 0 0,1 0 0,-1 0 0,0 1 0,1-1 0,-1 1 0,1-1 0,0 1 0,0 0 0,-3 3 0,-2 7 0,0 1 0,1 0 0,1 0 0,-5 16 0,10-30 0,-13 48 18,1 1-1,-6 68 1,2 100-188,14-175 73,-6 352-972,12-281 1068,28 165-1,-2-138 2,-25-122 0,1 0 0,1-1 0,1 0 0,0 0 0,15 21 0,-21-35-1,-1 0 0,2 0-1,-1 0 1,0 0 0,1-1 0,-1 1 0,1-1-1,0 0 1,0 0 0,0 0 0,0 0-1,0 0 1,3 1 0,-3-3 15,0 1-1,-1-1 1,1 1-1,0-1 1,-1 0 0,1 0-1,0 0 1,-1-1 0,1 1-1,0-1 1,-1 1-1,1-1 1,-1 0 0,1 0-1,-1 0 1,5-3-1,17-10 235,-1-2 0,0 0 0,33-32-1,-22 17-166,255-237-81,-230 206 0,-3-3 0,76-115 0,-101 128-1365,-12 14-5461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3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472 1 24575,'-3'0'0,"-4"3"0,-10 19 0,-11 32 0,-3 38 0,-3 45 0,1 46 0,-5 44-1266,0 32 1266,-2 18-1913,0 6 1913,3-10 0,3-19 0,3-40 0,5-45-510,6-53 510,10-62 0,6-41-4502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4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1001 2 24575,'18'-1'0,"-13"1"0,0 0 0,-1-1 0,1 2 0,0-1 0,0 0 0,9 3 0,-13-2 0,0-1 0,-1 0 0,1 1 0,-1-1 0,1 0 0,0 1 0,-1-1 0,1 1 0,-1-1 0,1 1 0,-1-1 0,0 1 0,1-1 0,-1 1 0,1-1 0,-1 1 0,0 0 0,0-1 0,1 1 0,-1 0 0,0-1 0,0 1 0,0 0 0,1-1 0,-1 1 0,0 0 0,0-1 0,0 1 0,0 0 0,-1-1 0,1 1 0,0 0 0,0-1 0,0 2 0,-13 24 0,3-12 0,0 0 0,-1-1 0,0 0 0,-25 20 0,-61 40 0,75-57 0,-117 76 0,-3-6 0,-5-6 0,-190 74 0,304-142 0,25-10 0,0 0 0,0 1 0,1 1 0,0-1 0,-1 1 0,-8 6 0,16-9 0,0-1 0,0 0 0,0 0 0,0 0 0,0 0 0,0 0 0,-1 0 0,1 0 0,0 1 0,0-1 0,0 0 0,0 0 0,0 0 0,0 0 0,0 0 0,0 1 0,0-1 0,0 0 0,0 0 0,0 0 0,0 0 0,0 1 0,0-1 0,0 0 0,0 0 0,0 0 0,0 0 0,0 0 0,0 1 0,0-1 0,0 0 0,0 0 0,0 0 0,0 0 0,0 0 0,0 1 0,0-1 0,1 0 0,-1 0 0,0 0 0,0 0 0,0 0 0,0 0 0,0 0 0,0 1 0,1-1 0,-1 0 0,0 0 0,0 0 0,0 0 0,0 0 0,0 0 0,1 0 0,-1 0 0,0 0 0,0 0 0,0 0 0,0 0 0,0 0 0,1 0 0,-1 0 0,0 0 0,0 0 0,0 0 0,0 0 0,1 0 0,-1 0 0,0 0 0,0 0 0,14 1 0,-1 0 0,1-1 0,-1 0 0,17-3 0,6 0 0,14 0 0,108-2 0,-141 6 0,-1 0 0,1 2 0,-1 0 0,1 0 0,-1 2 0,0 0 0,17 7 0,-28-9 0,-1 0 0,1 0 0,-1 0 0,1 0 0,-1 1 0,0-1 0,0 1 0,0 0 0,-1 0 0,0 1 0,0-1 0,0 1 0,0-1 0,0 1 0,-1 0 0,0 0 0,0 0 0,-1 1 0,1-1 0,-1 0 0,0 1 0,0-1 0,-1 0 0,0 8 0,0 6 0,-2 0 0,0 0 0,-1 0 0,0 0 0,-11 30 0,-30 67 0,27-75 0,1 1 0,-14 65 0,28-100 0,1 0 0,0 1 0,0 0 0,1-1 0,-1 1 0,2-1 0,-1 1 0,1-1 0,1 1 0,-1-1 0,1 1 0,0-1 0,1 0 0,0 0 0,0 0 0,0 0 0,1-1 0,0 1 0,0-1 0,1 0 0,0 0 0,0-1 0,0 1 0,1-1 0,-1 0 0,10 6 0,12 4 0,0-1 0,1 0 0,0-3 0,0 0 0,52 11 0,34 13 0,-112-34 0,1 0 0,-1-1 0,0 1 0,1 0 0,-1 0 0,0 0 0,0 0 0,0 1 0,0-1 0,0 0 0,0 1 0,0 0 0,0-1 0,-1 1 0,1 0 0,-1 0 0,3 3 0,-4-4 0,0 0 0,0-1 0,0 1 0,0 0 0,0 0 0,0 0 0,0-1 0,-1 1 0,1 0 0,0 0 0,0-1 0,-1 1 0,1 0 0,0 0 0,-1-1 0,1 1 0,-1 0 0,1-1 0,-2 2 0,-22 16 0,-36 14 0,-119 44 0,91-42 0,-151 53-1365,187-73-5461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5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40 24575,'-4'5'0,"-1"1"0,1 0 0,1-1 0,-1 1 0,1 1 0,0-1 0,1 0 0,0 1 0,-3 11 0,1 3 0,-3 37 0,5-43 0,2 1 0,-1-1 0,2 1 0,0-1 0,1 0 0,6 21 0,-7-31 0,1 0 0,0 0 0,-1 0 0,2-1 0,-1 1 0,1-1 0,-1 1 0,1-1 0,1 0 0,-1 0 0,0 0 0,1 0 0,0-1 0,0 0 0,0 0 0,0 0 0,0 0 0,1 0 0,0-1 0,-1 0 0,1 0 0,9 3 0,12 0 0,0-1 0,0-1 0,0-1 0,30-2 0,105-13 0,-159 12 0,44-4 0,50-14 0,-84 17 0,-1-2 0,1 1 0,-1-2 0,0 1 0,0-2 0,-1 1 0,1-2 0,-1 1 0,15-14 0,-22 17 0,-1 1 0,0-1 0,0 0 0,0 0 0,0 0 0,0 0 0,-1 0 0,1 0 0,-1 0 0,0 0 0,0-1 0,0 1 0,0 0 0,-1-1 0,1 1 0,-1-1 0,0 1 0,0 0 0,0-1 0,0 1 0,-1-1 0,1 1 0,-1-1 0,0 1 0,0 0 0,0 0 0,-1-1 0,-3-5 0,0-1 0,-2 0 0,1 1 0,-1-1 0,-1 1 0,0 1 0,0-1 0,-13-9 0,2 4 57,-1 0 0,-1 2 0,0 0 0,0 1 0,-32-11 0,13 9-626,-1 1 0,-50-8 0,42 13-6257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5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 24575,'5'20'0,"0"0"0,-1 0 0,1 29 0,0 4 0,85 385-599,31-12-214,-84-303 748,-37-122 65,37 122 179,20 131 1,-56-250-180,1 7 0,0-1 0,-1 1 0,0 0 0,0 0 0,-1-1 0,-1 1 0,-2 17 0,3-26 13,-1 0 0,1-1 0,-1 1 0,0-1 0,1 1 0,-1-1 0,0 0 0,0 1 0,0-1 0,0 0 0,0 0 0,0 1 0,0-1 0,0 0 0,0 0 0,-1 0 0,1 0 0,0 0 0,-1-1 0,1 1 0,-1 0 0,1-1 0,-1 1 0,1-1 0,-1 1 0,1-1 0,-1 0 0,0 0 0,1 1 0,-1-1 0,1 0 0,-1-1 0,0 1 0,1 0 0,-1 0 0,1-1 0,-1 1 0,-1-1 0,-7-2 107,-1-1 0,1 0-1,0-1 1,-13-8 0,17 9-108,-106-70-12,3 1 0,92 63 0,-1 1 0,0 0 0,0 2 0,-30-9 0,44 15 0,0 0 0,0 0 0,0 1 0,0-1 0,-1 1 0,1 0 0,0 0 0,0 1 0,0-1 0,0 1 0,-1 0 0,1 0 0,0 0 0,1 1 0,-1-1 0,-7 5 0,6-3 0,0 1 0,0 0 0,1 0 0,0 0 0,0 1 0,0-1 0,0 1 0,1 0 0,0 0 0,-5 9 0,1 3 0,1 1 0,0-1 0,1 1 0,1 0 0,1 0 0,-2 32 0,4-36 0,0 0 0,0-1 0,2 28 0,0-39 0,-1 0 0,0 1 0,0-1 0,1 0 0,0 1 0,-1-1 0,1 0 0,0 0 0,0 0 0,0 0 0,0 0 0,0 0 0,1 0 0,-1 0 0,1 0 0,-1 0 0,1-1 0,0 1 0,0 0 0,-1-1 0,1 0 0,0 1 0,4 1 0,10 0 0,0 0 0,1-1 0,-1-1 0,0 0 0,1-1 0,-1-1 0,17-3 0,-16 3 0,35-4 0,-1-2 0,0-2 0,0-2 0,-1-3 0,51-21 0,-95 33-85,-1 0 0,1-1-1,-1 0 1,0 0 0,0 0-1,0-1 1,0 0 0,0 0-1,-1 0 1,0 0 0,0-1-1,0 1 1,0-1 0,-1 0-1,5-9 1,-1-5-6741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04:16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45 391 24575,'13'-1'0,"1"0"0,-1 0 0,0-2 0,0 1 0,0-2 0,0 0 0,0 0 0,-1-1 0,20-11 0,-12 4 0,-1-1 0,0-1 0,0 0 0,27-30 0,-35 33 0,-1 0 0,-1-1 0,-1 0 0,1-1 0,7-17 0,-13 24 0,0 1 0,-1-1 0,0 1 0,0-1 0,0 0 0,-1 0 0,0 0 0,0 1 0,-1-1 0,1 0 0,-1 0 0,-1 0 0,1 0 0,-1 0 0,0 0 0,-2-7 0,1 9 0,0 0 0,0 1 0,-1-1 0,1 1 0,-1 0 0,0 0 0,0 0 0,0 0 0,0 0 0,-1 1 0,1-1 0,-1 1 0,0 0 0,1 0 0,-1 0 0,0 1 0,0 0 0,0-1 0,0 1 0,0 0 0,-7 0 0,-4-1 0,0 0 0,0 1 0,0 1 0,-25 3 0,31-2 0,-1 0 0,1 1 0,0 0 0,0 0 0,0 1 0,0 0 0,1 1 0,-1 0 0,1 0 0,0 1 0,0 0 0,0 1 0,1-1 0,0 1 0,0 1 0,0-1 0,1 1 0,0 0 0,0 1 0,1 0 0,0-1 0,0 2 0,1-1 0,0 0 0,0 1 0,-3 15 0,0 5 0,2-1 0,2 0 0,0 1 0,2 0 0,1 0 0,1-1 0,1 1 0,2 0 0,8 30 0,-4-25 0,3 1 0,1-2 0,1 0 0,2 0 0,1-1 0,40 57 0,-44-73 0,1 0 0,0-1 0,1 0 0,0-1 0,2-1 0,23 17 0,-26-22 0,0-1 0,0 0 0,1-1 0,0 0 0,0-1 0,0-1 0,0 0 0,1-1 0,21 2 0,-17-3 38,0-1 0,1-1 0,-1-1 0,0-1 0,0-1 0,0 0 0,0-1 0,20-8 0,-30 9-128,0-1 0,-1 0 0,1-1 0,-1 0 0,0 0 1,0 0-1,0-1 0,-1 0 0,0-1 0,0 0 1,-1 0-1,0 0 0,0-1 0,-1 0 0,1 0 0,-2 0 1,1-1-1,3-10 0,4-19-6736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8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24575,'-3'12'0,"-1"13"0,0 17 0,10 14 0,21 54 0,16 23 0,7 5 0,3-13 0,-1-19 0,-7-24 0,-7-25 0,-11-30 0,-9-27 0,-9-15-8191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8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1 209 24575,'1'-2'0,"1"0"0,-1 0 0,1 0 0,0 0 0,0 0 0,0 0 0,0 0 0,0 1 0,0-1 0,1 1 0,-1 0 0,0 0 0,3-1 0,0-1 0,12-6 0,1 1 0,-1 1 0,31-8 0,249-47-309,13 26-266,553-9 398,-851 45 177,102 6 0,-102-5 0,1 1 0,-1 1 0,0-1 0,0 2 0,0 0 0,14 7 0,-23-10 0,-1 0 0,1 1 0,-1-1 0,1 1 0,-1 0 0,1 0 0,-1 0 0,0 0 0,0 0 0,0 0 0,0 1 0,0-1 0,-1 1 0,1-1 0,-1 1 0,0-1 0,1 1 0,0 3 0,-2-2 0,1 0 0,-1 0 0,0-1 0,0 1 0,0 0 0,-1 0 0,1 0 0,-1 0 0,0-1 0,0 1 0,0 0 0,-1-1 0,-2 7 0,-4 5 0,-1-1 0,0 0 0,-1 0 0,-21 21 0,-57 51 0,-38 20-257,-3-5-1,-200 116 1,154-118 361,-297 121 1,459-215-14,-17 8 61,-1-1 0,0-1 0,-1-2 0,-46 7 0,76-16-146,0 0 0,0 1 0,0-1 0,0 0 0,0 0 0,1 0 0,-1 0 0,0-1 0,0 1 0,0-1 0,0 1 0,0-1 0,1 1 0,-1-1 0,0 0 0,0 0 0,1 0 1,-1 0-1,-1-2 0,2 2 9,-1-1 1,1 1 0,1-1-1,-1 1 1,0-1-1,0 0 1,1 1 0,-1-1-1,0 0 1,1 0 0,0 1-1,0-1 1,-1 0 0,1 0-1,0 0 1,1-2 0,0-4 32,0 0 0,0 1 1,1-1-1,1 1 0,-1-1 1,1 1-1,8-13 0,0 3-48,1 1 0,0 1 0,2 0 0,-1 0 0,2 2 0,0 0 0,1 0 0,0 1 0,33-18 0,13-1 0,95-35 0,-153 64 0,344-124-1365,-229 79-5461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9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24575,'5'111'0,"21"128"0,-16-165 0,132 724 0,-138-780 0,-4-13 0,1 1 0,0-1 0,0 0 0,1 0 0,-1 0 0,1 0 0,0 0 0,5 9 0,-6-14 0,-1 0 0,0 0 0,0 0 0,0 0 0,0 0 0,1 0 0,-1 0 0,0 1 0,0-1 0,1 0 0,-1 0 0,0 0 0,0 0 0,0 0 0,1 0 0,-1 0 0,0 0 0,0 0 0,0 0 0,1 0 0,-1 0 0,0-1 0,0 1 0,1 0 0,-1 0 0,0 0 0,0 0 0,0 0 0,1 0 0,-1 0 0,0 0 0,0-1 0,0 1 0,0 0 0,0 0 0,1 0 0,-1 0 0,0-1 0,0 1 0,0 0 0,0 0 0,0 0 0,0-1 0,0 1 0,0 0 0,1 0 0,-1 0 0,0-1 0,0 1 0,0 0 0,0 0 0,0-1 0,0 1 0,5-16 0,0 0 0,-1 0 0,2-25 0,3-6 0,41-247 0,-24 128 0,-24 155 0,0 1 0,0 0 0,1-1 0,1 1 0,-1 0 0,2 0 0,-1 1 0,1-1 0,1 1 0,0 0 0,0 0 0,1 1 0,0 0 0,0 0 0,1 1 0,0 0 0,0 0 0,0 1 0,1-1 0,0 2 0,14-7 0,25-13-227,1 2-1,0 3 1,2 1-1,0 3 1,57-10-1,-74 21-6598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9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1 504 24575,'3'-1'0,"-1"-1"0,1 1 0,0-1 0,-1 1 0,0-1 0,1 0 0,-1 0 0,0 0 0,0 0 0,0 0 0,0-1 0,3-4 0,8-8 0,36-29 0,1 2 0,2 2 0,2 2 0,62-32 0,-46 33 0,2 3 0,1 3 0,79-21 0,-80 32 0,1 3 0,146-15 0,-203 30 0,0 2 0,1 0 0,-1 0 0,23 4 0,-35-3 0,-1 0 0,0-1 0,0 1 0,1 0 0,-1 1 0,0-1 0,0 0 0,0 1 0,0 0 0,-1 0 0,1 0 0,0 0 0,-1 0 0,1 0 0,-1 0 0,0 1 0,0 0 0,0-1 0,0 1 0,0 0 0,0 0 0,-1 0 0,0 0 0,1 0 0,-1 0 0,0 0 0,0 4 0,0 3 0,0-1 0,-1 1 0,-1-1 0,0 1 0,0-1 0,-1 0 0,0 1 0,0-1 0,-1 0 0,0 0 0,-1 0 0,-5 9 0,-9 16 0,-36 49 0,50-77 0,-258 327 0,256-327 0,-16 19 0,21-24 0,0-1 0,0 1 0,0 0 0,1 0 0,-1-1 0,0 1 0,0 0 0,0-1 0,0 1 0,0-1 0,0 1 0,0-1 0,0 1 0,0-1 0,-1 0 0,1 1 0,0-1 0,-2 0 0,3 0-57,-1-1 0,1 0 1,0 1-1,-1-1 0,1 1 0,0-1 0,-1 1 0,1-1 0,0 0 0,0 1 0,-1-1 1,1 1-1,0-1 0,0 0 0,0 1 0,0-1 0,0 0 0,0 1 0,0-1 1,0 0-1,0 1 0,1-1 0,-1-1 0,6-26-6769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0:59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24575,'8'1'0,"-1"1"0,1 0 0,0 0 0,-1 1 0,1 0 0,-1 0 0,0 0 0,0 1 0,0 0 0,-1 1 0,9 6 0,4 3 0,19 11 0,132 83 0,-131-86 0,1-1 0,62 22 0,-94-40 0,1-1 0,0 1 0,-1-2 0,11 2 0,-16-3 0,0 0 0,0 0 0,0 0 0,0 0 0,-1-1 0,1 1 0,0-1 0,0 0 0,0 1 0,0-1 0,-1-1 0,1 1 0,0 0 0,-1-1 0,1 1 0,2-4 0,11-11-341,0 0 0,-1-1-1,23-37 1,-2-1-6485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0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1 334 24575,'0'-6'0,"1"0"0,0-1 0,1 1 0,-1 0 0,1 0 0,0 1 0,0-1 0,1 0 0,0 1 0,0-1 0,0 1 0,5-5 0,2-3 0,0 1 0,1 0 0,19-16 0,1 4 0,1 1 0,0 1 0,2 2 0,0 1 0,1 2 0,1 1 0,1 2 0,51-13 0,-80 25 0,0 1 0,-1-1 0,1 2 0,0-1 0,0 1 0,13 1 0,-17 0 0,1 0 0,-1 0 0,0 0 0,0 1 0,0 0 0,0-1 0,-1 1 0,1 1 0,0-1 0,-1 0 0,1 1 0,-1 0 0,0 0 0,4 5 0,4 6 0,0 1 0,-2 1 0,1 0 0,-2 0 0,0 1 0,-1 0 0,-1 0 0,-1 1 0,4 17 0,4 32 0,4 72 0,-1 508 0,-17-412 0,1-223 0,-1-9 0,1 1 0,0-1 0,-1 1 0,2-1 0,-1 1 0,0-1 0,1 0 0,-1 1 0,1-1 0,0 1 0,0-1 0,0 0 0,3 5 0,-4-8-39,1 0 0,-1 0 0,0 0 0,1 0 0,-1 0 0,0 0 0,0 0 0,1 1 0,-1-1 0,0 0 0,1 0 0,-1 0 0,0 0 0,1 0 0,-1-1 0,0 1 0,1 0 0,-1 0 0,0 0 0,0 0 0,1 0 0,-1 0 0,0 0 0,1-1 0,-1 1 0,0 0 0,0 0 0,0 0 0,1-1 0,-1 1 0,0 0 0,0 0 0,0-1 0,1 1 0,9-15-6787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0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1 323 24575,'3'-3'0,"4"-1"0,3-3 0,4-3 0,5-6 0,2 0 0,1-3 0,3-2 0,-1 0 0,3 0 0,8-1 0,4-2 0,5-7 0,0-5 0,5-2 0,-5 5-8191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0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24575,'-3'6'0,"-10"14"0,-6 25 0,1 22 0,3 9 0,4 7 0,4-5 0,3-10 0,5-13 0,6-16 0,4-15 0,1-11-8191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0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24575,'0'1143'0,"0"-1138"0,0-1 0,0 1 0,0-1 0,1 1 0,0-1 0,1 6 0,-2-10 0,0 1 0,0-1 0,1 0 0,-1 0 0,0 1 0,0-1 0,0 0 0,0 0 0,0 1 0,1-1 0,-1 0 0,0 0 0,0 0 0,0 1 0,1-1 0,-1 0 0,0 0 0,0 0 0,1 0 0,-1 0 0,0 0 0,0 1 0,1-1 0,-1 0 0,0 0 0,1 0 0,-1 0 0,0 0 0,0 0 0,1 0 0,-1 0 0,0 0 0,1 0 0,-1 0 0,1-1 0,0 1 0,1-1 0,-1 0 0,0 0 0,1-1 0,-1 1 0,0 0 0,1 0 0,-1-1 0,0 1 0,1-3 0,22-35-1365,1-9-5461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1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766 1 24575,'-3'0'0,"-10"6"0,-18 20 0,-15 20 0,-24 24 0,-16 21 0,-13 13 0,-8 9 0,4 1 0,15-7 0,22-19 0,25-24 0,28-29 0,27-29 0,9-16-8191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1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24575,'3'0'0,"4"0"0,7 6 0,16 11 0,15 5 0,14 6 0,19 0 0,20-1 0,11-5 0,-7-6 0,-5-4 0,-14 0 0,-21 4 0,-21-1-8191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1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251 733 24575,'-42'0'0,"-23"0"0,0-6 0,13-5 0,26-7 0,25-8 0,34-10 0,30-8 0,37-11 0,40-5 0,38-7 0,68-8-1849,60-3 1849,38 3-2813,30 3 2813,5 9 0,-62 17-3529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1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1 24575,'-12'13'0,"1"0"0,1 0 0,0 1 0,-8 17 0,-29 63 0,46-93 0,-26 63 0,2 1 0,-20 87 0,-16 138 0,55-258 0,5-26 0,-34 206 0,31-173 0,2 1 0,1-1 0,6 55 0,-4-84 0,0 0 0,1 0 0,1 0 0,5 15 0,-8-23 0,1-1 0,0 1 0,0 0 0,-1 0 0,1-1 0,0 1 0,0-1 0,1 1 0,-1-1 0,0 1 0,0-1 0,1 0 0,-1 0 0,1 0 0,-1 1 0,1-1 0,-1-1 0,1 1 0,0 0 0,-1 0 0,1-1 0,0 1 0,0 0 0,0-1 0,-1 0 0,1 0 0,0 1 0,0-1 0,0 0 0,0 0 0,0-1 0,1 1 0,29-13-1365,1-6-5461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2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1 255 24575,'90'-46'0,"2"5"0,1 3 0,3 4 0,0 5 0,136-23 0,-218 49 0,56-7 0,-64 9 0,1 1 0,-1 0 0,1 0 0,-1 1 0,1-1 0,-1 2 0,11 2 0,-15-4 0,-1 1 0,0-1 0,1 1 0,-1 0 0,0-1 0,1 1 0,-1 0 0,0 0 0,0 0 0,0 0 0,0 0 0,0 0 0,0 0 0,0 0 0,0 1 0,0-1 0,0 0 0,-1 1 0,1-1 0,-1 0 0,1 1 0,-1-1 0,1 0 0,-1 1 0,0-1 0,1 1 0,-1-1 0,0 3 0,-1 2 0,1-1 0,-1 1 0,-1 0 0,1-1 0,-1 1 0,-3 7 0,-7 13 0,0 0 0,-2-1 0,-18 25 0,-57 68 0,60-81 0,-428 511 0,438-526 0,14-15 0,-1-2 0,1 1 0,0 1 0,1-1 0,-1 0 0,-5 13 0,10-17 0,-1 0 0,0 0 0,1 0 0,0 0 0,-1 0 0,1 0 0,0 1 0,0-1 0,0 0 0,0 0 0,1 0 0,-1 0 0,0 0 0,1 0 0,0 0 0,-1 0 0,1 0 0,0 0 0,0 0 0,0 0 0,0 0 0,1 0 0,-1-1 0,3 3 0,32 34 0,2-1 0,71 52 0,-103-84 0,1 1 0,0-1 0,1 1 0,0-1 0,0-1 0,17 8 0,-23-11 0,0-1 0,0 1 0,1-1 0,-1 1 0,0-1 0,0 0 0,1 0 0,-1 0 0,0 0 0,0 0 0,0-1 0,1 1 0,-1-1 0,0 1 0,0-1 0,0 0 0,0 0 0,0 0 0,0 0 0,0 0 0,0 0 0,0-1 0,-1 1 0,1 0 0,0-1 0,-1 0 0,1 1 0,-1-1 0,3-3 0,0-2-227,0 0-1,-1 0 1,0 0-1,0 0 1,3-13-1,1-9-6598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2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1 383 24575,'0'-3'0,"3"-1"0,10-3 0,11 0 0,18-2 0,12-2 0,19-3 0,15-4 0,13-6 0,11-7 0,-8-2 0,-7-7 0,-13-3 0,-16 1 0,-15-9 0,-18 5-8191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3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967 1 24575,'21'650'-194,"64"138"-781,-34-357 981,-48-408-6,17 246 0,-19-265 35,-1 4-53,0-1 1,0 1 0,-1 0 0,0-1-1,-2 10 1,2-16 45,1 0 0,0 1 0,-1-1 0,1 0 1,-1 0-1,0 0 0,1 0 0,-1 0 0,0 0 0,0 0 0,1 0 0,-1 0 0,0 0 0,0 0 0,0 0 0,0-1 0,0 1 0,0 0 0,-1-1 0,1 1 0,0-1 1,0 1-1,0-1 0,-1 1 0,1-1 0,0 0 0,0 0 0,-1 0 0,1 0 0,0 0 0,0 0 0,-1 0 0,1 0 0,0 0 0,0 0 0,-3-1 0,-85-23 210,-42-8-282,22 17 44,1 5 0,-133 4 0,212 7 0,0 1 0,1 1 0,-1 1 0,1 2 0,-1 1 0,-43 17 0,60-19 0,1 0 0,1 0 0,-1 1 0,1 0 0,0 1 0,0 0 0,1 1 0,0 0 0,0 1 0,1 0 0,0 0 0,0 0 0,1 1 0,1 0 0,0 1 0,0-1 0,1 1 0,-6 17 0,6-11 0,2-1 0,0 1 0,1 0 0,0 0 0,2 0 0,0 0 0,1-1 0,0 1 0,7 27 0,-6-32 0,1-1 0,1 1 0,0-1 0,0 0 0,1-1 0,0 1 0,1-1 0,1 0 0,-1 0 0,1-1 0,1 1 0,0-2 0,0 1 0,18 13 0,-12-13 0,1-1 0,0 0 0,0-1 0,1 0 0,-1-1 0,1-1 0,18 3 0,6-1 0,77 3 0,-41-11-144,-1-3 0,1-3 0,-1-3-1,135-38 1,-136 28 92,-1-4 0,85-40-1,-124 48 55,-1-2 0,0-1 0,-2-2-1,0-1 1,-2-1 0,41-41 0,-60 54-2,-1-1 0,1-1 0,-2 1 0,1-2 0,-2 1 0,0-1 0,0 0 0,6-21 0,-11 28 0,0 1 0,-1-1 0,0 0 0,0 0 0,-1 0 0,0 0 0,0 0 0,0 1 0,-1-1 0,1 0 0,-1 0 0,-1 0 0,1 0 0,-1 1 0,0-1 0,-1 1 0,1-1 0,-1 1 0,0 0 0,0 0 0,-1 0 0,-7-8 0,1 4 36,0 0 0,-1 0 0,0 1 0,-1 0 0,0 1 0,0 1 0,-1 0 0,1 0 0,-1 1 0,-1 1 0,-21-4 1,-6 0 107,0 2 0,-68-1 0,49 7-144,0 3 0,1 2 0,-1 3 0,2 3 0,-1 2 0,2 3 0,0 2 0,1 2 0,1 3 0,-91 53 0,138-71 0,1-2 0,0 1 0,0 0 0,0 1 0,0 0 0,1 0 0,0 1 0,0-1 0,1 1 0,-10 12 0,15-17 0,0-1 0,-1 1 0,1 0 0,0-1 0,0 1 0,0 0 0,0-1 0,0 1 0,-1 0 0,1-1 0,0 1 0,0-1 0,1 1 0,-1 0 0,0-1 0,0 1 0,0 0 0,0-1 0,1 1 0,-1 0 0,0-1 0,0 1 0,1-1 0,-1 1 0,0-1 0,1 1 0,-1-1 0,1 1 0,-1-1 0,1 1 0,-1-1 0,1 1 0,-1-1 0,1 0 0,-1 1 0,1-1 0,0 0 0,-1 1 0,1-1 0,-1 0 0,2 0 0,33 7 0,-31-6 0,75 4-1365,12-4-5461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4T13:11:03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 24575,'-6'0'0,"-5"0"0,-19 3 0,-4 1-8191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48F29-BEE8-411A-8E8C-9303D4840932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CCC4F-A2B3-4B41-8ED7-8C35E1DAC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61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248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D0901-3288-808F-C6A4-68538E40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26F119-41AC-5A95-9007-47F45A9CB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0BC251-C55D-3C1E-9781-0CA3C65FF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3F030B-22E4-20AC-9EF8-6CFE7264A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821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F4E7-D506-9117-6789-7D9D9C18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94AB1C-88C4-2F36-D089-F2019BCB9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47F29B-FF9D-2C82-8004-57AB36CF6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6F80A-55D5-DD40-75EC-1B6F42152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410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C7611-A90C-1A7B-8BDF-39131482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089E71-DBCE-DA6F-925D-9B186F4B0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4B4B3D-9BB7-2A53-D78D-18ED8F4EC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D8C763-0987-DDDF-DE6F-51DD98200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814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779CC-4DD3-773F-0B02-B6CA2D353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EE54D2-A2E1-37D6-63CC-794A3C03C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764082-EE5E-5FE0-42FA-E65A39AC5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11B12-20CE-AFD3-386C-4D7B8A683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989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64F2A-1AF5-3A44-3F07-F6EFC0059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D7D151-B0A4-0D35-925F-739269281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5D6335-0D6A-25ED-4F8C-FF45A1750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525788-521A-6758-4F36-B51CAD6D5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68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BE7DA-BD9D-B71C-0A29-CE9035A1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6FCD90-29B5-2B48-76E3-8556B3C8F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6C1C9D-AB9E-E03C-6630-9099ACBE8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F49F1-75BB-0B09-A2B8-74C60E962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977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3EEF-7DB2-EF62-1D34-2C1182599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40EE6A-C1C4-09B8-8176-CA6FFF146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27F4E9-8E96-684C-A647-C427BFE01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00C5C2-2FC4-B4C8-E831-A389B336B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518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059F-9787-0A6D-509B-05954171D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3C1F1C-8F35-F38B-A003-D8B30ECDF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868B28-0643-BAB6-C039-C225A6EA6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65B9A1-3989-245F-437E-F3FCC2B4D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669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488E5-99C4-20AA-7343-AD307FFC2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0C3D15-DCB7-3017-FB11-92EEAB1BB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B979D9-686B-E841-9F33-9A78004BF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47C199-D82C-D59C-1FC9-48196DFE3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802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E6B6-CBA8-D6BC-33DA-1E4EF6AA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620223-74BB-8A6E-1BB2-90C71EC51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A95C09-A76C-C7E9-0F06-F2CE75ADC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97D386-20ED-599A-00E2-9FACCD2A9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799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D1B3A-DD77-7227-6BA4-189F33439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05BC5-4E3F-8243-A8F4-93A3214DD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8739D5-51A2-ED51-573F-9C993A670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Saturation…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F1EDDD-8D7C-1C7E-FD23-22B03A7AB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319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22FF9-5394-338E-26F1-0EAEA688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68C5BD-D507-540E-91AF-8059B47EC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C7BD19-D734-DA8A-71BE-936705DC5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</a:t>
            </a:r>
            <a:r>
              <a:rPr lang="en-US" altLang="ko-KR" dirty="0"/>
              <a:t>Relative stability</a:t>
            </a:r>
            <a:r>
              <a:rPr lang="ko-KR" altLang="en-US" dirty="0"/>
              <a:t>를 통하여 주어진 </a:t>
            </a:r>
            <a:r>
              <a:rPr lang="en-US" altLang="ko-KR" dirty="0"/>
              <a:t>overshoot</a:t>
            </a:r>
            <a:r>
              <a:rPr lang="ko-KR" altLang="en-US" dirty="0"/>
              <a:t>과 </a:t>
            </a:r>
            <a:r>
              <a:rPr lang="en-US" altLang="ko-KR" dirty="0"/>
              <a:t>rise time </a:t>
            </a:r>
            <a:r>
              <a:rPr lang="ko-KR" altLang="en-US" dirty="0"/>
              <a:t>조건을 맞추기 위한 </a:t>
            </a:r>
            <a:r>
              <a:rPr lang="en-US" altLang="ko-KR" dirty="0"/>
              <a:t>zeta</a:t>
            </a:r>
            <a:r>
              <a:rPr lang="ko-KR" altLang="en-US" dirty="0"/>
              <a:t>와 </a:t>
            </a:r>
            <a:r>
              <a:rPr lang="en-US" altLang="ko-KR" dirty="0"/>
              <a:t>omega</a:t>
            </a:r>
            <a:r>
              <a:rPr lang="ko-KR" altLang="en-US" dirty="0"/>
              <a:t>의 범위를 정해주었습니다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FDBF6F-53AC-4F26-4A96-41FF324BF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980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8F990-A93A-9B28-ADBE-7B820C92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EBF4E7-EDBD-BCC4-0379-3DE8FD22E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06E7C7-844C-F272-6EC7-C11EDAF8E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2F408F-24E1-3FDA-F3B0-B17BF7F13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080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147E-1139-C2DE-DEEE-B54CAC14D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736B6B-9E3B-C263-2EB5-87514EF10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189829-4614-A652-056A-15D418325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D4953B-049C-E4CD-EF26-2B0AA2DF2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535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D7CD0-F0AD-5382-9E92-A895E5EC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6A2C2B-965B-FBCA-EDDB-687CD2476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1FECBA-A595-7743-32F5-9317BE2E5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Natural</a:t>
            </a:r>
            <a:r>
              <a:rPr lang="ko-KR" altLang="en-US" dirty="0"/>
              <a:t> </a:t>
            </a:r>
            <a:r>
              <a:rPr lang="en-US" altLang="ko-KR" dirty="0"/>
              <a:t>frequency</a:t>
            </a:r>
            <a:r>
              <a:rPr lang="ko-KR" altLang="en-US" dirty="0"/>
              <a:t>에 의하여 </a:t>
            </a:r>
            <a:r>
              <a:rPr lang="en-US" altLang="ko-KR" dirty="0"/>
              <a:t>rise time</a:t>
            </a:r>
            <a:r>
              <a:rPr lang="ko-KR" altLang="en-US" dirty="0"/>
              <a:t> 달라짐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904871-A2CD-BF1D-E89C-16D66FDDB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48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EB1E-EDAE-BCCB-16AC-74480C37C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20F7DB-B1E9-5D11-81AD-B844783DF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DBE2CC-76DA-5A5C-43A1-08ECABD47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Natural</a:t>
            </a:r>
            <a:r>
              <a:rPr lang="ko-KR" altLang="en-US" dirty="0"/>
              <a:t> </a:t>
            </a:r>
            <a:r>
              <a:rPr lang="en-US" altLang="ko-KR" dirty="0"/>
              <a:t>frequency</a:t>
            </a:r>
            <a:r>
              <a:rPr lang="ko-KR" altLang="en-US" dirty="0"/>
              <a:t>에 의하여 </a:t>
            </a:r>
            <a:r>
              <a:rPr lang="en-US" altLang="ko-KR" dirty="0"/>
              <a:t>rise time</a:t>
            </a:r>
            <a:r>
              <a:rPr lang="ko-KR" altLang="en-US" dirty="0"/>
              <a:t> 달라짐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21CA50-4180-B15F-2DE4-9D9C252A0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357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7D155-9323-634E-86F9-741BEC2DC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CE038-1530-765F-A018-6434F155A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A707F6-AD4E-5087-6013-96C1F900D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16C68B-B2D1-0FAF-448B-8EF39B3E5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6114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7D646-A109-862A-ECEA-785C132CC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9E4A9D-CE27-C536-8969-5A6E6B854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CFA441-83CA-4288-0F96-F0FDB32C1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FAC20-AEC2-1970-8CF3-038AB4915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2759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BB828-8122-C8E2-9B97-51DEACCD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20B39D-A4CF-AE0D-4008-4F61465C1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7DCE0E-BCDA-02D6-464B-5558C2E1A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64282-FE1D-55DC-D4C4-CAE0CE95E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723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E20EC-C4D6-07B6-B8B5-CCA14277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311D3-8036-143E-1BFE-FD61C533D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C93CB2-19FA-6EEF-F3E7-498961289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98F275-805B-9A5D-FC98-BF6E1C247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0698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68DC9-477E-2662-8C09-809CA08D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77B545-761C-540B-5302-3B693CA37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DEA476-30F7-8A03-5BBA-68016E0B3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AAA7D-CDD1-8625-73F1-318B56E82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507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2895-0172-0C78-6CF2-F48BF7F9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22490A-E5E1-7308-17CD-DDB4E7397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06121C-2B1C-138A-0F42-553178D7C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39F4A4-8EBC-CA06-2F95-390F5E939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6909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2906F-74C5-3225-DC57-9F8A8B98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ABB6BC-FEFC-12AE-2C9F-E6CBDD14B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08A74E-52EC-2D97-DB57-943909FB7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6A31D6-39A5-67AF-B9A7-EAB25992E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2559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2AF2-43AC-E674-CD0C-208DFDC15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10BDCF-7C3F-341C-F46A-2CE16536A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0ED99F-6F42-1A28-70D4-96BA524B1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</a:t>
            </a:r>
            <a:r>
              <a:rPr lang="en-US" altLang="ko-KR" dirty="0"/>
              <a:t>Relative stability</a:t>
            </a:r>
            <a:r>
              <a:rPr lang="ko-KR" altLang="en-US" dirty="0"/>
              <a:t>를 통하여 주어진 </a:t>
            </a:r>
            <a:r>
              <a:rPr lang="en-US" altLang="ko-KR" dirty="0"/>
              <a:t>overshoot</a:t>
            </a:r>
            <a:r>
              <a:rPr lang="ko-KR" altLang="en-US" dirty="0"/>
              <a:t>과 </a:t>
            </a:r>
            <a:r>
              <a:rPr lang="en-US" altLang="ko-KR" dirty="0"/>
              <a:t>rise time </a:t>
            </a:r>
            <a:r>
              <a:rPr lang="ko-KR" altLang="en-US" dirty="0"/>
              <a:t>조건을 맞추기 위한 </a:t>
            </a:r>
            <a:r>
              <a:rPr lang="en-US" altLang="ko-KR" dirty="0"/>
              <a:t>zeta</a:t>
            </a:r>
            <a:r>
              <a:rPr lang="ko-KR" altLang="en-US" dirty="0"/>
              <a:t>와 </a:t>
            </a:r>
            <a:r>
              <a:rPr lang="en-US" altLang="ko-KR" dirty="0"/>
              <a:t>omega</a:t>
            </a:r>
            <a:r>
              <a:rPr lang="ko-KR" altLang="en-US" dirty="0"/>
              <a:t>의 범위를 정해주었습니다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3F16EB-CBC5-CF1D-5CC1-737F8E19C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9243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D8725-4353-FC75-80AD-2BD26663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E6B470-DB65-4104-237D-554F5570F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CD90AE-44AF-0FE0-D835-56CC1972E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ACFC92-B418-F8AE-40BB-1229C992C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1997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28B1-0C18-7032-B04F-77624FB3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B44AD2-A87A-7C96-EFD8-676B4AC57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E1BDAC-C0BF-2D9E-B04E-8450DA81E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F25DEF-E4BA-1F8A-92C1-DFC929BCD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910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6439E-C009-7099-AC47-FF507CEE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A97251-7477-DA5A-FE70-0230B92F7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2AB8A4-A7DE-A908-8643-939CC2E17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Natural</a:t>
            </a:r>
            <a:r>
              <a:rPr lang="ko-KR" altLang="en-US" dirty="0"/>
              <a:t> </a:t>
            </a:r>
            <a:r>
              <a:rPr lang="en-US" altLang="ko-KR" dirty="0"/>
              <a:t>frequency</a:t>
            </a:r>
            <a:r>
              <a:rPr lang="ko-KR" altLang="en-US" dirty="0"/>
              <a:t>에 의하여 </a:t>
            </a:r>
            <a:r>
              <a:rPr lang="en-US" altLang="ko-KR" dirty="0"/>
              <a:t>rise time</a:t>
            </a:r>
            <a:r>
              <a:rPr lang="ko-KR" altLang="en-US" dirty="0"/>
              <a:t> 달라짐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8888A3-C709-9F03-FD4B-3C87A280A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4148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EAD17-3586-8953-B135-E017729C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3340CE-82C3-508F-8ED4-FD785C135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04838-64AF-8B14-1E22-DA3396DF1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Natural</a:t>
            </a:r>
            <a:r>
              <a:rPr lang="ko-KR" altLang="en-US" dirty="0"/>
              <a:t> </a:t>
            </a:r>
            <a:r>
              <a:rPr lang="en-US" altLang="ko-KR" dirty="0"/>
              <a:t>frequency</a:t>
            </a:r>
            <a:r>
              <a:rPr lang="ko-KR" altLang="en-US" dirty="0"/>
              <a:t>에 의하여 </a:t>
            </a:r>
            <a:r>
              <a:rPr lang="en-US" altLang="ko-KR" dirty="0"/>
              <a:t>rise time</a:t>
            </a:r>
            <a:r>
              <a:rPr lang="ko-KR" altLang="en-US" dirty="0"/>
              <a:t> 달라짐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7A2FD8-6F4A-7759-389B-FC37AD1BC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5891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DFC0C-42F0-B0B4-121B-B3A6C3473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2DE93-9B4C-0466-9452-A2A518968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7FD672-4016-F746-E5AF-ECECBB6C7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CF5374-21C1-FE41-A75E-F7E12C236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1964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AF6C5-DE1C-0BEE-6686-ABA27259E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293A55-12CC-5B44-7277-390DC0D57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9C4109-3469-AD04-9978-90B8FC5B6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87655E-921C-4007-950F-288D672EF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572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16D3-128E-FED7-C0A9-B45BB6D8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312B33-4EC9-05E0-1260-2699FD958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2BB17A-AE05-BBD5-3587-CCE22459E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368F67-438D-258E-DF72-AC8F7637A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1589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4097-8C54-EC72-AFE5-22A572AB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D8E2D6-F917-E09F-47C3-D73D7EF6C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1FCDA4-5562-0A86-F7E5-84D8A16A8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06125C-9303-A0AC-BE66-482038F09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CCC4F-A2B3-4B41-8ED7-8C35E1DAC66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231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549E9-0B86-E197-236C-E68C6F8E0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A6D5F4-1786-E312-8390-ED2FB469B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C1521-3990-DE13-BD9F-7BCF610C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B32A7A-BD11-0A8D-3207-FFEB3B85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73B0EF-7F90-0F3D-BC15-F7B896B0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82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598BE-ED1B-CF11-21DD-D34464A6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44" y="265177"/>
            <a:ext cx="11381564" cy="63093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135F81-E41A-C835-BC32-BE0E17CE2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43" y="1081132"/>
            <a:ext cx="11381565" cy="509583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17DF7-5D79-DD9B-08EB-520EE419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6EC0AA-338D-6B9A-8603-DB231EAEE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EA35E5-8520-5F19-6D76-56D6A77E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80CEFD-0124-957C-0DCD-B8CD1E6DD435}"/>
              </a:ext>
            </a:extLst>
          </p:cNvPr>
          <p:cNvSpPr/>
          <p:nvPr userDrawn="1"/>
        </p:nvSpPr>
        <p:spPr>
          <a:xfrm>
            <a:off x="437744" y="965763"/>
            <a:ext cx="8364612" cy="45719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chemeClr val="bg2">
                  <a:shade val="67500"/>
                  <a:satMod val="115000"/>
                  <a:alpha val="98000"/>
                  <a:lumMod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728B86-85F5-FD75-2374-5E39A338F052}"/>
              </a:ext>
            </a:extLst>
          </p:cNvPr>
          <p:cNvSpPr/>
          <p:nvPr userDrawn="1"/>
        </p:nvSpPr>
        <p:spPr>
          <a:xfrm>
            <a:off x="2661091" y="6362698"/>
            <a:ext cx="9158218" cy="5005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2">
                  <a:shade val="67500"/>
                  <a:satMod val="115000"/>
                  <a:alpha val="98000"/>
                  <a:lumMod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6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48A55-39FA-0449-4EDF-65D598C9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B62ED9-9141-51FB-144D-6048CDA39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0D55A-6D7E-9A16-2933-C969A9B2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68125-F1BD-9F14-7C34-BF19CB89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63BE7F-1D11-0D04-18DB-FEDF7545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68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D40FB-F13A-51FA-7ADC-0399F93F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FB83C3-3589-F0DD-2F64-4AA801B26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200E14-A4A1-3C04-CD60-7FC70350D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DB86A1-183D-1965-25B3-B9E8BE27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DB8066-67C4-4E1F-31C9-57DA7AA9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547C6F-2565-0E3D-47EE-B90928FB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366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E748C-8522-DD72-0029-ADA31891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1D4A08-4D8E-DF6E-BC8C-F6126EBD9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DB9F4-1B4A-ED60-8FAC-2E4644184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7B8E95-E6C2-CC44-61E7-EF2100E47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DE2422-8D73-DDB3-06DB-040C4C7FB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D1D6EF0-7CAE-EF45-455D-6E859EBB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3AAF8F-FF70-BFFD-9632-DBC646C3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01D4E4-9DB7-B826-0299-729F2812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411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9242E-0C77-613B-F613-E5E16DDB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6B103C-7930-5DA7-D226-D9CBA26F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FD803E-C702-782B-3AB4-3057FB3C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323AD7-A915-41A4-E468-86DDF086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34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A02EE0-06E8-9E99-A980-726789BE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B3CCAE-9568-F9E4-D9B0-14A8BBFF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28FE02-0805-3F76-9D75-5BF2B2DB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04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5A0CB-56D2-96DA-453D-A19881304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00CA1F-11DC-6325-5EB5-42EC8D531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B9D216-2A6F-4CE6-9F95-C3DBE85F0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0FB1EA-0A64-47A9-CED3-C0A5F9E0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C0623-5836-DACA-A779-BD4910EE3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ADA3FE-3372-38F1-4B12-2D34F950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4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0AEED-8296-287A-BF3D-33429633C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5FF601-030A-4558-72D7-07A7287DF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55000-4697-31CC-D737-B8F94B7FC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00F4C9-044E-6DE6-94A9-F0FF80F2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080698-ADA6-67CE-E154-643EE082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A871AA-B7FE-80BB-A8E4-23E73EEAF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543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122E-B124-8FD6-F3AA-6267EEEA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B18681-17BF-FE37-256B-B69C652E6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1E52F-2D50-1DFC-E3E6-702B86DE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067EA-893D-002E-E609-5E9124C8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AE9558-EA1B-F0C4-B8A7-05D44CB4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94D483-E043-6FD8-F248-B32F78A3F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E8039A-D7B5-339C-C269-0135978F2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77DB61-E4F0-13B4-42DC-6494CFDF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795131-66F3-8E15-B692-EDBBE67D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B0C548-C3BB-7425-D5CC-018881F0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690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B516F8-491E-1047-3AB9-70838029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E9ED02-F80C-453E-8672-9CF54D3D9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6DCC73-FFE3-F839-94A8-4861A3BE8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D4E34-5AEE-4475-9A47-385AE5F473F6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07B8AF-F512-4CEB-7839-C0338C8AB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042C78-FAE9-2C86-C1ED-AD423E49B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08CD7-F362-4140-B380-49B3AF0F7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74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5.xml"/><Relationship Id="rId3" Type="http://schemas.openxmlformats.org/officeDocument/2006/relationships/image" Target="../media/image7.png"/><Relationship Id="rId7" Type="http://schemas.openxmlformats.org/officeDocument/2006/relationships/customXml" Target="../ink/ink2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3.xml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1.xml"/><Relationship Id="rId1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customXml" Target="../ink/ink8.xml"/><Relationship Id="rId12" Type="http://schemas.openxmlformats.org/officeDocument/2006/relationships/image" Target="../media/image19.png"/><Relationship Id="rId17" Type="http://schemas.openxmlformats.org/officeDocument/2006/relationships/customXml" Target="../ink/ink13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9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customXml" Target="../ink/ink17.xml"/><Relationship Id="rId26" Type="http://schemas.openxmlformats.org/officeDocument/2006/relationships/customXml" Target="../ink/ink21.xml"/><Relationship Id="rId3" Type="http://schemas.openxmlformats.org/officeDocument/2006/relationships/image" Target="../media/image210.png"/><Relationship Id="rId21" Type="http://schemas.openxmlformats.org/officeDocument/2006/relationships/image" Target="../media/image32.png"/><Relationship Id="rId7" Type="http://schemas.openxmlformats.org/officeDocument/2006/relationships/image" Target="../media/image25.png"/><Relationship Id="rId12" Type="http://schemas.openxmlformats.org/officeDocument/2006/relationships/customXml" Target="../ink/ink14.xml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3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6.png"/><Relationship Id="rId24" Type="http://schemas.openxmlformats.org/officeDocument/2006/relationships/customXml" Target="../ink/ink20.xml"/><Relationship Id="rId32" Type="http://schemas.openxmlformats.org/officeDocument/2006/relationships/customXml" Target="../ink/ink24.xml"/><Relationship Id="rId5" Type="http://schemas.openxmlformats.org/officeDocument/2006/relationships/image" Target="../media/image230.png"/><Relationship Id="rId15" Type="http://schemas.openxmlformats.org/officeDocument/2006/relationships/image" Target="../media/image29.png"/><Relationship Id="rId23" Type="http://schemas.openxmlformats.org/officeDocument/2006/relationships/image" Target="../media/image33.png"/><Relationship Id="rId28" Type="http://schemas.openxmlformats.org/officeDocument/2006/relationships/customXml" Target="../ink/ink22.xml"/><Relationship Id="rId10" Type="http://schemas.openxmlformats.org/officeDocument/2006/relationships/image" Target="../media/image250.png"/><Relationship Id="rId19" Type="http://schemas.openxmlformats.org/officeDocument/2006/relationships/image" Target="../media/image31.png"/><Relationship Id="rId31" Type="http://schemas.openxmlformats.org/officeDocument/2006/relationships/image" Target="../media/image37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customXml" Target="../ink/ink15.xml"/><Relationship Id="rId22" Type="http://schemas.openxmlformats.org/officeDocument/2006/relationships/customXml" Target="../ink/ink19.xml"/><Relationship Id="rId27" Type="http://schemas.openxmlformats.org/officeDocument/2006/relationships/image" Target="../media/image35.png"/><Relationship Id="rId30" Type="http://schemas.openxmlformats.org/officeDocument/2006/relationships/customXml" Target="../ink/ink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43.png"/><Relationship Id="rId18" Type="http://schemas.openxmlformats.org/officeDocument/2006/relationships/customXml" Target="../ink/ink32.xml"/><Relationship Id="rId3" Type="http://schemas.openxmlformats.org/officeDocument/2006/relationships/image" Target="../media/image15.png"/><Relationship Id="rId7" Type="http://schemas.openxmlformats.org/officeDocument/2006/relationships/image" Target="../media/image40.png"/><Relationship Id="rId12" Type="http://schemas.openxmlformats.org/officeDocument/2006/relationships/customXml" Target="../ink/ink29.xml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31.xml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42.png"/><Relationship Id="rId5" Type="http://schemas.openxmlformats.org/officeDocument/2006/relationships/image" Target="../media/image39.png"/><Relationship Id="rId15" Type="http://schemas.openxmlformats.org/officeDocument/2006/relationships/image" Target="../media/image44.png"/><Relationship Id="rId10" Type="http://schemas.openxmlformats.org/officeDocument/2006/relationships/customXml" Target="../ink/ink28.xml"/><Relationship Id="rId19" Type="http://schemas.openxmlformats.org/officeDocument/2006/relationships/image" Target="../media/image46.png"/><Relationship Id="rId4" Type="http://schemas.openxmlformats.org/officeDocument/2006/relationships/customXml" Target="../ink/ink25.xml"/><Relationship Id="rId9" Type="http://schemas.openxmlformats.org/officeDocument/2006/relationships/image" Target="../media/image41.png"/><Relationship Id="rId14" Type="http://schemas.openxmlformats.org/officeDocument/2006/relationships/customXml" Target="../ink/ink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png"/><Relationship Id="rId18" Type="http://schemas.openxmlformats.org/officeDocument/2006/relationships/customXml" Target="../ink/ink40.xml"/><Relationship Id="rId26" Type="http://schemas.openxmlformats.org/officeDocument/2006/relationships/customXml" Target="../ink/ink44.xml"/><Relationship Id="rId39" Type="http://schemas.openxmlformats.org/officeDocument/2006/relationships/image" Target="../media/image67.png"/><Relationship Id="rId21" Type="http://schemas.openxmlformats.org/officeDocument/2006/relationships/image" Target="../media/image58.png"/><Relationship Id="rId34" Type="http://schemas.openxmlformats.org/officeDocument/2006/relationships/customXml" Target="../ink/ink48.xml"/><Relationship Id="rId42" Type="http://schemas.openxmlformats.org/officeDocument/2006/relationships/customXml" Target="../ink/ink52.xml"/><Relationship Id="rId47" Type="http://schemas.openxmlformats.org/officeDocument/2006/relationships/image" Target="../media/image71.png"/><Relationship Id="rId50" Type="http://schemas.openxmlformats.org/officeDocument/2006/relationships/customXml" Target="../ink/ink56.xml"/><Relationship Id="rId55" Type="http://schemas.openxmlformats.org/officeDocument/2006/relationships/image" Target="../media/image75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39.xml"/><Relationship Id="rId29" Type="http://schemas.openxmlformats.org/officeDocument/2006/relationships/image" Target="../media/image62.png"/><Relationship Id="rId11" Type="http://schemas.openxmlformats.org/officeDocument/2006/relationships/image" Target="../media/image53.png"/><Relationship Id="rId24" Type="http://schemas.openxmlformats.org/officeDocument/2006/relationships/customXml" Target="../ink/ink43.xml"/><Relationship Id="rId32" Type="http://schemas.openxmlformats.org/officeDocument/2006/relationships/customXml" Target="../ink/ink47.xml"/><Relationship Id="rId37" Type="http://schemas.openxmlformats.org/officeDocument/2006/relationships/image" Target="../media/image66.png"/><Relationship Id="rId40" Type="http://schemas.openxmlformats.org/officeDocument/2006/relationships/customXml" Target="../ink/ink51.xml"/><Relationship Id="rId45" Type="http://schemas.openxmlformats.org/officeDocument/2006/relationships/image" Target="../media/image70.png"/><Relationship Id="rId53" Type="http://schemas.openxmlformats.org/officeDocument/2006/relationships/image" Target="../media/image74.png"/><Relationship Id="rId58" Type="http://schemas.openxmlformats.org/officeDocument/2006/relationships/customXml" Target="../ink/ink60.xml"/><Relationship Id="rId5" Type="http://schemas.openxmlformats.org/officeDocument/2006/relationships/image" Target="../media/image50.png"/><Relationship Id="rId61" Type="http://schemas.openxmlformats.org/officeDocument/2006/relationships/image" Target="../media/image78.png"/><Relationship Id="rId19" Type="http://schemas.openxmlformats.org/officeDocument/2006/relationships/image" Target="../media/image57.png"/><Relationship Id="rId14" Type="http://schemas.openxmlformats.org/officeDocument/2006/relationships/customXml" Target="../ink/ink38.xml"/><Relationship Id="rId22" Type="http://schemas.openxmlformats.org/officeDocument/2006/relationships/customXml" Target="../ink/ink42.xml"/><Relationship Id="rId27" Type="http://schemas.openxmlformats.org/officeDocument/2006/relationships/image" Target="../media/image61.png"/><Relationship Id="rId30" Type="http://schemas.openxmlformats.org/officeDocument/2006/relationships/customXml" Target="../ink/ink46.xml"/><Relationship Id="rId35" Type="http://schemas.openxmlformats.org/officeDocument/2006/relationships/image" Target="../media/image65.png"/><Relationship Id="rId43" Type="http://schemas.openxmlformats.org/officeDocument/2006/relationships/image" Target="../media/image69.png"/><Relationship Id="rId48" Type="http://schemas.openxmlformats.org/officeDocument/2006/relationships/customXml" Target="../ink/ink55.xml"/><Relationship Id="rId56" Type="http://schemas.openxmlformats.org/officeDocument/2006/relationships/customXml" Target="../ink/ink59.xml"/><Relationship Id="rId8" Type="http://schemas.openxmlformats.org/officeDocument/2006/relationships/customXml" Target="../ink/ink35.xml"/><Relationship Id="rId51" Type="http://schemas.openxmlformats.org/officeDocument/2006/relationships/image" Target="../media/image73.png"/><Relationship Id="rId3" Type="http://schemas.openxmlformats.org/officeDocument/2006/relationships/image" Target="../media/image49.png"/><Relationship Id="rId12" Type="http://schemas.openxmlformats.org/officeDocument/2006/relationships/customXml" Target="../ink/ink37.xml"/><Relationship Id="rId17" Type="http://schemas.openxmlformats.org/officeDocument/2006/relationships/image" Target="../media/image56.png"/><Relationship Id="rId25" Type="http://schemas.openxmlformats.org/officeDocument/2006/relationships/image" Target="../media/image60.png"/><Relationship Id="rId33" Type="http://schemas.openxmlformats.org/officeDocument/2006/relationships/image" Target="../media/image64.png"/><Relationship Id="rId38" Type="http://schemas.openxmlformats.org/officeDocument/2006/relationships/customXml" Target="../ink/ink50.xml"/><Relationship Id="rId46" Type="http://schemas.openxmlformats.org/officeDocument/2006/relationships/customXml" Target="../ink/ink54.xml"/><Relationship Id="rId59" Type="http://schemas.openxmlformats.org/officeDocument/2006/relationships/image" Target="../media/image77.png"/><Relationship Id="rId20" Type="http://schemas.openxmlformats.org/officeDocument/2006/relationships/customXml" Target="../ink/ink41.xml"/><Relationship Id="rId41" Type="http://schemas.openxmlformats.org/officeDocument/2006/relationships/image" Target="../media/image68.png"/><Relationship Id="rId54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15" Type="http://schemas.openxmlformats.org/officeDocument/2006/relationships/image" Target="../media/image55.png"/><Relationship Id="rId23" Type="http://schemas.openxmlformats.org/officeDocument/2006/relationships/image" Target="../media/image59.png"/><Relationship Id="rId28" Type="http://schemas.openxmlformats.org/officeDocument/2006/relationships/customXml" Target="../ink/ink45.xml"/><Relationship Id="rId36" Type="http://schemas.openxmlformats.org/officeDocument/2006/relationships/customXml" Target="../ink/ink49.xml"/><Relationship Id="rId49" Type="http://schemas.openxmlformats.org/officeDocument/2006/relationships/image" Target="../media/image72.png"/><Relationship Id="rId57" Type="http://schemas.openxmlformats.org/officeDocument/2006/relationships/image" Target="../media/image76.png"/><Relationship Id="rId10" Type="http://schemas.openxmlformats.org/officeDocument/2006/relationships/customXml" Target="../ink/ink36.xml"/><Relationship Id="rId31" Type="http://schemas.openxmlformats.org/officeDocument/2006/relationships/image" Target="../media/image63.png"/><Relationship Id="rId44" Type="http://schemas.openxmlformats.org/officeDocument/2006/relationships/customXml" Target="../ink/ink53.xml"/><Relationship Id="rId52" Type="http://schemas.openxmlformats.org/officeDocument/2006/relationships/customXml" Target="../ink/ink57.xml"/><Relationship Id="rId60" Type="http://schemas.openxmlformats.org/officeDocument/2006/relationships/customXml" Target="../ink/ink61.xml"/><Relationship Id="rId4" Type="http://schemas.openxmlformats.org/officeDocument/2006/relationships/customXml" Target="../ink/ink33.xml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13" Type="http://schemas.openxmlformats.org/officeDocument/2006/relationships/image" Target="../media/image84.png"/><Relationship Id="rId18" Type="http://schemas.openxmlformats.org/officeDocument/2006/relationships/customXml" Target="../ink/ink68.xml"/><Relationship Id="rId26" Type="http://schemas.openxmlformats.org/officeDocument/2006/relationships/customXml" Target="../ink/ink72.xml"/><Relationship Id="rId3" Type="http://schemas.openxmlformats.org/officeDocument/2006/relationships/image" Target="../media/image320.png"/><Relationship Id="rId21" Type="http://schemas.openxmlformats.org/officeDocument/2006/relationships/image" Target="../media/image88.png"/><Relationship Id="rId7" Type="http://schemas.openxmlformats.org/officeDocument/2006/relationships/image" Target="../media/image81.png"/><Relationship Id="rId12" Type="http://schemas.openxmlformats.org/officeDocument/2006/relationships/customXml" Target="../ink/ink65.xml"/><Relationship Id="rId17" Type="http://schemas.openxmlformats.org/officeDocument/2006/relationships/image" Target="../media/image86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67.xml"/><Relationship Id="rId20" Type="http://schemas.openxmlformats.org/officeDocument/2006/relationships/customXml" Target="../ink/ink6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2.xml"/><Relationship Id="rId11" Type="http://schemas.openxmlformats.org/officeDocument/2006/relationships/image" Target="../media/image83.png"/><Relationship Id="rId24" Type="http://schemas.openxmlformats.org/officeDocument/2006/relationships/customXml" Target="../ink/ink71.xml"/><Relationship Id="rId5" Type="http://schemas.openxmlformats.org/officeDocument/2006/relationships/image" Target="../media/image80.emf"/><Relationship Id="rId15" Type="http://schemas.openxmlformats.org/officeDocument/2006/relationships/image" Target="../media/image85.png"/><Relationship Id="rId23" Type="http://schemas.openxmlformats.org/officeDocument/2006/relationships/image" Target="../media/image89.png"/><Relationship Id="rId28" Type="http://schemas.openxmlformats.org/officeDocument/2006/relationships/image" Target="../media/image92.png"/><Relationship Id="rId10" Type="http://schemas.openxmlformats.org/officeDocument/2006/relationships/customXml" Target="../ink/ink64.xml"/><Relationship Id="rId19" Type="http://schemas.openxmlformats.org/officeDocument/2006/relationships/image" Target="../media/image87.png"/><Relationship Id="rId4" Type="http://schemas.openxmlformats.org/officeDocument/2006/relationships/image" Target="../media/image79.png"/><Relationship Id="rId9" Type="http://schemas.openxmlformats.org/officeDocument/2006/relationships/image" Target="../media/image82.png"/><Relationship Id="rId14" Type="http://schemas.openxmlformats.org/officeDocument/2006/relationships/customXml" Target="../ink/ink66.xml"/><Relationship Id="rId22" Type="http://schemas.openxmlformats.org/officeDocument/2006/relationships/customXml" Target="../ink/ink70.xml"/><Relationship Id="rId27" Type="http://schemas.openxmlformats.org/officeDocument/2006/relationships/image" Target="../media/image91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0.png"/><Relationship Id="rId21" Type="http://schemas.openxmlformats.org/officeDocument/2006/relationships/customXml" Target="../ink/ink78.xml"/><Relationship Id="rId42" Type="http://schemas.openxmlformats.org/officeDocument/2006/relationships/image" Target="../media/image108.png"/><Relationship Id="rId47" Type="http://schemas.openxmlformats.org/officeDocument/2006/relationships/customXml" Target="../ink/ink91.xml"/><Relationship Id="rId63" Type="http://schemas.openxmlformats.org/officeDocument/2006/relationships/customXml" Target="../ink/ink99.xml"/><Relationship Id="rId68" Type="http://schemas.openxmlformats.org/officeDocument/2006/relationships/image" Target="../media/image1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5.png"/><Relationship Id="rId29" Type="http://schemas.openxmlformats.org/officeDocument/2006/relationships/customXml" Target="../ink/ink82.xml"/><Relationship Id="rId11" Type="http://schemas.openxmlformats.org/officeDocument/2006/relationships/customXml" Target="../ink/ink73.xml"/><Relationship Id="rId24" Type="http://schemas.openxmlformats.org/officeDocument/2006/relationships/image" Target="../media/image99.png"/><Relationship Id="rId32" Type="http://schemas.openxmlformats.org/officeDocument/2006/relationships/image" Target="../media/image103.png"/><Relationship Id="rId37" Type="http://schemas.openxmlformats.org/officeDocument/2006/relationships/customXml" Target="../ink/ink86.xml"/><Relationship Id="rId40" Type="http://schemas.openxmlformats.org/officeDocument/2006/relationships/image" Target="../media/image107.png"/><Relationship Id="rId45" Type="http://schemas.openxmlformats.org/officeDocument/2006/relationships/customXml" Target="../ink/ink90.xml"/><Relationship Id="rId53" Type="http://schemas.openxmlformats.org/officeDocument/2006/relationships/customXml" Target="../ink/ink94.xml"/><Relationship Id="rId58" Type="http://schemas.openxmlformats.org/officeDocument/2006/relationships/image" Target="../media/image116.png"/><Relationship Id="rId66" Type="http://schemas.openxmlformats.org/officeDocument/2006/relationships/image" Target="../media/image120.png"/><Relationship Id="rId74" Type="http://schemas.openxmlformats.org/officeDocument/2006/relationships/image" Target="../media/image124.png"/><Relationship Id="rId5" Type="http://schemas.openxmlformats.org/officeDocument/2006/relationships/image" Target="../media/image230.png"/><Relationship Id="rId61" Type="http://schemas.openxmlformats.org/officeDocument/2006/relationships/customXml" Target="../ink/ink98.xml"/><Relationship Id="rId19" Type="http://schemas.openxmlformats.org/officeDocument/2006/relationships/customXml" Target="../ink/ink77.xml"/><Relationship Id="rId14" Type="http://schemas.openxmlformats.org/officeDocument/2006/relationships/image" Target="../media/image94.png"/><Relationship Id="rId22" Type="http://schemas.openxmlformats.org/officeDocument/2006/relationships/image" Target="../media/image98.png"/><Relationship Id="rId27" Type="http://schemas.openxmlformats.org/officeDocument/2006/relationships/customXml" Target="../ink/ink81.xml"/><Relationship Id="rId30" Type="http://schemas.openxmlformats.org/officeDocument/2006/relationships/image" Target="../media/image102.png"/><Relationship Id="rId35" Type="http://schemas.openxmlformats.org/officeDocument/2006/relationships/customXml" Target="../ink/ink85.xml"/><Relationship Id="rId43" Type="http://schemas.openxmlformats.org/officeDocument/2006/relationships/customXml" Target="../ink/ink89.xml"/><Relationship Id="rId48" Type="http://schemas.openxmlformats.org/officeDocument/2006/relationships/image" Target="../media/image111.png"/><Relationship Id="rId56" Type="http://schemas.openxmlformats.org/officeDocument/2006/relationships/image" Target="../media/image115.png"/><Relationship Id="rId64" Type="http://schemas.openxmlformats.org/officeDocument/2006/relationships/image" Target="../media/image119.png"/><Relationship Id="rId69" Type="http://schemas.openxmlformats.org/officeDocument/2006/relationships/customXml" Target="../ink/ink102.xml"/><Relationship Id="rId8" Type="http://schemas.openxmlformats.org/officeDocument/2006/relationships/image" Target="../media/image260.png"/><Relationship Id="rId51" Type="http://schemas.openxmlformats.org/officeDocument/2006/relationships/customXml" Target="../ink/ink93.xml"/><Relationship Id="rId72" Type="http://schemas.openxmlformats.org/officeDocument/2006/relationships/image" Target="../media/image123.png"/><Relationship Id="rId3" Type="http://schemas.openxmlformats.org/officeDocument/2006/relationships/image" Target="../media/image210.png"/><Relationship Id="rId12" Type="http://schemas.openxmlformats.org/officeDocument/2006/relationships/image" Target="../media/image93.png"/><Relationship Id="rId17" Type="http://schemas.openxmlformats.org/officeDocument/2006/relationships/customXml" Target="../ink/ink76.xml"/><Relationship Id="rId25" Type="http://schemas.openxmlformats.org/officeDocument/2006/relationships/customXml" Target="../ink/ink80.xml"/><Relationship Id="rId33" Type="http://schemas.openxmlformats.org/officeDocument/2006/relationships/customXml" Target="../ink/ink84.xml"/><Relationship Id="rId38" Type="http://schemas.openxmlformats.org/officeDocument/2006/relationships/image" Target="../media/image106.png"/><Relationship Id="rId46" Type="http://schemas.openxmlformats.org/officeDocument/2006/relationships/image" Target="../media/image110.png"/><Relationship Id="rId59" Type="http://schemas.openxmlformats.org/officeDocument/2006/relationships/customXml" Target="../ink/ink97.xml"/><Relationship Id="rId67" Type="http://schemas.openxmlformats.org/officeDocument/2006/relationships/customXml" Target="../ink/ink101.xml"/><Relationship Id="rId20" Type="http://schemas.openxmlformats.org/officeDocument/2006/relationships/image" Target="../media/image97.png"/><Relationship Id="rId41" Type="http://schemas.openxmlformats.org/officeDocument/2006/relationships/customXml" Target="../ink/ink88.xml"/><Relationship Id="rId54" Type="http://schemas.openxmlformats.org/officeDocument/2006/relationships/image" Target="../media/image114.png"/><Relationship Id="rId62" Type="http://schemas.openxmlformats.org/officeDocument/2006/relationships/image" Target="../media/image118.png"/><Relationship Id="rId70" Type="http://schemas.openxmlformats.org/officeDocument/2006/relationships/image" Target="../media/image122.png"/><Relationship Id="rId75" Type="http://schemas.openxmlformats.org/officeDocument/2006/relationships/customXml" Target="../ink/ink1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5" Type="http://schemas.openxmlformats.org/officeDocument/2006/relationships/customXml" Target="../ink/ink75.xml"/><Relationship Id="rId23" Type="http://schemas.openxmlformats.org/officeDocument/2006/relationships/customXml" Target="../ink/ink79.xml"/><Relationship Id="rId28" Type="http://schemas.openxmlformats.org/officeDocument/2006/relationships/image" Target="../media/image101.png"/><Relationship Id="rId36" Type="http://schemas.openxmlformats.org/officeDocument/2006/relationships/image" Target="../media/image105.png"/><Relationship Id="rId49" Type="http://schemas.openxmlformats.org/officeDocument/2006/relationships/customXml" Target="../ink/ink92.xml"/><Relationship Id="rId57" Type="http://schemas.openxmlformats.org/officeDocument/2006/relationships/customXml" Target="../ink/ink96.xml"/><Relationship Id="rId10" Type="http://schemas.openxmlformats.org/officeDocument/2006/relationships/image" Target="../media/image250.png"/><Relationship Id="rId31" Type="http://schemas.openxmlformats.org/officeDocument/2006/relationships/customXml" Target="../ink/ink83.xml"/><Relationship Id="rId44" Type="http://schemas.openxmlformats.org/officeDocument/2006/relationships/image" Target="../media/image109.png"/><Relationship Id="rId52" Type="http://schemas.openxmlformats.org/officeDocument/2006/relationships/image" Target="../media/image113.png"/><Relationship Id="rId60" Type="http://schemas.openxmlformats.org/officeDocument/2006/relationships/image" Target="../media/image117.png"/><Relationship Id="rId65" Type="http://schemas.openxmlformats.org/officeDocument/2006/relationships/customXml" Target="../ink/ink100.xml"/><Relationship Id="rId73" Type="http://schemas.openxmlformats.org/officeDocument/2006/relationships/customXml" Target="../ink/ink104.xml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3" Type="http://schemas.openxmlformats.org/officeDocument/2006/relationships/customXml" Target="../ink/ink74.xml"/><Relationship Id="rId18" Type="http://schemas.openxmlformats.org/officeDocument/2006/relationships/image" Target="../media/image96.png"/><Relationship Id="rId39" Type="http://schemas.openxmlformats.org/officeDocument/2006/relationships/customXml" Target="../ink/ink87.xml"/><Relationship Id="rId34" Type="http://schemas.openxmlformats.org/officeDocument/2006/relationships/image" Target="../media/image104.png"/><Relationship Id="rId50" Type="http://schemas.openxmlformats.org/officeDocument/2006/relationships/image" Target="../media/image112.png"/><Relationship Id="rId55" Type="http://schemas.openxmlformats.org/officeDocument/2006/relationships/customXml" Target="../ink/ink95.xml"/><Relationship Id="rId76" Type="http://schemas.openxmlformats.org/officeDocument/2006/relationships/image" Target="../media/image125.png"/><Relationship Id="rId71" Type="http://schemas.openxmlformats.org/officeDocument/2006/relationships/customXml" Target="../ink/ink10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0.png"/><Relationship Id="rId18" Type="http://schemas.openxmlformats.org/officeDocument/2006/relationships/customXml" Target="../ink/ink111.xml"/><Relationship Id="rId26" Type="http://schemas.openxmlformats.org/officeDocument/2006/relationships/customXml" Target="../ink/ink115.xml"/><Relationship Id="rId21" Type="http://schemas.openxmlformats.org/officeDocument/2006/relationships/image" Target="../media/image710.png"/><Relationship Id="rId34" Type="http://schemas.openxmlformats.org/officeDocument/2006/relationships/image" Target="../media/image780.png"/><Relationship Id="rId7" Type="http://schemas.openxmlformats.org/officeDocument/2006/relationships/image" Target="../media/image132.png"/><Relationship Id="rId12" Type="http://schemas.openxmlformats.org/officeDocument/2006/relationships/customXml" Target="../ink/ink108.xml"/><Relationship Id="rId17" Type="http://schemas.openxmlformats.org/officeDocument/2006/relationships/image" Target="../media/image690.png"/><Relationship Id="rId25" Type="http://schemas.openxmlformats.org/officeDocument/2006/relationships/image" Target="../media/image730.png"/><Relationship Id="rId33" Type="http://schemas.openxmlformats.org/officeDocument/2006/relationships/image" Target="../media/image770.png"/><Relationship Id="rId2" Type="http://schemas.openxmlformats.org/officeDocument/2006/relationships/notesSlide" Target="../notesSlides/notesSlide13.xml"/><Relationship Id="rId16" Type="http://schemas.openxmlformats.org/officeDocument/2006/relationships/customXml" Target="../ink/ink110.xml"/><Relationship Id="rId20" Type="http://schemas.openxmlformats.org/officeDocument/2006/relationships/customXml" Target="../ink/ink112.xml"/><Relationship Id="rId29" Type="http://schemas.openxmlformats.org/officeDocument/2006/relationships/image" Target="../media/image7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0.png"/><Relationship Id="rId11" Type="http://schemas.openxmlformats.org/officeDocument/2006/relationships/image" Target="../media/image660.png"/><Relationship Id="rId24" Type="http://schemas.openxmlformats.org/officeDocument/2006/relationships/customXml" Target="../ink/ink114.xml"/><Relationship Id="rId32" Type="http://schemas.openxmlformats.org/officeDocument/2006/relationships/customXml" Target="../ink/ink118.xml"/><Relationship Id="rId37" Type="http://schemas.openxmlformats.org/officeDocument/2006/relationships/image" Target="../media/image133.png"/><Relationship Id="rId5" Type="http://schemas.openxmlformats.org/officeDocument/2006/relationships/image" Target="../media/image620.png"/><Relationship Id="rId15" Type="http://schemas.openxmlformats.org/officeDocument/2006/relationships/image" Target="../media/image680.png"/><Relationship Id="rId23" Type="http://schemas.openxmlformats.org/officeDocument/2006/relationships/image" Target="../media/image720.png"/><Relationship Id="rId28" Type="http://schemas.openxmlformats.org/officeDocument/2006/relationships/customXml" Target="../ink/ink116.xml"/><Relationship Id="rId36" Type="http://schemas.openxmlformats.org/officeDocument/2006/relationships/image" Target="../media/image80.png"/><Relationship Id="rId10" Type="http://schemas.openxmlformats.org/officeDocument/2006/relationships/customXml" Target="../ink/ink107.xml"/><Relationship Id="rId19" Type="http://schemas.openxmlformats.org/officeDocument/2006/relationships/image" Target="../media/image700.png"/><Relationship Id="rId31" Type="http://schemas.openxmlformats.org/officeDocument/2006/relationships/image" Target="../media/image760.png"/><Relationship Id="rId4" Type="http://schemas.openxmlformats.org/officeDocument/2006/relationships/image" Target="../media/image131.png"/><Relationship Id="rId9" Type="http://schemas.openxmlformats.org/officeDocument/2006/relationships/image" Target="../media/image650.png"/><Relationship Id="rId14" Type="http://schemas.openxmlformats.org/officeDocument/2006/relationships/customXml" Target="../ink/ink109.xml"/><Relationship Id="rId22" Type="http://schemas.openxmlformats.org/officeDocument/2006/relationships/customXml" Target="../ink/ink113.xml"/><Relationship Id="rId27" Type="http://schemas.openxmlformats.org/officeDocument/2006/relationships/image" Target="../media/image740.png"/><Relationship Id="rId30" Type="http://schemas.openxmlformats.org/officeDocument/2006/relationships/customXml" Target="../ink/ink117.xml"/><Relationship Id="rId35" Type="http://schemas.openxmlformats.org/officeDocument/2006/relationships/image" Target="../media/image790.png"/><Relationship Id="rId8" Type="http://schemas.openxmlformats.org/officeDocument/2006/relationships/customXml" Target="../ink/ink106.xml"/><Relationship Id="rId3" Type="http://schemas.openxmlformats.org/officeDocument/2006/relationships/image" Target="../media/image60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380.png"/><Relationship Id="rId7" Type="http://schemas.openxmlformats.org/officeDocument/2006/relationships/image" Target="../media/image4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9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470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2.xml"/><Relationship Id="rId18" Type="http://schemas.openxmlformats.org/officeDocument/2006/relationships/image" Target="../media/image143.png"/><Relationship Id="rId26" Type="http://schemas.openxmlformats.org/officeDocument/2006/relationships/image" Target="../media/image147.png"/><Relationship Id="rId3" Type="http://schemas.openxmlformats.org/officeDocument/2006/relationships/image" Target="../media/image460.png"/><Relationship Id="rId21" Type="http://schemas.openxmlformats.org/officeDocument/2006/relationships/customXml" Target="../ink/ink126.xml"/><Relationship Id="rId34" Type="http://schemas.openxmlformats.org/officeDocument/2006/relationships/image" Target="../media/image151.png"/><Relationship Id="rId7" Type="http://schemas.openxmlformats.org/officeDocument/2006/relationships/customXml" Target="../ink/ink119.xml"/><Relationship Id="rId12" Type="http://schemas.openxmlformats.org/officeDocument/2006/relationships/image" Target="../media/image140.png"/><Relationship Id="rId17" Type="http://schemas.openxmlformats.org/officeDocument/2006/relationships/customXml" Target="../ink/ink124.xml"/><Relationship Id="rId25" Type="http://schemas.openxmlformats.org/officeDocument/2006/relationships/customXml" Target="../ink/ink128.xml"/><Relationship Id="rId33" Type="http://schemas.openxmlformats.org/officeDocument/2006/relationships/customXml" Target="../ink/ink132.xml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42.png"/><Relationship Id="rId20" Type="http://schemas.openxmlformats.org/officeDocument/2006/relationships/image" Target="../media/image144.png"/><Relationship Id="rId29" Type="http://schemas.openxmlformats.org/officeDocument/2006/relationships/customXml" Target="../ink/ink1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customXml" Target="../ink/ink121.xml"/><Relationship Id="rId24" Type="http://schemas.openxmlformats.org/officeDocument/2006/relationships/image" Target="../media/image146.png"/><Relationship Id="rId32" Type="http://schemas.openxmlformats.org/officeDocument/2006/relationships/image" Target="../media/image150.png"/><Relationship Id="rId5" Type="http://schemas.openxmlformats.org/officeDocument/2006/relationships/image" Target="../media/image136.png"/><Relationship Id="rId15" Type="http://schemas.openxmlformats.org/officeDocument/2006/relationships/customXml" Target="../ink/ink123.xml"/><Relationship Id="rId23" Type="http://schemas.openxmlformats.org/officeDocument/2006/relationships/customXml" Target="../ink/ink127.xml"/><Relationship Id="rId28" Type="http://schemas.openxmlformats.org/officeDocument/2006/relationships/image" Target="../media/image148.png"/><Relationship Id="rId36" Type="http://schemas.openxmlformats.org/officeDocument/2006/relationships/image" Target="../media/image152.png"/><Relationship Id="rId10" Type="http://schemas.openxmlformats.org/officeDocument/2006/relationships/image" Target="../media/image139.png"/><Relationship Id="rId19" Type="http://schemas.openxmlformats.org/officeDocument/2006/relationships/customXml" Target="../ink/ink125.xml"/><Relationship Id="rId31" Type="http://schemas.openxmlformats.org/officeDocument/2006/relationships/customXml" Target="../ink/ink131.xml"/><Relationship Id="rId4" Type="http://schemas.openxmlformats.org/officeDocument/2006/relationships/image" Target="../media/image470.png"/><Relationship Id="rId9" Type="http://schemas.openxmlformats.org/officeDocument/2006/relationships/customXml" Target="../ink/ink120.xml"/><Relationship Id="rId14" Type="http://schemas.openxmlformats.org/officeDocument/2006/relationships/image" Target="../media/image141.png"/><Relationship Id="rId22" Type="http://schemas.openxmlformats.org/officeDocument/2006/relationships/image" Target="../media/image145.png"/><Relationship Id="rId27" Type="http://schemas.openxmlformats.org/officeDocument/2006/relationships/customXml" Target="../ink/ink129.xml"/><Relationship Id="rId30" Type="http://schemas.openxmlformats.org/officeDocument/2006/relationships/image" Target="../media/image149.png"/><Relationship Id="rId35" Type="http://schemas.openxmlformats.org/officeDocument/2006/relationships/customXml" Target="../ink/ink133.xml"/><Relationship Id="rId8" Type="http://schemas.openxmlformats.org/officeDocument/2006/relationships/image" Target="../media/image1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6.xml"/><Relationship Id="rId18" Type="http://schemas.openxmlformats.org/officeDocument/2006/relationships/image" Target="../media/image162.png"/><Relationship Id="rId26" Type="http://schemas.openxmlformats.org/officeDocument/2006/relationships/image" Target="../media/image166.png"/><Relationship Id="rId39" Type="http://schemas.openxmlformats.org/officeDocument/2006/relationships/customXml" Target="../ink/ink149.xml"/><Relationship Id="rId21" Type="http://schemas.openxmlformats.org/officeDocument/2006/relationships/customXml" Target="../ink/ink140.xml"/><Relationship Id="rId34" Type="http://schemas.openxmlformats.org/officeDocument/2006/relationships/image" Target="../media/image170.png"/><Relationship Id="rId42" Type="http://schemas.openxmlformats.org/officeDocument/2006/relationships/image" Target="../media/image174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61.png"/><Relationship Id="rId20" Type="http://schemas.openxmlformats.org/officeDocument/2006/relationships/image" Target="../media/image163.png"/><Relationship Id="rId29" Type="http://schemas.openxmlformats.org/officeDocument/2006/relationships/customXml" Target="../ink/ink144.xml"/><Relationship Id="rId41" Type="http://schemas.openxmlformats.org/officeDocument/2006/relationships/customXml" Target="../ink/ink1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11" Type="http://schemas.openxmlformats.org/officeDocument/2006/relationships/customXml" Target="../ink/ink135.xml"/><Relationship Id="rId24" Type="http://schemas.openxmlformats.org/officeDocument/2006/relationships/image" Target="../media/image165.png"/><Relationship Id="rId32" Type="http://schemas.openxmlformats.org/officeDocument/2006/relationships/image" Target="../media/image169.png"/><Relationship Id="rId37" Type="http://schemas.openxmlformats.org/officeDocument/2006/relationships/customXml" Target="../ink/ink148.xml"/><Relationship Id="rId40" Type="http://schemas.openxmlformats.org/officeDocument/2006/relationships/image" Target="../media/image173.png"/><Relationship Id="rId5" Type="http://schemas.openxmlformats.org/officeDocument/2006/relationships/image" Target="../media/image1090.png"/><Relationship Id="rId15" Type="http://schemas.openxmlformats.org/officeDocument/2006/relationships/customXml" Target="../ink/ink137.xml"/><Relationship Id="rId23" Type="http://schemas.openxmlformats.org/officeDocument/2006/relationships/customXml" Target="../ink/ink141.xml"/><Relationship Id="rId28" Type="http://schemas.openxmlformats.org/officeDocument/2006/relationships/image" Target="../media/image167.png"/><Relationship Id="rId36" Type="http://schemas.openxmlformats.org/officeDocument/2006/relationships/image" Target="../media/image171.png"/><Relationship Id="rId10" Type="http://schemas.openxmlformats.org/officeDocument/2006/relationships/image" Target="../media/image158.png"/><Relationship Id="rId19" Type="http://schemas.openxmlformats.org/officeDocument/2006/relationships/customXml" Target="../ink/ink139.xml"/><Relationship Id="rId31" Type="http://schemas.openxmlformats.org/officeDocument/2006/relationships/customXml" Target="../ink/ink145.xml"/><Relationship Id="rId9" Type="http://schemas.openxmlformats.org/officeDocument/2006/relationships/customXml" Target="../ink/ink134.xml"/><Relationship Id="rId14" Type="http://schemas.openxmlformats.org/officeDocument/2006/relationships/image" Target="../media/image160.png"/><Relationship Id="rId22" Type="http://schemas.openxmlformats.org/officeDocument/2006/relationships/image" Target="../media/image164.png"/><Relationship Id="rId27" Type="http://schemas.openxmlformats.org/officeDocument/2006/relationships/customXml" Target="../ink/ink143.xml"/><Relationship Id="rId30" Type="http://schemas.openxmlformats.org/officeDocument/2006/relationships/image" Target="../media/image168.png"/><Relationship Id="rId35" Type="http://schemas.openxmlformats.org/officeDocument/2006/relationships/customXml" Target="../ink/ink147.xml"/><Relationship Id="rId8" Type="http://schemas.openxmlformats.org/officeDocument/2006/relationships/image" Target="../media/image157.png"/><Relationship Id="rId3" Type="http://schemas.openxmlformats.org/officeDocument/2006/relationships/image" Target="../media/image155.png"/><Relationship Id="rId12" Type="http://schemas.openxmlformats.org/officeDocument/2006/relationships/image" Target="../media/image159.png"/><Relationship Id="rId17" Type="http://schemas.openxmlformats.org/officeDocument/2006/relationships/customXml" Target="../ink/ink138.xml"/><Relationship Id="rId25" Type="http://schemas.openxmlformats.org/officeDocument/2006/relationships/customXml" Target="../ink/ink142.xml"/><Relationship Id="rId33" Type="http://schemas.openxmlformats.org/officeDocument/2006/relationships/customXml" Target="../ink/ink146.xml"/><Relationship Id="rId38" Type="http://schemas.openxmlformats.org/officeDocument/2006/relationships/image" Target="../media/image17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customXml" Target="../ink/ink155.xml"/><Relationship Id="rId18" Type="http://schemas.openxmlformats.org/officeDocument/2006/relationships/image" Target="../media/image184.png"/><Relationship Id="rId26" Type="http://schemas.openxmlformats.org/officeDocument/2006/relationships/image" Target="../media/image188.png"/><Relationship Id="rId3" Type="http://schemas.openxmlformats.org/officeDocument/2006/relationships/image" Target="../media/image176.png"/><Relationship Id="rId21" Type="http://schemas.openxmlformats.org/officeDocument/2006/relationships/customXml" Target="../ink/ink159.xml"/><Relationship Id="rId7" Type="http://schemas.openxmlformats.org/officeDocument/2006/relationships/customXml" Target="../ink/ink152.xml"/><Relationship Id="rId12" Type="http://schemas.openxmlformats.org/officeDocument/2006/relationships/image" Target="../media/image181.png"/><Relationship Id="rId17" Type="http://schemas.openxmlformats.org/officeDocument/2006/relationships/customXml" Target="../ink/ink157.xml"/><Relationship Id="rId25" Type="http://schemas.openxmlformats.org/officeDocument/2006/relationships/customXml" Target="../ink/ink161.xml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83.png"/><Relationship Id="rId20" Type="http://schemas.openxmlformats.org/officeDocument/2006/relationships/image" Target="../media/image185.png"/><Relationship Id="rId29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11" Type="http://schemas.openxmlformats.org/officeDocument/2006/relationships/customXml" Target="../ink/ink154.xml"/><Relationship Id="rId24" Type="http://schemas.openxmlformats.org/officeDocument/2006/relationships/image" Target="../media/image187.png"/><Relationship Id="rId5" Type="http://schemas.openxmlformats.org/officeDocument/2006/relationships/customXml" Target="../ink/ink151.xml"/><Relationship Id="rId15" Type="http://schemas.openxmlformats.org/officeDocument/2006/relationships/customXml" Target="../ink/ink156.xml"/><Relationship Id="rId23" Type="http://schemas.openxmlformats.org/officeDocument/2006/relationships/customXml" Target="../ink/ink160.xml"/><Relationship Id="rId28" Type="http://schemas.openxmlformats.org/officeDocument/2006/relationships/image" Target="../media/image189.png"/><Relationship Id="rId10" Type="http://schemas.openxmlformats.org/officeDocument/2006/relationships/image" Target="../media/image180.png"/><Relationship Id="rId19" Type="http://schemas.openxmlformats.org/officeDocument/2006/relationships/customXml" Target="../ink/ink158.xml"/><Relationship Id="rId4" Type="http://schemas.openxmlformats.org/officeDocument/2006/relationships/image" Target="../media/image177.png"/><Relationship Id="rId9" Type="http://schemas.openxmlformats.org/officeDocument/2006/relationships/customXml" Target="../ink/ink153.xml"/><Relationship Id="rId14" Type="http://schemas.openxmlformats.org/officeDocument/2006/relationships/image" Target="../media/image182.png"/><Relationship Id="rId22" Type="http://schemas.openxmlformats.org/officeDocument/2006/relationships/image" Target="../media/image186.png"/><Relationship Id="rId27" Type="http://schemas.openxmlformats.org/officeDocument/2006/relationships/customXml" Target="../ink/ink16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91.png"/><Relationship Id="rId4" Type="http://schemas.openxmlformats.org/officeDocument/2006/relationships/notesSlide" Target="../notesSlides/notesSlid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0.png"/><Relationship Id="rId18" Type="http://schemas.openxmlformats.org/officeDocument/2006/relationships/customXml" Target="../ink/ink168.xml"/><Relationship Id="rId26" Type="http://schemas.openxmlformats.org/officeDocument/2006/relationships/customXml" Target="../ink/ink172.xml"/><Relationship Id="rId21" Type="http://schemas.openxmlformats.org/officeDocument/2006/relationships/image" Target="../media/image710.png"/><Relationship Id="rId34" Type="http://schemas.openxmlformats.org/officeDocument/2006/relationships/image" Target="../media/image780.png"/><Relationship Id="rId7" Type="http://schemas.openxmlformats.org/officeDocument/2006/relationships/image" Target="../media/image132.png"/><Relationship Id="rId12" Type="http://schemas.openxmlformats.org/officeDocument/2006/relationships/customXml" Target="../ink/ink165.xml"/><Relationship Id="rId17" Type="http://schemas.openxmlformats.org/officeDocument/2006/relationships/image" Target="../media/image690.png"/><Relationship Id="rId25" Type="http://schemas.openxmlformats.org/officeDocument/2006/relationships/image" Target="../media/image730.png"/><Relationship Id="rId33" Type="http://schemas.openxmlformats.org/officeDocument/2006/relationships/image" Target="../media/image770.png"/><Relationship Id="rId2" Type="http://schemas.openxmlformats.org/officeDocument/2006/relationships/notesSlide" Target="../notesSlides/notesSlide25.xml"/><Relationship Id="rId16" Type="http://schemas.openxmlformats.org/officeDocument/2006/relationships/customXml" Target="../ink/ink167.xml"/><Relationship Id="rId20" Type="http://schemas.openxmlformats.org/officeDocument/2006/relationships/customXml" Target="../ink/ink169.xml"/><Relationship Id="rId29" Type="http://schemas.openxmlformats.org/officeDocument/2006/relationships/image" Target="../media/image7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0.png"/><Relationship Id="rId11" Type="http://schemas.openxmlformats.org/officeDocument/2006/relationships/image" Target="../media/image660.png"/><Relationship Id="rId24" Type="http://schemas.openxmlformats.org/officeDocument/2006/relationships/customXml" Target="../ink/ink171.xml"/><Relationship Id="rId32" Type="http://schemas.openxmlformats.org/officeDocument/2006/relationships/customXml" Target="../ink/ink175.xml"/><Relationship Id="rId37" Type="http://schemas.openxmlformats.org/officeDocument/2006/relationships/image" Target="../media/image133.png"/><Relationship Id="rId5" Type="http://schemas.openxmlformats.org/officeDocument/2006/relationships/image" Target="../media/image620.png"/><Relationship Id="rId15" Type="http://schemas.openxmlformats.org/officeDocument/2006/relationships/image" Target="../media/image680.png"/><Relationship Id="rId23" Type="http://schemas.openxmlformats.org/officeDocument/2006/relationships/image" Target="../media/image720.png"/><Relationship Id="rId28" Type="http://schemas.openxmlformats.org/officeDocument/2006/relationships/customXml" Target="../ink/ink173.xml"/><Relationship Id="rId36" Type="http://schemas.openxmlformats.org/officeDocument/2006/relationships/image" Target="../media/image80.png"/><Relationship Id="rId10" Type="http://schemas.openxmlformats.org/officeDocument/2006/relationships/customXml" Target="../ink/ink164.xml"/><Relationship Id="rId19" Type="http://schemas.openxmlformats.org/officeDocument/2006/relationships/image" Target="../media/image700.png"/><Relationship Id="rId31" Type="http://schemas.openxmlformats.org/officeDocument/2006/relationships/image" Target="../media/image760.png"/><Relationship Id="rId4" Type="http://schemas.openxmlformats.org/officeDocument/2006/relationships/image" Target="../media/image131.png"/><Relationship Id="rId9" Type="http://schemas.openxmlformats.org/officeDocument/2006/relationships/image" Target="../media/image650.png"/><Relationship Id="rId14" Type="http://schemas.openxmlformats.org/officeDocument/2006/relationships/customXml" Target="../ink/ink166.xml"/><Relationship Id="rId22" Type="http://schemas.openxmlformats.org/officeDocument/2006/relationships/customXml" Target="../ink/ink170.xml"/><Relationship Id="rId27" Type="http://schemas.openxmlformats.org/officeDocument/2006/relationships/image" Target="../media/image740.png"/><Relationship Id="rId30" Type="http://schemas.openxmlformats.org/officeDocument/2006/relationships/customXml" Target="../ink/ink174.xml"/><Relationship Id="rId35" Type="http://schemas.openxmlformats.org/officeDocument/2006/relationships/image" Target="../media/image790.png"/><Relationship Id="rId8" Type="http://schemas.openxmlformats.org/officeDocument/2006/relationships/customXml" Target="../ink/ink163.xml"/><Relationship Id="rId3" Type="http://schemas.openxmlformats.org/officeDocument/2006/relationships/image" Target="../media/image60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380.png"/><Relationship Id="rId7" Type="http://schemas.openxmlformats.org/officeDocument/2006/relationships/image" Target="../media/image4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9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470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9.xml"/><Relationship Id="rId18" Type="http://schemas.openxmlformats.org/officeDocument/2006/relationships/image" Target="../media/image143.png"/><Relationship Id="rId26" Type="http://schemas.openxmlformats.org/officeDocument/2006/relationships/image" Target="../media/image147.png"/><Relationship Id="rId3" Type="http://schemas.openxmlformats.org/officeDocument/2006/relationships/image" Target="../media/image460.png"/><Relationship Id="rId21" Type="http://schemas.openxmlformats.org/officeDocument/2006/relationships/customXml" Target="../ink/ink183.xml"/><Relationship Id="rId34" Type="http://schemas.openxmlformats.org/officeDocument/2006/relationships/image" Target="../media/image151.png"/><Relationship Id="rId7" Type="http://schemas.openxmlformats.org/officeDocument/2006/relationships/customXml" Target="../ink/ink176.xml"/><Relationship Id="rId12" Type="http://schemas.openxmlformats.org/officeDocument/2006/relationships/image" Target="../media/image140.png"/><Relationship Id="rId17" Type="http://schemas.openxmlformats.org/officeDocument/2006/relationships/customXml" Target="../ink/ink181.xml"/><Relationship Id="rId25" Type="http://schemas.openxmlformats.org/officeDocument/2006/relationships/customXml" Target="../ink/ink185.xml"/><Relationship Id="rId33" Type="http://schemas.openxmlformats.org/officeDocument/2006/relationships/customXml" Target="../ink/ink189.xml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42.png"/><Relationship Id="rId20" Type="http://schemas.openxmlformats.org/officeDocument/2006/relationships/image" Target="../media/image144.png"/><Relationship Id="rId29" Type="http://schemas.openxmlformats.org/officeDocument/2006/relationships/customXml" Target="../ink/ink1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customXml" Target="../ink/ink178.xml"/><Relationship Id="rId24" Type="http://schemas.openxmlformats.org/officeDocument/2006/relationships/image" Target="../media/image146.png"/><Relationship Id="rId32" Type="http://schemas.openxmlformats.org/officeDocument/2006/relationships/image" Target="../media/image150.png"/><Relationship Id="rId5" Type="http://schemas.openxmlformats.org/officeDocument/2006/relationships/image" Target="../media/image136.png"/><Relationship Id="rId15" Type="http://schemas.openxmlformats.org/officeDocument/2006/relationships/customXml" Target="../ink/ink180.xml"/><Relationship Id="rId23" Type="http://schemas.openxmlformats.org/officeDocument/2006/relationships/customXml" Target="../ink/ink184.xml"/><Relationship Id="rId28" Type="http://schemas.openxmlformats.org/officeDocument/2006/relationships/image" Target="../media/image148.png"/><Relationship Id="rId36" Type="http://schemas.openxmlformats.org/officeDocument/2006/relationships/image" Target="../media/image152.png"/><Relationship Id="rId10" Type="http://schemas.openxmlformats.org/officeDocument/2006/relationships/image" Target="../media/image139.png"/><Relationship Id="rId19" Type="http://schemas.openxmlformats.org/officeDocument/2006/relationships/customXml" Target="../ink/ink182.xml"/><Relationship Id="rId31" Type="http://schemas.openxmlformats.org/officeDocument/2006/relationships/customXml" Target="../ink/ink188.xml"/><Relationship Id="rId4" Type="http://schemas.openxmlformats.org/officeDocument/2006/relationships/image" Target="../media/image470.png"/><Relationship Id="rId9" Type="http://schemas.openxmlformats.org/officeDocument/2006/relationships/customXml" Target="../ink/ink177.xml"/><Relationship Id="rId14" Type="http://schemas.openxmlformats.org/officeDocument/2006/relationships/image" Target="../media/image141.png"/><Relationship Id="rId22" Type="http://schemas.openxmlformats.org/officeDocument/2006/relationships/image" Target="../media/image145.png"/><Relationship Id="rId27" Type="http://schemas.openxmlformats.org/officeDocument/2006/relationships/customXml" Target="../ink/ink186.xml"/><Relationship Id="rId30" Type="http://schemas.openxmlformats.org/officeDocument/2006/relationships/image" Target="../media/image149.png"/><Relationship Id="rId35" Type="http://schemas.openxmlformats.org/officeDocument/2006/relationships/customXml" Target="../ink/ink190.xml"/><Relationship Id="rId8" Type="http://schemas.openxmlformats.org/officeDocument/2006/relationships/image" Target="../media/image1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3.xml"/><Relationship Id="rId18" Type="http://schemas.openxmlformats.org/officeDocument/2006/relationships/image" Target="../media/image162.png"/><Relationship Id="rId26" Type="http://schemas.openxmlformats.org/officeDocument/2006/relationships/image" Target="../media/image166.png"/><Relationship Id="rId39" Type="http://schemas.openxmlformats.org/officeDocument/2006/relationships/customXml" Target="../ink/ink206.xml"/><Relationship Id="rId21" Type="http://schemas.openxmlformats.org/officeDocument/2006/relationships/customXml" Target="../ink/ink197.xml"/><Relationship Id="rId34" Type="http://schemas.openxmlformats.org/officeDocument/2006/relationships/image" Target="../media/image170.png"/><Relationship Id="rId42" Type="http://schemas.openxmlformats.org/officeDocument/2006/relationships/image" Target="../media/image174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61.png"/><Relationship Id="rId20" Type="http://schemas.openxmlformats.org/officeDocument/2006/relationships/image" Target="../media/image163.png"/><Relationship Id="rId29" Type="http://schemas.openxmlformats.org/officeDocument/2006/relationships/customXml" Target="../ink/ink201.xml"/><Relationship Id="rId41" Type="http://schemas.openxmlformats.org/officeDocument/2006/relationships/customXml" Target="../ink/ink2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11" Type="http://schemas.openxmlformats.org/officeDocument/2006/relationships/customXml" Target="../ink/ink192.xml"/><Relationship Id="rId24" Type="http://schemas.openxmlformats.org/officeDocument/2006/relationships/image" Target="../media/image165.png"/><Relationship Id="rId32" Type="http://schemas.openxmlformats.org/officeDocument/2006/relationships/image" Target="../media/image169.png"/><Relationship Id="rId37" Type="http://schemas.openxmlformats.org/officeDocument/2006/relationships/customXml" Target="../ink/ink205.xml"/><Relationship Id="rId40" Type="http://schemas.openxmlformats.org/officeDocument/2006/relationships/image" Target="../media/image173.png"/><Relationship Id="rId5" Type="http://schemas.openxmlformats.org/officeDocument/2006/relationships/image" Target="../media/image1090.png"/><Relationship Id="rId15" Type="http://schemas.openxmlformats.org/officeDocument/2006/relationships/customXml" Target="../ink/ink194.xml"/><Relationship Id="rId23" Type="http://schemas.openxmlformats.org/officeDocument/2006/relationships/customXml" Target="../ink/ink198.xml"/><Relationship Id="rId28" Type="http://schemas.openxmlformats.org/officeDocument/2006/relationships/image" Target="../media/image167.png"/><Relationship Id="rId36" Type="http://schemas.openxmlformats.org/officeDocument/2006/relationships/image" Target="../media/image171.png"/><Relationship Id="rId10" Type="http://schemas.openxmlformats.org/officeDocument/2006/relationships/image" Target="../media/image158.png"/><Relationship Id="rId19" Type="http://schemas.openxmlformats.org/officeDocument/2006/relationships/customXml" Target="../ink/ink196.xml"/><Relationship Id="rId31" Type="http://schemas.openxmlformats.org/officeDocument/2006/relationships/customXml" Target="../ink/ink202.xml"/><Relationship Id="rId9" Type="http://schemas.openxmlformats.org/officeDocument/2006/relationships/customXml" Target="../ink/ink191.xml"/><Relationship Id="rId14" Type="http://schemas.openxmlformats.org/officeDocument/2006/relationships/image" Target="../media/image160.png"/><Relationship Id="rId22" Type="http://schemas.openxmlformats.org/officeDocument/2006/relationships/image" Target="../media/image164.png"/><Relationship Id="rId27" Type="http://schemas.openxmlformats.org/officeDocument/2006/relationships/customXml" Target="../ink/ink200.xml"/><Relationship Id="rId30" Type="http://schemas.openxmlformats.org/officeDocument/2006/relationships/image" Target="../media/image168.png"/><Relationship Id="rId35" Type="http://schemas.openxmlformats.org/officeDocument/2006/relationships/customXml" Target="../ink/ink204.xml"/><Relationship Id="rId8" Type="http://schemas.openxmlformats.org/officeDocument/2006/relationships/image" Target="../media/image157.png"/><Relationship Id="rId3" Type="http://schemas.openxmlformats.org/officeDocument/2006/relationships/image" Target="../media/image155.png"/><Relationship Id="rId12" Type="http://schemas.openxmlformats.org/officeDocument/2006/relationships/image" Target="../media/image159.png"/><Relationship Id="rId17" Type="http://schemas.openxmlformats.org/officeDocument/2006/relationships/customXml" Target="../ink/ink195.xml"/><Relationship Id="rId25" Type="http://schemas.openxmlformats.org/officeDocument/2006/relationships/customXml" Target="../ink/ink199.xml"/><Relationship Id="rId33" Type="http://schemas.openxmlformats.org/officeDocument/2006/relationships/customXml" Target="../ink/ink203.xml"/><Relationship Id="rId38" Type="http://schemas.openxmlformats.org/officeDocument/2006/relationships/image" Target="../media/image17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7029E42-1649-43DE-A19D-453E42EC1C21}"/>
              </a:ext>
            </a:extLst>
          </p:cNvPr>
          <p:cNvSpPr/>
          <p:nvPr/>
        </p:nvSpPr>
        <p:spPr>
          <a:xfrm>
            <a:off x="6927" y="0"/>
            <a:ext cx="12192000" cy="532563"/>
          </a:xfrm>
          <a:prstGeom prst="rect">
            <a:avLst/>
          </a:prstGeom>
          <a:gradFill>
            <a:gsLst>
              <a:gs pos="20000">
                <a:schemeClr val="accent5">
                  <a:lumMod val="75000"/>
                </a:schemeClr>
              </a:gs>
              <a:gs pos="100000">
                <a:srgbClr val="609AD0"/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8000">
                <a:schemeClr val="accent5">
                  <a:lumMod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848C3A-A3AA-4BD4-A17F-57837A89C724}"/>
              </a:ext>
            </a:extLst>
          </p:cNvPr>
          <p:cNvSpPr/>
          <p:nvPr/>
        </p:nvSpPr>
        <p:spPr>
          <a:xfrm>
            <a:off x="0" y="6325437"/>
            <a:ext cx="12192000" cy="532563"/>
          </a:xfrm>
          <a:prstGeom prst="rect">
            <a:avLst/>
          </a:prstGeom>
          <a:gradFill flip="none" rotWithShape="1">
            <a:gsLst>
              <a:gs pos="79000">
                <a:schemeClr val="accent5">
                  <a:lumMod val="75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97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B413AC-4FC3-4D70-93C5-F585A434857A}"/>
              </a:ext>
            </a:extLst>
          </p:cNvPr>
          <p:cNvSpPr/>
          <p:nvPr/>
        </p:nvSpPr>
        <p:spPr>
          <a:xfrm>
            <a:off x="1920620" y="2931345"/>
            <a:ext cx="8364612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56B969-7851-4933-B707-B436EAB8A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264" y="5437274"/>
            <a:ext cx="2219325" cy="638175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2263C7B-8A5D-B81D-5F76-2B89106D0CE9}"/>
              </a:ext>
            </a:extLst>
          </p:cNvPr>
          <p:cNvSpPr txBox="1">
            <a:spLocks/>
          </p:cNvSpPr>
          <p:nvPr/>
        </p:nvSpPr>
        <p:spPr>
          <a:xfrm>
            <a:off x="1551614" y="2217591"/>
            <a:ext cx="9088771" cy="6714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Wingdings 2" pitchFamily="18" charset="2"/>
              <a:buNone/>
            </a:pPr>
            <a:r>
              <a:rPr lang="en-US" altLang="ko-KR" sz="4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서울남산 장체 EB" panose="02020503020101020101" pitchFamily="18" charset="-127"/>
                <a:cs typeface="Arial" panose="020B0604020202020204" pitchFamily="34" charset="0"/>
              </a:rPr>
              <a:t>Digital Control and Signal 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E6A5C-6C36-20F7-AEB3-8DCB3F5F4066}"/>
              </a:ext>
            </a:extLst>
          </p:cNvPr>
          <p:cNvSpPr txBox="1"/>
          <p:nvPr/>
        </p:nvSpPr>
        <p:spPr>
          <a:xfrm>
            <a:off x="3048990" y="3042386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800" dirty="0">
                <a:latin typeface="Arial" panose="020B0604020202020204" pitchFamily="34" charset="0"/>
                <a:ea typeface="서울남산 장체 EB" panose="02020503020101020101" pitchFamily="18" charset="-127"/>
                <a:cs typeface="Arial" panose="020B0604020202020204" pitchFamily="34" charset="0"/>
              </a:rPr>
              <a:t>Final Proj</a:t>
            </a:r>
            <a:r>
              <a:rPr lang="en-US" altLang="ko-KR" dirty="0">
                <a:latin typeface="Arial" panose="020B0604020202020204" pitchFamily="34" charset="0"/>
                <a:ea typeface="서울남산 장체 EB" panose="02020503020101020101" pitchFamily="18" charset="-127"/>
                <a:cs typeface="Arial" panose="020B0604020202020204" pitchFamily="34" charset="0"/>
              </a:rPr>
              <a:t>ect: Gimbal Speed Control System Design</a:t>
            </a:r>
            <a:endParaRPr lang="ko-KR" altLang="en-US" sz="1800" dirty="0">
              <a:latin typeface="Arial" panose="020B0604020202020204" pitchFamily="34" charset="0"/>
              <a:ea typeface="서울남산 장체 EB" panose="020205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ACF7B0-42EF-BA9E-8513-CA0E79E2C6DA}"/>
              </a:ext>
            </a:extLst>
          </p:cNvPr>
          <p:cNvSpPr txBox="1"/>
          <p:nvPr/>
        </p:nvSpPr>
        <p:spPr>
          <a:xfrm>
            <a:off x="6390360" y="4237897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dirty="0">
                <a:latin typeface="Arial" panose="020B0604020202020204" pitchFamily="34" charset="0"/>
                <a:ea typeface="서울남산 장체 EB" panose="02020503020101020101" pitchFamily="18" charset="-127"/>
                <a:cs typeface="Arial" panose="020B0604020202020204" pitchFamily="34" charset="0"/>
              </a:rPr>
              <a:t>1</a:t>
            </a:r>
            <a:r>
              <a:rPr lang="ko-KR" altLang="en-US" dirty="0">
                <a:latin typeface="Arial" panose="020B0604020202020204" pitchFamily="34" charset="0"/>
                <a:ea typeface="서울남산 장체 EB" panose="02020503020101020101" pitchFamily="18" charset="-127"/>
                <a:cs typeface="Arial" panose="020B0604020202020204" pitchFamily="34" charset="0"/>
              </a:rPr>
              <a:t>조</a:t>
            </a:r>
            <a:endParaRPr lang="en-US" altLang="ko-KR" dirty="0">
              <a:latin typeface="Arial" panose="020B0604020202020204" pitchFamily="34" charset="0"/>
              <a:ea typeface="서울남산 장체 EB" panose="02020503020101020101" pitchFamily="18" charset="-127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dirty="0">
                <a:latin typeface="Arial" panose="020B0604020202020204" pitchFamily="34" charset="0"/>
                <a:ea typeface="서울남산 장체 EB" panose="02020503020101020101" pitchFamily="18" charset="-127"/>
                <a:cs typeface="Arial" panose="020B0604020202020204" pitchFamily="34" charset="0"/>
              </a:rPr>
              <a:t>22400448 </a:t>
            </a:r>
            <a:r>
              <a:rPr lang="ko-KR" altLang="en-US" dirty="0" err="1">
                <a:latin typeface="Arial" panose="020B0604020202020204" pitchFamily="34" charset="0"/>
                <a:ea typeface="서울남산 장체 EB" panose="02020503020101020101" pitchFamily="18" charset="-127"/>
                <a:cs typeface="Arial" panose="020B0604020202020204" pitchFamily="34" charset="0"/>
              </a:rPr>
              <a:t>오유성</a:t>
            </a:r>
            <a:endParaRPr lang="en-US" altLang="ko-KR" dirty="0">
              <a:latin typeface="Arial" panose="020B0604020202020204" pitchFamily="34" charset="0"/>
              <a:ea typeface="서울남산 장체 EB" panose="02020503020101020101" pitchFamily="18" charset="-127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dirty="0">
                <a:latin typeface="Arial" panose="020B0604020202020204" pitchFamily="34" charset="0"/>
                <a:ea typeface="서울남산 장체 EB" panose="02020503020101020101" pitchFamily="18" charset="-127"/>
                <a:cs typeface="Arial" panose="020B0604020202020204" pitchFamily="34" charset="0"/>
              </a:rPr>
              <a:t>22200576 </a:t>
            </a:r>
            <a:r>
              <a:rPr lang="ko-KR" altLang="en-US" dirty="0">
                <a:latin typeface="Arial" panose="020B0604020202020204" pitchFamily="34" charset="0"/>
                <a:ea typeface="서울남산 장체 EB" panose="02020503020101020101" pitchFamily="18" charset="-127"/>
                <a:cs typeface="Arial" panose="020B0604020202020204" pitchFamily="34" charset="0"/>
              </a:rPr>
              <a:t>이주영</a:t>
            </a:r>
            <a:endParaRPr lang="en-US" altLang="ko-KR" dirty="0">
              <a:latin typeface="Arial" panose="020B0604020202020204" pitchFamily="34" charset="0"/>
              <a:ea typeface="서울남산 장체 EB" panose="020205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940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6098B-6AC9-6F1E-09C4-4431658D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3694D65E-CB9C-FBAA-6AF6-DF86AC37D2E8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B80519B-7563-B617-E448-077838D49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Contents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45E746-8618-EA6C-C51C-4A70C12536B8}"/>
              </a:ext>
            </a:extLst>
          </p:cNvPr>
          <p:cNvSpPr txBox="1"/>
          <p:nvPr/>
        </p:nvSpPr>
        <p:spPr>
          <a:xfrm>
            <a:off x="1028360" y="3501040"/>
            <a:ext cx="4924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20058B-6843-C407-3AC5-69D932B86333}"/>
              </a:ext>
            </a:extLst>
          </p:cNvPr>
          <p:cNvSpPr txBox="1"/>
          <p:nvPr/>
        </p:nvSpPr>
        <p:spPr>
          <a:xfrm>
            <a:off x="1290828" y="3922836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A. Parameter boundary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C2CFD7-DDD0-80B2-2275-3F8808A1041B}"/>
              </a:ext>
            </a:extLst>
          </p:cNvPr>
          <p:cNvSpPr txBox="1"/>
          <p:nvPr/>
        </p:nvSpPr>
        <p:spPr>
          <a:xfrm>
            <a:off x="1290828" y="4339367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B. Selecting parameters &amp; Controller 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0412D9-63E7-9D26-9E1D-B8BB9D5C8621}"/>
              </a:ext>
            </a:extLst>
          </p:cNvPr>
          <p:cNvSpPr txBox="1"/>
          <p:nvPr/>
        </p:nvSpPr>
        <p:spPr>
          <a:xfrm>
            <a:off x="1290828" y="4769423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00710E-6476-4C4E-D16E-E082D6E6CA9D}"/>
              </a:ext>
            </a:extLst>
          </p:cNvPr>
          <p:cNvSpPr txBox="1"/>
          <p:nvPr/>
        </p:nvSpPr>
        <p:spPr>
          <a:xfrm>
            <a:off x="1011428" y="1320250"/>
            <a:ext cx="4354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1) Motor </a:t>
            </a: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Lineaerization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F65384-E28D-DAF8-057B-FD5F8A795459}"/>
              </a:ext>
            </a:extLst>
          </p:cNvPr>
          <p:cNvSpPr txBox="1"/>
          <p:nvPr/>
        </p:nvSpPr>
        <p:spPr>
          <a:xfrm>
            <a:off x="1290828" y="1738439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A. </a:t>
            </a:r>
            <a:r>
              <a:rPr lang="en-US" altLang="ko-KR" sz="1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Vc-Wgyro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relations &amp; </a:t>
            </a:r>
            <a:r>
              <a:rPr lang="en-US" altLang="ko-KR" sz="1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potentio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A8643D-3CEC-A83D-BA8A-715048662874}"/>
              </a:ext>
            </a:extLst>
          </p:cNvPr>
          <p:cNvSpPr txBox="1"/>
          <p:nvPr/>
        </p:nvSpPr>
        <p:spPr>
          <a:xfrm>
            <a:off x="1290828" y="2149075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B. Linearization: </a:t>
            </a:r>
            <a:r>
              <a:rPr lang="en-US" altLang="ko-KR" sz="1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Wcmd-Wgyro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987DA4-4E8A-B354-4D00-CCC5E3A5BBF0}"/>
              </a:ext>
            </a:extLst>
          </p:cNvPr>
          <p:cNvSpPr txBox="1"/>
          <p:nvPr/>
        </p:nvSpPr>
        <p:spPr>
          <a:xfrm>
            <a:off x="1290828" y="2523472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C. Linearization Validation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78BD57-BC91-E52B-E319-70DAF5941BE5}"/>
              </a:ext>
            </a:extLst>
          </p:cNvPr>
          <p:cNvSpPr txBox="1"/>
          <p:nvPr/>
        </p:nvSpPr>
        <p:spPr>
          <a:xfrm>
            <a:off x="7382512" y="1320250"/>
            <a:ext cx="416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2) Modeling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7ED92E-0B84-EF08-A277-980D163E60EA}"/>
              </a:ext>
            </a:extLst>
          </p:cNvPr>
          <p:cNvSpPr txBox="1"/>
          <p:nvPr/>
        </p:nvSpPr>
        <p:spPr>
          <a:xfrm>
            <a:off x="7629072" y="1799164"/>
            <a:ext cx="1111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A. Frequency Response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E6AEE4-F8C2-C829-76AC-F394AD64C31E}"/>
              </a:ext>
            </a:extLst>
          </p:cNvPr>
          <p:cNvSpPr txBox="1"/>
          <p:nvPr/>
        </p:nvSpPr>
        <p:spPr>
          <a:xfrm>
            <a:off x="7629072" y="2154970"/>
            <a:ext cx="1111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B. Filtering Data(s)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3E90BA-5EB4-5606-0AE9-77570EE78684}"/>
              </a:ext>
            </a:extLst>
          </p:cNvPr>
          <p:cNvSpPr txBox="1"/>
          <p:nvPr/>
        </p:nvSpPr>
        <p:spPr>
          <a:xfrm>
            <a:off x="7629072" y="2524301"/>
            <a:ext cx="1111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C. Pulse response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332BC0-55EE-CD68-9B3C-F08C5A01C1DB}"/>
              </a:ext>
            </a:extLst>
          </p:cNvPr>
          <p:cNvSpPr txBox="1"/>
          <p:nvPr/>
        </p:nvSpPr>
        <p:spPr>
          <a:xfrm>
            <a:off x="7629072" y="2848856"/>
            <a:ext cx="1111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D. Observations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D8393C-95C1-1B63-0F71-377F203CB1A6}"/>
              </a:ext>
            </a:extLst>
          </p:cNvPr>
          <p:cNvSpPr txBox="1"/>
          <p:nvPr/>
        </p:nvSpPr>
        <p:spPr>
          <a:xfrm>
            <a:off x="7382512" y="3641758"/>
            <a:ext cx="4924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18DCF6-E18F-CDC0-0C7B-71B2D71FF58F}"/>
              </a:ext>
            </a:extLst>
          </p:cNvPr>
          <p:cNvSpPr txBox="1"/>
          <p:nvPr/>
        </p:nvSpPr>
        <p:spPr>
          <a:xfrm>
            <a:off x="7644980" y="4063554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A. Parameter boundary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2BF758-F441-0A67-A27E-62857FD0F71C}"/>
              </a:ext>
            </a:extLst>
          </p:cNvPr>
          <p:cNvSpPr txBox="1"/>
          <p:nvPr/>
        </p:nvSpPr>
        <p:spPr>
          <a:xfrm>
            <a:off x="7644980" y="4480085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B. Selecting parameters &amp; Controller 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1B5157-7ED5-7BC6-8DEA-2F838CFA22CC}"/>
              </a:ext>
            </a:extLst>
          </p:cNvPr>
          <p:cNvSpPr txBox="1"/>
          <p:nvPr/>
        </p:nvSpPr>
        <p:spPr>
          <a:xfrm>
            <a:off x="7644980" y="4910141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4B8277-5FE7-6CF7-F33F-DBB8D2F707DA}"/>
              </a:ext>
            </a:extLst>
          </p:cNvPr>
          <p:cNvSpPr txBox="1"/>
          <p:nvPr/>
        </p:nvSpPr>
        <p:spPr>
          <a:xfrm>
            <a:off x="7644980" y="5831420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E. Output &amp; discussion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0B7ADD-11AD-5F2A-5359-9591D5E9CBDC}"/>
              </a:ext>
            </a:extLst>
          </p:cNvPr>
          <p:cNvSpPr txBox="1"/>
          <p:nvPr/>
        </p:nvSpPr>
        <p:spPr>
          <a:xfrm>
            <a:off x="1272657" y="2889395"/>
            <a:ext cx="1111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D. Observations</a:t>
            </a: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7A5732-4D84-639D-9D83-3CA63DD88EC8}"/>
              </a:ext>
            </a:extLst>
          </p:cNvPr>
          <p:cNvSpPr txBox="1"/>
          <p:nvPr/>
        </p:nvSpPr>
        <p:spPr>
          <a:xfrm>
            <a:off x="7644980" y="5370780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D. Analysis Model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08D46-E324-DA17-1552-70F9DE506489}"/>
              </a:ext>
            </a:extLst>
          </p:cNvPr>
          <p:cNvSpPr txBox="1"/>
          <p:nvPr/>
        </p:nvSpPr>
        <p:spPr>
          <a:xfrm>
            <a:off x="1272657" y="5703206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E. Output &amp; discussion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C6069-2690-0E25-0C0B-04E861BA8F84}"/>
              </a:ext>
            </a:extLst>
          </p:cNvPr>
          <p:cNvSpPr txBox="1"/>
          <p:nvPr/>
        </p:nvSpPr>
        <p:spPr>
          <a:xfrm>
            <a:off x="1272657" y="5242566"/>
            <a:ext cx="11612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D. Analysis Model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0986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847B2-D5CE-F858-111C-6813B21C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F0D9B0C0-5821-2270-6D53-6DCCFC8F36C1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BB24ACF-CA65-E24B-A8D7-180EF4E69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1) Motor Dynamics Modeling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301C65-A6EB-A44A-3697-15D972731C0C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A. </a:t>
            </a: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Vc-Wgyro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relations &amp; </a:t>
            </a: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potentio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3DC961-7360-CB6E-D562-8431EF2D656A}"/>
                  </a:ext>
                </a:extLst>
              </p:cNvPr>
              <p:cNvSpPr txBox="1"/>
              <p:nvPr/>
            </p:nvSpPr>
            <p:spPr>
              <a:xfrm>
                <a:off x="358285" y="4856057"/>
                <a:ext cx="4918142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+mn-ea"/>
                  </a:rPr>
                  <a:t>[Frequency Response of Command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)]</a:t>
                </a:r>
                <a:br>
                  <a:rPr lang="en-US" altLang="ko-KR" sz="1400" dirty="0">
                    <a:latin typeface="+mn-ea"/>
                  </a:rPr>
                </a:br>
                <a:r>
                  <a:rPr lang="en-US" altLang="ko-KR" sz="1400" dirty="0">
                    <a:latin typeface="+mn-ea"/>
                  </a:rPr>
                  <a:t>1.DZ </a:t>
                </a:r>
              </a:p>
              <a:p>
                <a:pPr algn="ctr"/>
                <a:r>
                  <a:rPr lang="en-US" altLang="ko-KR" sz="1400" dirty="0">
                    <a:latin typeface="+mn-ea"/>
                  </a:rPr>
                  <a:t>2. Saturation</a:t>
                </a:r>
              </a:p>
              <a:p>
                <a:pPr algn="ctr"/>
                <a:r>
                  <a:rPr lang="en-US" altLang="ko-KR" sz="1400" dirty="0">
                    <a:latin typeface="+mn-ea"/>
                  </a:rPr>
                  <a:t>3. 4</a:t>
                </a:r>
                <a:r>
                  <a:rPr lang="ko-KR" altLang="en-US" sz="1400" dirty="0">
                    <a:latin typeface="+mn-ea"/>
                  </a:rPr>
                  <a:t>차 </a:t>
                </a:r>
                <a:endParaRPr lang="en-US" altLang="ko-KR" sz="1400" dirty="0">
                  <a:latin typeface="+mn-ea"/>
                </a:endParaRPr>
              </a:p>
              <a:p>
                <a:pPr algn="ctr"/>
                <a:r>
                  <a:rPr lang="en-US" altLang="ko-KR" sz="1400" dirty="0">
                    <a:latin typeface="+mn-ea"/>
                  </a:rPr>
                  <a:t>4. DZ</a:t>
                </a:r>
                <a:r>
                  <a:rPr lang="ko-KR" altLang="en-US" sz="1400" dirty="0">
                    <a:latin typeface="+mn-ea"/>
                  </a:rPr>
                  <a:t> </a:t>
                </a:r>
                <a:r>
                  <a:rPr lang="en-US" altLang="ko-KR" sz="1400" dirty="0">
                    <a:latin typeface="+mn-ea"/>
                  </a:rPr>
                  <a:t>Standard</a:t>
                </a:r>
                <a:br>
                  <a:rPr lang="en-US" altLang="ko-KR" sz="1400" dirty="0">
                    <a:latin typeface="+mn-ea"/>
                  </a:rPr>
                </a:br>
                <a:br>
                  <a:rPr lang="en-US" altLang="ko-KR" sz="1400" dirty="0">
                    <a:latin typeface="+mn-ea"/>
                  </a:rPr>
                </a:br>
                <a:endParaRPr lang="ko-KR" altLang="en-US" sz="1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3DC961-7360-CB6E-D562-8431EF2D6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85" y="4856057"/>
                <a:ext cx="4918142" cy="1600438"/>
              </a:xfrm>
              <a:prstGeom prst="rect">
                <a:avLst/>
              </a:prstGeom>
              <a:blipFill>
                <a:blip r:embed="rId3"/>
                <a:stretch>
                  <a:fillRect t="-7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ACAEB2-32E9-FEFD-C909-BE4301A3A465}"/>
                  </a:ext>
                </a:extLst>
              </p:cNvPr>
              <p:cNvSpPr txBox="1"/>
              <p:nvPr/>
            </p:nvSpPr>
            <p:spPr>
              <a:xfrm>
                <a:off x="5943854" y="4909696"/>
                <a:ext cx="692569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+mn-ea"/>
                  </a:rPr>
                  <a:t>[Output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 of Command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)]</a:t>
                </a:r>
              </a:p>
              <a:p>
                <a:pPr marL="342900" indent="-342900" algn="ctr">
                  <a:buAutoNum type="arabicPeriod"/>
                </a:pPr>
                <a:r>
                  <a:rPr lang="en-US" altLang="ko-KR" sz="1400" dirty="0">
                    <a:latin typeface="+mn-ea"/>
                    <a:ea typeface="HY견고딕" panose="02030600000101010101" pitchFamily="18" charset="-127"/>
                  </a:rPr>
                  <a:t>Linear</a:t>
                </a:r>
              </a:p>
              <a:p>
                <a:pPr marL="342900" indent="-342900" algn="ctr">
                  <a:buAutoNum type="arabicPeriod"/>
                </a:pPr>
                <a:r>
                  <a:rPr lang="ko-KR" altLang="en-US" sz="1400" dirty="0">
                    <a:latin typeface="+mn-ea"/>
                    <a:ea typeface="HY견고딕" panose="02030600000101010101" pitchFamily="18" charset="-127"/>
                  </a:rPr>
                  <a:t>약간의 </a:t>
                </a:r>
                <a:r>
                  <a:rPr lang="en-US" altLang="ko-KR" sz="1400" dirty="0">
                    <a:latin typeface="+mn-ea"/>
                    <a:ea typeface="HY견고딕" panose="02030600000101010101" pitchFamily="18" charset="-127"/>
                  </a:rPr>
                  <a:t>offset </a:t>
                </a:r>
                <a:r>
                  <a:rPr lang="ko-KR" altLang="en-US" sz="1400" dirty="0">
                    <a:latin typeface="+mn-ea"/>
                    <a:ea typeface="HY견고딕" panose="02030600000101010101" pitchFamily="18" charset="-127"/>
                  </a:rPr>
                  <a:t>언급</a:t>
                </a:r>
                <a:endParaRPr lang="ko-KR" altLang="en-US" sz="1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ACAEB2-32E9-FEFD-C909-BE4301A3A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854" y="4909696"/>
                <a:ext cx="6925691" cy="738664"/>
              </a:xfrm>
              <a:prstGeom prst="rect">
                <a:avLst/>
              </a:prstGeom>
              <a:blipFill>
                <a:blip r:embed="rId4"/>
                <a:stretch>
                  <a:fillRect t="-820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BDD893AD-63E0-39A8-EAE8-0F2923D2F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9" y="1590973"/>
            <a:ext cx="6011370" cy="3200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ED9D396-0F4B-9926-D83D-D2D6DBA2D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8959" y="1590973"/>
            <a:ext cx="6062227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5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349A3-458A-E37F-B89D-D7E66F8A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8D1191E2-73AA-40ED-1FE9-B4751115CA85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2BAC14B-AF75-2896-E467-008217DD6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1) Motor Dynamics Modeling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BCE842-EEA8-2946-E1CC-C1D4B77B1279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Linearization Validation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A5EAE4-E240-B8C6-478C-0E22A0C934B3}"/>
                  </a:ext>
                </a:extLst>
              </p:cNvPr>
              <p:cNvSpPr txBox="1"/>
              <p:nvPr/>
            </p:nvSpPr>
            <p:spPr>
              <a:xfrm>
                <a:off x="7580995" y="1644199"/>
                <a:ext cx="491814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+mn-ea"/>
                  </a:rPr>
                  <a:t>[Frequency Response of Command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)]</a:t>
                </a:r>
                <a:br>
                  <a:rPr lang="en-US" altLang="ko-KR" sz="1400" dirty="0">
                    <a:latin typeface="+mn-ea"/>
                  </a:rPr>
                </a:br>
                <a:r>
                  <a:rPr lang="en-US" altLang="ko-KR" sz="1400" dirty="0">
                    <a:latin typeface="+mn-ea"/>
                  </a:rPr>
                  <a:t>1. Hz – 0.0083 </a:t>
                </a:r>
              </a:p>
              <a:p>
                <a:pPr algn="ctr"/>
                <a:r>
                  <a:rPr lang="en-US" altLang="ko-KR" sz="1400" dirty="0">
                    <a:latin typeface="+mn-ea"/>
                  </a:rPr>
                  <a:t>2. </a:t>
                </a:r>
                <a:r>
                  <a:rPr lang="ko-KR" altLang="en-US" sz="1400" dirty="0">
                    <a:latin typeface="+mn-ea"/>
                  </a:rPr>
                  <a:t>기울기 추종</a:t>
                </a:r>
                <a:endParaRPr lang="en-US" altLang="ko-KR" sz="1400" dirty="0">
                  <a:latin typeface="+mn-ea"/>
                </a:endParaRPr>
              </a:p>
              <a:p>
                <a:pPr algn="ctr"/>
                <a:r>
                  <a:rPr lang="en-US" altLang="ko-KR" sz="1400" dirty="0">
                    <a:latin typeface="+mn-ea"/>
                  </a:rPr>
                  <a:t> 3. Dead zone</a:t>
                </a:r>
              </a:p>
              <a:p>
                <a:pPr algn="ctr"/>
                <a:r>
                  <a:rPr lang="en-US" altLang="ko-KR" sz="1400" dirty="0">
                    <a:latin typeface="+mn-ea"/>
                  </a:rPr>
                  <a:t>4. Saturation </a:t>
                </a:r>
              </a:p>
              <a:p>
                <a:pPr algn="ctr"/>
                <a:r>
                  <a:rPr lang="en-US" altLang="ko-KR" sz="1400" dirty="0">
                    <a:latin typeface="+mn-ea"/>
                  </a:rPr>
                  <a:t>5. </a:t>
                </a:r>
                <a:r>
                  <a:rPr lang="ko-KR" altLang="en-US" sz="1400" dirty="0" err="1">
                    <a:latin typeface="+mn-ea"/>
                  </a:rPr>
                  <a:t>꿀렁이들</a:t>
                </a:r>
                <a:r>
                  <a:rPr lang="ko-KR" altLang="en-US" sz="1400" dirty="0">
                    <a:latin typeface="+mn-ea"/>
                  </a:rPr>
                  <a:t> 언급</a:t>
                </a:r>
                <a:br>
                  <a:rPr lang="en-US" altLang="ko-KR" sz="1400" dirty="0">
                    <a:latin typeface="+mn-ea"/>
                  </a:rPr>
                </a:br>
                <a:br>
                  <a:rPr lang="en-US" altLang="ko-KR" sz="1400" dirty="0">
                    <a:latin typeface="+mn-ea"/>
                  </a:rPr>
                </a:br>
                <a:endParaRPr lang="ko-KR" altLang="en-US" sz="1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A5EAE4-E240-B8C6-478C-0E22A0C93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995" y="1644199"/>
                <a:ext cx="4918142" cy="1815882"/>
              </a:xfrm>
              <a:prstGeom prst="rect">
                <a:avLst/>
              </a:prstGeom>
              <a:blipFill>
                <a:blip r:embed="rId3"/>
                <a:stretch>
                  <a:fillRect t="-6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7003DEAA-0D32-4E13-45C1-47D86EA0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472651"/>
            <a:ext cx="7872090" cy="40650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43FE0E1-EFC2-91AE-7C7B-CD15D8BC5F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197" t="16072" r="47773" b="49827"/>
          <a:stretch>
            <a:fillRect/>
          </a:stretch>
        </p:blipFill>
        <p:spPr>
          <a:xfrm>
            <a:off x="2151934" y="1572572"/>
            <a:ext cx="2015759" cy="139222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4912E71-9392-A867-0788-214E8E300B6E}"/>
              </a:ext>
            </a:extLst>
          </p:cNvPr>
          <p:cNvCxnSpPr>
            <a:cxnSpLocks/>
          </p:cNvCxnSpPr>
          <p:nvPr/>
        </p:nvCxnSpPr>
        <p:spPr>
          <a:xfrm flipH="1">
            <a:off x="1724022" y="2178848"/>
            <a:ext cx="427912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48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84A4-80BE-14CE-89DC-42731805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EA17FF59-7CED-336A-24C4-620A66D7F51A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88C0A54-B8BA-9FDE-8D69-1466252A08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1) Motor Dynamics Modeling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6097C6-9F2E-9D92-0AFF-6307C558AFE9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Linearization Validation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C2BA56-67A7-84BF-1481-1D9485C99E0A}"/>
              </a:ext>
            </a:extLst>
          </p:cNvPr>
          <p:cNvSpPr txBox="1"/>
          <p:nvPr/>
        </p:nvSpPr>
        <p:spPr>
          <a:xfrm>
            <a:off x="7580995" y="1644199"/>
            <a:ext cx="49181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[FFT </a:t>
            </a:r>
            <a:r>
              <a:rPr lang="ko-KR" altLang="en-US" sz="1400" dirty="0">
                <a:latin typeface="+mn-ea"/>
              </a:rPr>
              <a:t>언급 하고</a:t>
            </a:r>
            <a:r>
              <a:rPr lang="en-US" altLang="ko-KR" sz="1400" dirty="0">
                <a:latin typeface="+mn-ea"/>
              </a:rPr>
              <a:t>]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1. </a:t>
            </a:r>
            <a:r>
              <a:rPr lang="ko-KR" altLang="en-US" sz="1400" dirty="0">
                <a:latin typeface="+mn-ea"/>
              </a:rPr>
              <a:t>특정 주파수 성분 언급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2. </a:t>
            </a:r>
            <a:r>
              <a:rPr lang="ko-KR" altLang="en-US" sz="1400" dirty="0">
                <a:latin typeface="+mn-ea"/>
              </a:rPr>
              <a:t>고주파수 성분 언급</a:t>
            </a:r>
            <a:r>
              <a:rPr lang="en-US" altLang="ko-KR" sz="1400" dirty="0">
                <a:latin typeface="+mn-ea"/>
              </a:rPr>
              <a:t>,  </a:t>
            </a:r>
            <a:r>
              <a:rPr lang="en-US" altLang="ko-KR" sz="1400" dirty="0" err="1">
                <a:latin typeface="+mn-ea"/>
              </a:rPr>
              <a:t>Dz</a:t>
            </a:r>
            <a:r>
              <a:rPr lang="en-US" altLang="ko-KR" sz="1400" dirty="0">
                <a:latin typeface="+mn-ea"/>
              </a:rPr>
              <a:t>, </a:t>
            </a:r>
            <a:r>
              <a:rPr lang="en-US" altLang="ko-KR" sz="1400" dirty="0" err="1">
                <a:latin typeface="+mn-ea"/>
              </a:rPr>
              <a:t>Satuartion</a:t>
            </a:r>
            <a:r>
              <a:rPr lang="en-US" altLang="ko-KR" sz="1400" dirty="0">
                <a:latin typeface="+mn-ea"/>
              </a:rPr>
              <a:t> </a:t>
            </a:r>
            <a:br>
              <a:rPr lang="en-US" altLang="ko-KR" sz="1400" dirty="0">
                <a:latin typeface="+mn-ea"/>
              </a:rPr>
            </a:br>
            <a:br>
              <a:rPr lang="en-US" altLang="ko-KR" sz="1400" dirty="0">
                <a:latin typeface="+mn-ea"/>
              </a:rPr>
            </a:b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2339AF-4741-4424-2177-D55EB512D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472651"/>
            <a:ext cx="7872090" cy="40650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89EC6FA-36BF-6888-072F-22E603FE5B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197" t="16072" r="47773" b="49827"/>
          <a:stretch>
            <a:fillRect/>
          </a:stretch>
        </p:blipFill>
        <p:spPr>
          <a:xfrm>
            <a:off x="2151934" y="1572572"/>
            <a:ext cx="2015759" cy="139222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448D826-2655-2B98-1928-9BF999099250}"/>
              </a:ext>
            </a:extLst>
          </p:cNvPr>
          <p:cNvCxnSpPr>
            <a:cxnSpLocks/>
          </p:cNvCxnSpPr>
          <p:nvPr/>
        </p:nvCxnSpPr>
        <p:spPr>
          <a:xfrm flipH="1">
            <a:off x="1724022" y="2178848"/>
            <a:ext cx="427912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0EAACA5-655A-DED5-99DA-6911A424E4CF}"/>
              </a:ext>
            </a:extLst>
          </p:cNvPr>
          <p:cNvGrpSpPr/>
          <p:nvPr/>
        </p:nvGrpSpPr>
        <p:grpSpPr>
          <a:xfrm>
            <a:off x="1374427" y="1588786"/>
            <a:ext cx="4572720" cy="1680480"/>
            <a:chOff x="1374427" y="1588786"/>
            <a:chExt cx="4572720" cy="168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1F7B6F87-F2A8-C67A-2C9C-30D142B55C3A}"/>
                    </a:ext>
                  </a:extLst>
                </p14:cNvPr>
                <p14:cNvContentPartPr/>
                <p14:nvPr/>
              </p14:nvContentPartPr>
              <p14:xfrm>
                <a:off x="1374427" y="1686706"/>
                <a:ext cx="820080" cy="152568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1F7B6F87-F2A8-C67A-2C9C-30D142B55C3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65787" y="1678066"/>
                  <a:ext cx="837720" cy="15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7118AE8E-9001-144A-63D6-324ECDE83F2F}"/>
                    </a:ext>
                  </a:extLst>
                </p14:cNvPr>
                <p14:cNvContentPartPr/>
                <p14:nvPr/>
              </p14:nvContentPartPr>
              <p14:xfrm>
                <a:off x="1417627" y="2626666"/>
                <a:ext cx="1239840" cy="2800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7118AE8E-9001-144A-63D6-324ECDE83F2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08627" y="2617666"/>
                  <a:ext cx="1257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41AE3E3-AF27-31D7-E47C-DE78B8DC5BD1}"/>
                    </a:ext>
                  </a:extLst>
                </p14:cNvPr>
                <p14:cNvContentPartPr/>
                <p14:nvPr/>
              </p14:nvContentPartPr>
              <p14:xfrm>
                <a:off x="2876347" y="1588786"/>
                <a:ext cx="988920" cy="16282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41AE3E3-AF27-31D7-E47C-DE78B8DC5B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7707" y="1579786"/>
                  <a:ext cx="1006560" cy="16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E0599CD-8F3A-70A0-9A8B-BEBB52A79603}"/>
                    </a:ext>
                  </a:extLst>
                </p14:cNvPr>
                <p14:cNvContentPartPr/>
                <p14:nvPr/>
              </p14:nvContentPartPr>
              <p14:xfrm>
                <a:off x="2785627" y="2597146"/>
                <a:ext cx="1210320" cy="1677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E0599CD-8F3A-70A0-9A8B-BEBB52A7960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76627" y="2588146"/>
                  <a:ext cx="12279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D2CD6C4-7F6C-F2DF-9ABF-E40849711367}"/>
                    </a:ext>
                  </a:extLst>
                </p14:cNvPr>
                <p14:cNvContentPartPr/>
                <p14:nvPr/>
              </p14:nvContentPartPr>
              <p14:xfrm>
                <a:off x="4281427" y="2246506"/>
                <a:ext cx="1194120" cy="1209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D2CD6C4-7F6C-F2DF-9ABF-E408497113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72427" y="2237866"/>
                  <a:ext cx="12117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1CA0498-14D9-9828-B113-A99E3C6890A8}"/>
                    </a:ext>
                  </a:extLst>
                </p14:cNvPr>
                <p14:cNvContentPartPr/>
                <p14:nvPr/>
              </p14:nvContentPartPr>
              <p14:xfrm>
                <a:off x="4673467" y="1622986"/>
                <a:ext cx="1273680" cy="16462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1CA0498-14D9-9828-B113-A99E3C6890A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64467" y="1614346"/>
                  <a:ext cx="1291320" cy="166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972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3660-A25F-FD4B-C201-CB7ABEA3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294C2076-68FD-31CE-28C7-C9880E30D0D1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120B357-2383-C80C-E4E9-377890829C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1) Motor Dynamics Modeling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29C645-2D83-8A64-A746-CFCD00213789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Linearization Validation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8A598-7373-C8A8-F1DD-B294036887DA}"/>
              </a:ext>
            </a:extLst>
          </p:cNvPr>
          <p:cNvSpPr txBox="1"/>
          <p:nvPr/>
        </p:nvSpPr>
        <p:spPr>
          <a:xfrm>
            <a:off x="358285" y="4856057"/>
            <a:ext cx="491814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 err="1">
                <a:latin typeface="+mn-ea"/>
              </a:rPr>
              <a:t>사인파</a:t>
            </a:r>
            <a:r>
              <a:rPr lang="ko-KR" altLang="en-US" sz="1400" dirty="0">
                <a:latin typeface="+mn-ea"/>
              </a:rPr>
              <a:t> 간단히 언급</a:t>
            </a:r>
            <a:r>
              <a:rPr lang="en-US" altLang="ko-KR" sz="1400" dirty="0">
                <a:latin typeface="+mn-ea"/>
              </a:rPr>
              <a:t>]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1.DZ </a:t>
            </a:r>
          </a:p>
          <a:p>
            <a:pPr algn="ctr"/>
            <a:r>
              <a:rPr lang="en-US" altLang="ko-KR" sz="1400" dirty="0">
                <a:latin typeface="+mn-ea"/>
              </a:rPr>
              <a:t>2. Saturation</a:t>
            </a:r>
          </a:p>
          <a:p>
            <a:pPr algn="ctr"/>
            <a:r>
              <a:rPr lang="en-US" altLang="ko-KR" sz="1400" dirty="0">
                <a:latin typeface="+mn-ea"/>
              </a:rPr>
              <a:t>3. 4</a:t>
            </a:r>
            <a:r>
              <a:rPr lang="ko-KR" altLang="en-US" sz="1400" dirty="0">
                <a:latin typeface="+mn-ea"/>
              </a:rPr>
              <a:t>차 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4. DZ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Standard</a:t>
            </a:r>
            <a:br>
              <a:rPr lang="en-US" altLang="ko-KR" sz="1400" dirty="0">
                <a:latin typeface="+mn-ea"/>
              </a:rPr>
            </a:br>
            <a:br>
              <a:rPr lang="en-US" altLang="ko-KR" sz="1400" dirty="0">
                <a:latin typeface="+mn-ea"/>
              </a:rPr>
            </a:b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66CE85-040F-0B86-4DB3-25755964D7E5}"/>
              </a:ext>
            </a:extLst>
          </p:cNvPr>
          <p:cNvSpPr txBox="1"/>
          <p:nvPr/>
        </p:nvSpPr>
        <p:spPr>
          <a:xfrm>
            <a:off x="5943854" y="4909696"/>
            <a:ext cx="69256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</a:t>
            </a:r>
            <a:r>
              <a:rPr lang="en-US" altLang="ko-KR" sz="1400" dirty="0" err="1">
                <a:latin typeface="+mn-ea"/>
              </a:rPr>
              <a:t>ftt</a:t>
            </a:r>
            <a:r>
              <a:rPr lang="en-US" altLang="ko-KR" sz="1400" dirty="0">
                <a:latin typeface="+mn-ea"/>
              </a:rPr>
              <a:t> ]</a:t>
            </a:r>
          </a:p>
          <a:p>
            <a:pPr marL="342900" indent="-342900" algn="ctr">
              <a:buAutoNum type="arabicPeriod"/>
            </a:pP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특정 주파수 성분 발생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 algn="ctr">
              <a:buAutoNum type="arabicPeriod"/>
            </a:pP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고주파수에서 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dB </a:t>
            </a:r>
            <a:r>
              <a:rPr lang="ko-KR" altLang="en-US" sz="1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높은거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4CF1837-8B98-10E3-535B-E72BC80EB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105" y="1568502"/>
            <a:ext cx="6062227" cy="3200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6639D58-2235-4563-ADBF-03A310488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68" y="1528138"/>
            <a:ext cx="6029216" cy="3134628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CFC98F-3CAB-35BB-BCE3-C5E920C12C93}"/>
              </a:ext>
            </a:extLst>
          </p:cNvPr>
          <p:cNvGrpSpPr/>
          <p:nvPr/>
        </p:nvGrpSpPr>
        <p:grpSpPr>
          <a:xfrm>
            <a:off x="7144931" y="2303375"/>
            <a:ext cx="2478960" cy="1464480"/>
            <a:chOff x="7144931" y="2303375"/>
            <a:chExt cx="2478960" cy="146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56F7AD5-6EB5-9C79-BAED-494F1B1F6BB8}"/>
                    </a:ext>
                  </a:extLst>
                </p14:cNvPr>
                <p14:cNvContentPartPr/>
                <p14:nvPr/>
              </p14:nvContentPartPr>
              <p14:xfrm>
                <a:off x="7233131" y="2580575"/>
                <a:ext cx="536040" cy="11448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56F7AD5-6EB5-9C79-BAED-494F1B1F6BB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24131" y="2571935"/>
                  <a:ext cx="553680" cy="11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1459969-2E49-E500-98DB-0D9E80926EFE}"/>
                    </a:ext>
                  </a:extLst>
                </p14:cNvPr>
                <p14:cNvContentPartPr/>
                <p14:nvPr/>
              </p14:nvContentPartPr>
              <p14:xfrm>
                <a:off x="7144931" y="3292295"/>
                <a:ext cx="730080" cy="1954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1459969-2E49-E500-98DB-0D9E80926EF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36291" y="3283295"/>
                  <a:ext cx="747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3C804F2-8C05-788B-8B07-7C4E1AB48566}"/>
                    </a:ext>
                  </a:extLst>
                </p14:cNvPr>
                <p14:cNvContentPartPr/>
                <p14:nvPr/>
              </p14:nvContentPartPr>
              <p14:xfrm>
                <a:off x="7984811" y="2431175"/>
                <a:ext cx="587160" cy="13366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3C804F2-8C05-788B-8B07-7C4E1AB485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75811" y="2422535"/>
                  <a:ext cx="604800" cy="13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200EB54-0D33-16F9-74BF-854716AB8CB0}"/>
                    </a:ext>
                  </a:extLst>
                </p14:cNvPr>
                <p14:cNvContentPartPr/>
                <p14:nvPr/>
              </p14:nvContentPartPr>
              <p14:xfrm>
                <a:off x="7740011" y="3244415"/>
                <a:ext cx="674640" cy="1512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200EB54-0D33-16F9-74BF-854716AB8CB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31371" y="3235415"/>
                  <a:ext cx="692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02CED39-C85E-5FD3-96A1-1D3380CE3EAF}"/>
                    </a:ext>
                  </a:extLst>
                </p14:cNvPr>
                <p14:cNvContentPartPr/>
                <p14:nvPr/>
              </p14:nvContentPartPr>
              <p14:xfrm>
                <a:off x="8619491" y="2839055"/>
                <a:ext cx="546480" cy="1454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02CED39-C85E-5FD3-96A1-1D3380CE3E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10491" y="2830415"/>
                  <a:ext cx="564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2C58DC4-CDBB-40F5-5195-EFDB50DE5FE1}"/>
                    </a:ext>
                  </a:extLst>
                </p14:cNvPr>
                <p14:cNvContentPartPr/>
                <p14:nvPr/>
              </p14:nvContentPartPr>
              <p14:xfrm>
                <a:off x="8853851" y="2303375"/>
                <a:ext cx="770040" cy="11653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2C58DC4-CDBB-40F5-5195-EFDB50DE5FE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45211" y="2294735"/>
                  <a:ext cx="787680" cy="118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7295204E-3B2D-AAA5-114A-491B92F72DB8}"/>
                  </a:ext>
                </a:extLst>
              </p14:cNvPr>
              <p14:cNvContentPartPr/>
              <p14:nvPr/>
            </p14:nvContentPartPr>
            <p14:xfrm>
              <a:off x="10832411" y="2175935"/>
              <a:ext cx="6120" cy="576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7295204E-3B2D-AAA5-114A-491B92F72D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823771" y="2167295"/>
                <a:ext cx="23760" cy="2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2515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2AAE-6AAA-57CA-7756-D1454383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F800600A-EBD4-CE3B-15DB-F5DC9514B713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4859BBA-A2E4-D510-E690-2C1EFB8514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2) Gimbal Modeling 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AB22F3-E8D6-83F9-F0AF-BCE472EE886D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A. Frequency Response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720D6A-B292-DFBC-B251-92FEA91D3ECF}"/>
                  </a:ext>
                </a:extLst>
              </p:cNvPr>
              <p:cNvSpPr txBox="1"/>
              <p:nvPr/>
            </p:nvSpPr>
            <p:spPr>
              <a:xfrm>
                <a:off x="531749" y="5116103"/>
                <a:ext cx="111285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+mn-ea"/>
                  </a:rPr>
                  <a:t>[The output voltage of the command voltage at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0.2 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altLang="ko-KR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altLang="ko-KR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.0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altLang="ko-KR" dirty="0">
                    <a:latin typeface="+mn-ea"/>
                  </a:rPr>
                  <a:t>]</a:t>
                </a:r>
                <a:endParaRPr lang="ko-KR" altLang="en-US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658ABC-0B0A-6C0B-AF87-5BDABA62B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49" y="5116103"/>
                <a:ext cx="11128502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778F0B-497A-D504-5C10-C49F42C50F39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" y="1451779"/>
            <a:ext cx="3600000" cy="273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C63550-1152-4C30-D32C-FB98F82C194B}"/>
                  </a:ext>
                </a:extLst>
              </p:cNvPr>
              <p:cNvSpPr txBox="1"/>
              <p:nvPr/>
            </p:nvSpPr>
            <p:spPr>
              <a:xfrm>
                <a:off x="594449" y="5626123"/>
                <a:ext cx="11003101" cy="580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Amplitute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[%]=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</m:sub>
                            </m:s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𝑚𝑜𝑑𝑒𝑙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r>
                  <a:rPr lang="en-US" altLang="ko-KR" dirty="0"/>
                  <a:t>,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0">
                        <a:latin typeface="Cambria Math" panose="02040503050406030204" pitchFamily="18" charset="0"/>
                      </a:rPr>
                      <m:t>Phase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deg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=360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˚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33B097-98FF-CF65-C9C7-8F618BF85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49" y="5626123"/>
                <a:ext cx="11003101" cy="5800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4B1125-05CB-2EB4-B387-0CEC5BF45CC5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143854" y="1382888"/>
            <a:ext cx="3600000" cy="2736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F4EA89-951E-11BE-6C72-FA9641601A78}"/>
                  </a:ext>
                </a:extLst>
              </p:cNvPr>
              <p:cNvSpPr txBox="1"/>
              <p:nvPr/>
            </p:nvSpPr>
            <p:spPr>
              <a:xfrm>
                <a:off x="957676" y="4421108"/>
                <a:ext cx="2344616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Amplitute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=0.52 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[%]</m:t>
                      </m:r>
                    </m:oMath>
                  </m:oMathPara>
                </a14:m>
                <a:endParaRPr lang="en-US" altLang="ko-KR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Phase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=0.72 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deg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F4EA89-951E-11BE-6C72-FA9641601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76" y="4421108"/>
                <a:ext cx="2344616" cy="461665"/>
              </a:xfrm>
              <a:prstGeom prst="rect">
                <a:avLst/>
              </a:prstGeom>
              <a:blipFill>
                <a:blip r:embed="rId7"/>
                <a:stretch>
                  <a:fillRect l="-2078" r="-2078" b="-184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22B127-833B-7551-40BE-7FD2E2AA1266}"/>
                  </a:ext>
                </a:extLst>
              </p:cNvPr>
              <p:cNvSpPr txBox="1"/>
              <p:nvPr/>
            </p:nvSpPr>
            <p:spPr>
              <a:xfrm>
                <a:off x="4771545" y="4386663"/>
                <a:ext cx="238898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Amplitute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=0.66 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[%]</m:t>
                      </m:r>
                    </m:oMath>
                  </m:oMathPara>
                </a14:m>
                <a:endParaRPr lang="en-US" altLang="ko-KR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Phase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1.08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deg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8399E4-BD58-70E3-FE69-6545B475B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545" y="4386663"/>
                <a:ext cx="2388987" cy="461665"/>
              </a:xfrm>
              <a:prstGeom prst="rect">
                <a:avLst/>
              </a:prstGeom>
              <a:blipFill>
                <a:blip r:embed="rId9"/>
                <a:stretch>
                  <a:fillRect l="-1020" r="-102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2777B2-D1B1-DF88-43FF-EABAAC384DF4}"/>
                  </a:ext>
                </a:extLst>
              </p:cNvPr>
              <p:cNvSpPr txBox="1"/>
              <p:nvPr/>
            </p:nvSpPr>
            <p:spPr>
              <a:xfrm>
                <a:off x="8535796" y="4384476"/>
                <a:ext cx="238898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Amplitute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=1.31 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[%]</m:t>
                      </m:r>
                    </m:oMath>
                  </m:oMathPara>
                </a14:m>
                <a:endParaRPr lang="en-US" altLang="ko-KR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Phase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5.0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deg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4ECE24-F58F-C205-444D-717A32531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796" y="4384476"/>
                <a:ext cx="2388987" cy="461665"/>
              </a:xfrm>
              <a:prstGeom prst="rect">
                <a:avLst/>
              </a:prstGeom>
              <a:blipFill>
                <a:blip r:embed="rId10"/>
                <a:stretch>
                  <a:fillRect l="-1020" r="-1020" b="-184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라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B398BB-80B8-D6E0-FCAE-D9174E935139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7946947" y="1414514"/>
            <a:ext cx="3600000" cy="27000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36EC438-79F5-C275-9D68-EC382BD2577B}"/>
              </a:ext>
            </a:extLst>
          </p:cNvPr>
          <p:cNvGrpSpPr/>
          <p:nvPr/>
        </p:nvGrpSpPr>
        <p:grpSpPr>
          <a:xfrm>
            <a:off x="1763623" y="2197186"/>
            <a:ext cx="1520640" cy="1111680"/>
            <a:chOff x="1763623" y="2197186"/>
            <a:chExt cx="1520640" cy="11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2F412E3B-5D69-1CC3-08DC-349B0683376C}"/>
                    </a:ext>
                  </a:extLst>
                </p14:cNvPr>
                <p14:cNvContentPartPr/>
                <p14:nvPr/>
              </p14:nvContentPartPr>
              <p14:xfrm>
                <a:off x="1763623" y="2686426"/>
                <a:ext cx="462240" cy="62244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2F412E3B-5D69-1CC3-08DC-349B068337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54983" y="2677426"/>
                  <a:ext cx="47988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13705BF-F918-5294-1176-996F9E2AD653}"/>
                    </a:ext>
                  </a:extLst>
                </p14:cNvPr>
                <p14:cNvContentPartPr/>
                <p14:nvPr/>
              </p14:nvContentPartPr>
              <p14:xfrm>
                <a:off x="2707543" y="3097546"/>
                <a:ext cx="74160" cy="957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13705BF-F918-5294-1176-996F9E2AD6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98543" y="3088546"/>
                  <a:ext cx="91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334F96D-3100-617D-950C-DF5C3069DBBD}"/>
                    </a:ext>
                  </a:extLst>
                </p14:cNvPr>
                <p14:cNvContentPartPr/>
                <p14:nvPr/>
              </p14:nvContentPartPr>
              <p14:xfrm>
                <a:off x="2657863" y="2197186"/>
                <a:ext cx="626400" cy="6282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334F96D-3100-617D-950C-DF5C3069DB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49223" y="2188546"/>
                  <a:ext cx="644040" cy="64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F7826B39-1599-452B-E04E-203B34DC65AB}"/>
                  </a:ext>
                </a:extLst>
              </p14:cNvPr>
              <p14:cNvContentPartPr/>
              <p14:nvPr/>
            </p14:nvContentPartPr>
            <p14:xfrm>
              <a:off x="5345623" y="2417146"/>
              <a:ext cx="438840" cy="49248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F7826B39-1599-452B-E04E-203B34DC65A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36623" y="2408146"/>
                <a:ext cx="45648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FF061E43-593F-CE23-8046-7A5D73710CAF}"/>
                  </a:ext>
                </a:extLst>
              </p14:cNvPr>
              <p14:cNvContentPartPr/>
              <p14:nvPr/>
            </p14:nvContentPartPr>
            <p14:xfrm>
              <a:off x="6251743" y="3083506"/>
              <a:ext cx="24120" cy="936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FF061E43-593F-CE23-8046-7A5D73710CA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43103" y="3074506"/>
                <a:ext cx="41760" cy="2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CD0C1BCB-60B1-2E69-4E4E-4D2CCA94041B}"/>
              </a:ext>
            </a:extLst>
          </p:cNvPr>
          <p:cNvGrpSpPr/>
          <p:nvPr/>
        </p:nvGrpSpPr>
        <p:grpSpPr>
          <a:xfrm>
            <a:off x="6294583" y="2466466"/>
            <a:ext cx="485640" cy="378000"/>
            <a:chOff x="6294583" y="2466466"/>
            <a:chExt cx="48564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8E23720-4BF2-C528-3FDD-3D3D1FB0B39C}"/>
                    </a:ext>
                  </a:extLst>
                </p14:cNvPr>
                <p14:cNvContentPartPr/>
                <p14:nvPr/>
              </p14:nvContentPartPr>
              <p14:xfrm>
                <a:off x="6294583" y="2466466"/>
                <a:ext cx="421200" cy="3780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8E23720-4BF2-C528-3FDD-3D3D1FB0B3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85583" y="2457826"/>
                  <a:ext cx="4388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2EC3B0F-4FA6-81B0-5AE1-AC88A6CAE434}"/>
                    </a:ext>
                  </a:extLst>
                </p14:cNvPr>
                <p14:cNvContentPartPr/>
                <p14:nvPr/>
              </p14:nvContentPartPr>
              <p14:xfrm>
                <a:off x="6386383" y="2480506"/>
                <a:ext cx="393840" cy="997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2EC3B0F-4FA6-81B0-5AE1-AC88A6CAE43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77743" y="2471866"/>
                  <a:ext cx="41148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9A29913-86BF-F97B-0D87-865553CE109C}"/>
              </a:ext>
            </a:extLst>
          </p:cNvPr>
          <p:cNvGrpSpPr/>
          <p:nvPr/>
        </p:nvGrpSpPr>
        <p:grpSpPr>
          <a:xfrm>
            <a:off x="9139663" y="2282506"/>
            <a:ext cx="1124280" cy="822240"/>
            <a:chOff x="9139663" y="2282506"/>
            <a:chExt cx="1124280" cy="82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9DDBB98-4592-AC9C-46B3-87C0D61D9AE1}"/>
                    </a:ext>
                  </a:extLst>
                </p14:cNvPr>
                <p14:cNvContentPartPr/>
                <p14:nvPr/>
              </p14:nvContentPartPr>
              <p14:xfrm>
                <a:off x="9139663" y="2367106"/>
                <a:ext cx="289080" cy="2930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9DDBB98-4592-AC9C-46B3-87C0D61D9A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30663" y="2358466"/>
                  <a:ext cx="3067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41D182C0-6A24-3B1E-A8C5-A76837507A42}"/>
                    </a:ext>
                  </a:extLst>
                </p14:cNvPr>
                <p14:cNvContentPartPr/>
                <p14:nvPr/>
              </p14:nvContentPartPr>
              <p14:xfrm>
                <a:off x="9668503" y="2756986"/>
                <a:ext cx="22680" cy="241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41D182C0-6A24-3B1E-A8C5-A76837507A4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659863" y="2748346"/>
                  <a:ext cx="40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A1D6542-8D3A-B686-9085-2403063AA3E9}"/>
                    </a:ext>
                  </a:extLst>
                </p14:cNvPr>
                <p14:cNvContentPartPr/>
                <p14:nvPr/>
              </p14:nvContentPartPr>
              <p14:xfrm>
                <a:off x="9767863" y="2282506"/>
                <a:ext cx="114480" cy="3114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A1D6542-8D3A-B686-9085-2403063AA3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58863" y="2273506"/>
                  <a:ext cx="1321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1EA6117-0F16-16B2-BC09-DD081347DB92}"/>
                    </a:ext>
                  </a:extLst>
                </p14:cNvPr>
                <p14:cNvContentPartPr/>
                <p14:nvPr/>
              </p14:nvContentPartPr>
              <p14:xfrm>
                <a:off x="9838423" y="2289706"/>
                <a:ext cx="425520" cy="8150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1EA6117-0F16-16B2-BC09-DD081347DB9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29783" y="2280706"/>
                  <a:ext cx="443160" cy="83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9343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068AF-2D44-4C88-1AF5-F764D2C1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04944AD8-E21F-0F74-46EE-8AE46C201E98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BD4114D-BB18-1940-6D3E-5DE886D80B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2) Gimbal Modeling 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E8E412-3963-32A1-F6C3-7FD9F62B30A6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A. Frequency Response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6CEDE-853E-98ED-BDB4-6B65FAA84925}"/>
              </a:ext>
            </a:extLst>
          </p:cNvPr>
          <p:cNvSpPr txBox="1"/>
          <p:nvPr/>
        </p:nvSpPr>
        <p:spPr>
          <a:xfrm>
            <a:off x="358285" y="4856057"/>
            <a:ext cx="49181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[0.5Hz </a:t>
            </a:r>
            <a:r>
              <a:rPr lang="ko-KR" altLang="en-US" sz="1400" dirty="0">
                <a:latin typeface="+mn-ea"/>
              </a:rPr>
              <a:t>사인 분석</a:t>
            </a:r>
            <a:r>
              <a:rPr lang="en-US" altLang="ko-KR" sz="1400" dirty="0">
                <a:latin typeface="+mn-ea"/>
              </a:rPr>
              <a:t>]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1.DZ</a:t>
            </a:r>
          </a:p>
          <a:p>
            <a:pPr algn="ctr"/>
            <a:r>
              <a:rPr lang="en-US" altLang="ko-KR" sz="1400" dirty="0">
                <a:latin typeface="+mn-ea"/>
              </a:rPr>
              <a:t>2. </a:t>
            </a:r>
            <a:r>
              <a:rPr lang="ko-KR" altLang="en-US" sz="1400" dirty="0">
                <a:latin typeface="+mn-ea"/>
              </a:rPr>
              <a:t>절벽</a:t>
            </a:r>
            <a:endParaRPr lang="en-US" altLang="ko-KR" sz="1400" dirty="0">
              <a:latin typeface="+mn-ea"/>
            </a:endParaRPr>
          </a:p>
          <a:p>
            <a:pPr algn="ctr"/>
            <a:br>
              <a:rPr lang="en-US" altLang="ko-KR" sz="1400" dirty="0">
                <a:latin typeface="+mn-ea"/>
              </a:rPr>
            </a:br>
            <a:br>
              <a:rPr lang="en-US" altLang="ko-KR" sz="1400" dirty="0">
                <a:latin typeface="+mn-ea"/>
              </a:rPr>
            </a:b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55CE9-729E-4837-014D-D6ECCE298805}"/>
              </a:ext>
            </a:extLst>
          </p:cNvPr>
          <p:cNvSpPr txBox="1"/>
          <p:nvPr/>
        </p:nvSpPr>
        <p:spPr>
          <a:xfrm>
            <a:off x="5943854" y="4909696"/>
            <a:ext cx="69256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</a:t>
            </a:r>
            <a:r>
              <a:rPr lang="en-US" altLang="ko-KR" sz="1400" dirty="0" err="1">
                <a:latin typeface="+mn-ea"/>
              </a:rPr>
              <a:t>ftt</a:t>
            </a:r>
            <a:r>
              <a:rPr lang="en-US" altLang="ko-KR" sz="1400" dirty="0">
                <a:latin typeface="+mn-ea"/>
              </a:rPr>
              <a:t> ]</a:t>
            </a:r>
          </a:p>
          <a:p>
            <a:pPr marL="342900" indent="-342900" algn="ctr">
              <a:buAutoNum type="arabicPeriod"/>
            </a:pP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주파수 성분이 더 생긴다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</a:p>
          <a:p>
            <a:pPr marL="342900" indent="-342900" algn="ctr">
              <a:buAutoNum type="arabicPeriod"/>
            </a:pP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LPF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의 필요성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BA4FBB-B87A-E8B0-9348-1AAB02653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68" y="1528138"/>
            <a:ext cx="6029216" cy="31346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282FB11-1941-D810-C674-7A5675F38E5C}"/>
                  </a:ext>
                </a:extLst>
              </p14:cNvPr>
              <p14:cNvContentPartPr/>
              <p14:nvPr/>
            </p14:nvContentPartPr>
            <p14:xfrm>
              <a:off x="1514891" y="2516135"/>
              <a:ext cx="855720" cy="5850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282FB11-1941-D810-C674-7A5675F38E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5891" y="2507135"/>
                <a:ext cx="873360" cy="60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25477859-A75D-B10C-49FC-0FD2D9566078}"/>
              </a:ext>
            </a:extLst>
          </p:cNvPr>
          <p:cNvGrpSpPr/>
          <p:nvPr/>
        </p:nvGrpSpPr>
        <p:grpSpPr>
          <a:xfrm>
            <a:off x="3181331" y="2182775"/>
            <a:ext cx="2126880" cy="1123920"/>
            <a:chOff x="3181331" y="2182775"/>
            <a:chExt cx="2126880" cy="11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08BE7CA4-47B4-0FF0-32E4-123453CC766A}"/>
                    </a:ext>
                  </a:extLst>
                </p14:cNvPr>
                <p14:cNvContentPartPr/>
                <p14:nvPr/>
              </p14:nvContentPartPr>
              <p14:xfrm>
                <a:off x="3181331" y="3071615"/>
                <a:ext cx="86400" cy="2350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08BE7CA4-47B4-0FF0-32E4-123453CC76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72691" y="3062615"/>
                  <a:ext cx="1040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DCEA37C9-79D9-B309-15F0-65B9636B635A}"/>
                    </a:ext>
                  </a:extLst>
                </p14:cNvPr>
                <p14:cNvContentPartPr/>
                <p14:nvPr/>
              </p14:nvContentPartPr>
              <p14:xfrm>
                <a:off x="3224531" y="2182775"/>
                <a:ext cx="725040" cy="7981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DCEA37C9-79D9-B309-15F0-65B9636B63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15891" y="2174135"/>
                  <a:ext cx="74268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889A99D-5FD9-2679-1C5E-A137640A2D49}"/>
                    </a:ext>
                  </a:extLst>
                </p14:cNvPr>
                <p14:cNvContentPartPr/>
                <p14:nvPr/>
              </p14:nvContentPartPr>
              <p14:xfrm>
                <a:off x="3288611" y="2382935"/>
                <a:ext cx="636480" cy="1548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889A99D-5FD9-2679-1C5E-A137640A2D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79971" y="2373935"/>
                  <a:ext cx="654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B692BAC-0AA6-D28B-6747-F509998A49AF}"/>
                    </a:ext>
                  </a:extLst>
                </p14:cNvPr>
                <p14:cNvContentPartPr/>
                <p14:nvPr/>
              </p14:nvContentPartPr>
              <p14:xfrm>
                <a:off x="4048931" y="2380415"/>
                <a:ext cx="445320" cy="5097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B692BAC-0AA6-D28B-6747-F509998A49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39931" y="2371775"/>
                  <a:ext cx="46296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CE75E4E-A306-2DAF-98D3-6BCC5D32A311}"/>
                    </a:ext>
                  </a:extLst>
                </p14:cNvPr>
                <p14:cNvContentPartPr/>
                <p14:nvPr/>
              </p14:nvContentPartPr>
              <p14:xfrm>
                <a:off x="4586051" y="2260895"/>
                <a:ext cx="56880" cy="1281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CE75E4E-A306-2DAF-98D3-6BCC5D32A3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77051" y="2251895"/>
                  <a:ext cx="74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FFBA477-02C2-A475-9093-0DCEF478BB40}"/>
                    </a:ext>
                  </a:extLst>
                </p14:cNvPr>
                <p14:cNvContentPartPr/>
                <p14:nvPr/>
              </p14:nvContentPartPr>
              <p14:xfrm>
                <a:off x="4819691" y="2764535"/>
                <a:ext cx="29880" cy="1321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FFBA477-02C2-A475-9093-0DCEF478BB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11051" y="2755535"/>
                  <a:ext cx="475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3D25DB3-A078-1B0D-4351-75D762493835}"/>
                    </a:ext>
                  </a:extLst>
                </p14:cNvPr>
                <p14:cNvContentPartPr/>
                <p14:nvPr/>
              </p14:nvContentPartPr>
              <p14:xfrm>
                <a:off x="5039651" y="2544575"/>
                <a:ext cx="268560" cy="1587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3D25DB3-A078-1B0D-4351-75D76249383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30651" y="2535935"/>
                  <a:ext cx="286200" cy="176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4F76C295-F491-8B3A-21F8-A131A075F3C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97194" y="1433544"/>
            <a:ext cx="5878286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8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A12D-DBDF-FECB-CF25-107DC1BE8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8ACD12C3-CD20-A62C-14C2-1D197BE49269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C2DE172-8471-5601-CA34-D3BEB3074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2) Gimbal Modeling 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24F485-2344-D09B-5658-826FA8E6B2BB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B. Filtering Data(s)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83612-EBE3-732E-85E1-04E0E35AE706}"/>
              </a:ext>
            </a:extLst>
          </p:cNvPr>
          <p:cNvSpPr txBox="1"/>
          <p:nvPr/>
        </p:nvSpPr>
        <p:spPr>
          <a:xfrm>
            <a:off x="358285" y="4856057"/>
            <a:ext cx="49181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[Point </a:t>
            </a:r>
            <a:r>
              <a:rPr lang="ko-KR" altLang="en-US" sz="1400" dirty="0">
                <a:latin typeface="+mn-ea"/>
              </a:rPr>
              <a:t>별로 비선형 요소 제거</a:t>
            </a:r>
            <a:r>
              <a:rPr lang="en-US" altLang="ko-KR" sz="1400" dirty="0">
                <a:latin typeface="+mn-ea"/>
              </a:rPr>
              <a:t>]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1.</a:t>
            </a:r>
            <a:r>
              <a:rPr lang="ko-KR" altLang="en-US" sz="1400" dirty="0" err="1">
                <a:latin typeface="+mn-ea"/>
              </a:rPr>
              <a:t>결측치</a:t>
            </a:r>
            <a:r>
              <a:rPr lang="ko-KR" altLang="en-US" sz="1400" dirty="0">
                <a:latin typeface="+mn-ea"/>
              </a:rPr>
              <a:t> 제거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2. </a:t>
            </a:r>
          </a:p>
          <a:p>
            <a:pPr algn="ctr"/>
            <a:br>
              <a:rPr lang="en-US" altLang="ko-KR" sz="1400" dirty="0">
                <a:latin typeface="+mn-ea"/>
              </a:rPr>
            </a:br>
            <a:br>
              <a:rPr lang="en-US" altLang="ko-KR" sz="1400" dirty="0">
                <a:latin typeface="+mn-ea"/>
              </a:rPr>
            </a:b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6198C9-D83A-781B-061F-C811C493977A}"/>
              </a:ext>
            </a:extLst>
          </p:cNvPr>
          <p:cNvSpPr txBox="1"/>
          <p:nvPr/>
        </p:nvSpPr>
        <p:spPr>
          <a:xfrm>
            <a:off x="5943854" y="4909696"/>
            <a:ext cx="69256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</a:t>
            </a:r>
            <a:r>
              <a:rPr lang="en-US" altLang="ko-KR" sz="1400" dirty="0" err="1">
                <a:latin typeface="+mn-ea"/>
              </a:rPr>
              <a:t>ftt</a:t>
            </a:r>
            <a:r>
              <a:rPr lang="en-US" altLang="ko-KR" sz="1400" dirty="0">
                <a:latin typeface="+mn-ea"/>
              </a:rPr>
              <a:t> ]</a:t>
            </a:r>
          </a:p>
          <a:p>
            <a:pPr marL="342900" indent="-342900" algn="ctr">
              <a:buAutoNum type="arabicPeriod"/>
            </a:pP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주파수 성분이 더 생긴다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</a:p>
          <a:p>
            <a:pPr marL="342900" indent="-342900" algn="ctr">
              <a:buAutoNum type="arabicPeriod"/>
            </a:pP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LPF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의 필요성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20BDF3-AEC5-AF48-58D7-3727BDCA4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3" y="1472650"/>
            <a:ext cx="5833641" cy="32004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77C136D-5D8C-01E0-06A7-5AECBB6BD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09934"/>
            <a:ext cx="5848447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3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34FA7-4594-7A48-F9CD-A0D8F73E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C44BE40A-4426-9C40-6896-74543E9D7F57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59D7DFE-8655-48AF-61B2-62AA47961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2) Gimbal Modeling 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5CBC7A-BFE7-4611-8D5A-AC254349DDBF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B. Filtering Data(s)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C9E3C-3704-CA88-B0A4-A427B0DBECBE}"/>
              </a:ext>
            </a:extLst>
          </p:cNvPr>
          <p:cNvSpPr txBox="1"/>
          <p:nvPr/>
        </p:nvSpPr>
        <p:spPr>
          <a:xfrm>
            <a:off x="6376355" y="4844302"/>
            <a:ext cx="41442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</a:t>
            </a:r>
            <a:r>
              <a:rPr lang="en-US" altLang="ko-KR" sz="1400" dirty="0" err="1">
                <a:latin typeface="+mn-ea"/>
              </a:rPr>
              <a:t>ftt</a:t>
            </a:r>
            <a:r>
              <a:rPr lang="en-US" altLang="ko-KR" sz="1400" dirty="0">
                <a:latin typeface="+mn-ea"/>
              </a:rPr>
              <a:t> ]</a:t>
            </a:r>
          </a:p>
          <a:p>
            <a:pPr marL="342900" indent="-342900" algn="ctr">
              <a:buAutoNum type="arabicPeriod"/>
            </a:pPr>
            <a:r>
              <a:rPr lang="ko-KR" altLang="en-US" sz="1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안맞는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주파수 성분 위주로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</a:p>
          <a:p>
            <a:pPr marL="342900" indent="-342900" algn="ctr">
              <a:buAutoNum type="arabicPeriod"/>
            </a:pPr>
            <a:r>
              <a:rPr lang="ko-KR" altLang="en-US" sz="1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뒷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부분에서 차이가 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0F9FF1E-9BC1-874D-F682-1F7DDC797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5722"/>
            <a:ext cx="5848446" cy="32004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B27600F-9017-3F80-5196-BD0A2BECC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274" y="1395722"/>
            <a:ext cx="5848446" cy="3200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169BECA-2987-C09E-F6D8-49391E55239B}"/>
              </a:ext>
            </a:extLst>
          </p:cNvPr>
          <p:cNvSpPr txBox="1"/>
          <p:nvPr/>
        </p:nvSpPr>
        <p:spPr>
          <a:xfrm>
            <a:off x="852082" y="4973540"/>
            <a:ext cx="41442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</a:t>
            </a:r>
            <a:r>
              <a:rPr lang="en-US" altLang="ko-KR" sz="1400" dirty="0" err="1">
                <a:latin typeface="+mn-ea"/>
              </a:rPr>
              <a:t>ftt</a:t>
            </a:r>
            <a:r>
              <a:rPr lang="en-US" altLang="ko-KR" sz="1400" dirty="0">
                <a:latin typeface="+mn-ea"/>
              </a:rPr>
              <a:t> ]</a:t>
            </a:r>
          </a:p>
          <a:p>
            <a:pPr marL="342900" indent="-342900" algn="ctr">
              <a:buAutoNum type="arabicPeriod"/>
            </a:pP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전달함수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342900" indent="-342900" algn="ctr">
              <a:buAutoNum type="arabicPeriod"/>
            </a:pP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bandwidth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74DC114-DC1A-AA31-BB92-822E027E390D}"/>
              </a:ext>
            </a:extLst>
          </p:cNvPr>
          <p:cNvGrpSpPr/>
          <p:nvPr/>
        </p:nvGrpSpPr>
        <p:grpSpPr>
          <a:xfrm>
            <a:off x="1431290" y="1733160"/>
            <a:ext cx="4164300" cy="2470438"/>
            <a:chOff x="1431290" y="1733160"/>
            <a:chExt cx="4164300" cy="247043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0FEA9CCD-5AD1-2707-52E1-6518972C2E45}"/>
                    </a:ext>
                  </a:extLst>
                </p14:cNvPr>
                <p14:cNvContentPartPr/>
                <p14:nvPr/>
              </p14:nvContentPartPr>
              <p14:xfrm>
                <a:off x="1431290" y="2990038"/>
                <a:ext cx="658440" cy="54468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0FEA9CCD-5AD1-2707-52E1-6518972C2E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22290" y="2981038"/>
                  <a:ext cx="67608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F19E0A06-15C2-D8B6-5001-0B2FEE897502}"/>
                    </a:ext>
                  </a:extLst>
                </p14:cNvPr>
                <p14:cNvContentPartPr/>
                <p14:nvPr/>
              </p14:nvContentPartPr>
              <p14:xfrm>
                <a:off x="2144810" y="2908318"/>
                <a:ext cx="1440" cy="3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F19E0A06-15C2-D8B6-5001-0B2FEE8975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5810" y="2899318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C2FA7ACE-F503-EA0E-BAFC-3E71DEE0C0F2}"/>
                    </a:ext>
                  </a:extLst>
                </p14:cNvPr>
                <p14:cNvContentPartPr/>
                <p14:nvPr/>
              </p14:nvContentPartPr>
              <p14:xfrm>
                <a:off x="2174330" y="3109198"/>
                <a:ext cx="36360" cy="529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C2FA7ACE-F503-EA0E-BAFC-3E71DEE0C0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65330" y="3100558"/>
                  <a:ext cx="54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6F168A51-3E52-6103-BAA5-DC970882BC71}"/>
                    </a:ext>
                  </a:extLst>
                </p14:cNvPr>
                <p14:cNvContentPartPr/>
                <p14:nvPr/>
              </p14:nvContentPartPr>
              <p14:xfrm>
                <a:off x="2263610" y="2961598"/>
                <a:ext cx="210600" cy="810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6F168A51-3E52-6103-BAA5-DC970882BC7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54610" y="2952598"/>
                  <a:ext cx="228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B0CE575-1D97-20AD-B599-1040E29AD40D}"/>
                    </a:ext>
                  </a:extLst>
                </p14:cNvPr>
                <p14:cNvContentPartPr/>
                <p14:nvPr/>
              </p14:nvContentPartPr>
              <p14:xfrm>
                <a:off x="2263610" y="2797078"/>
                <a:ext cx="134280" cy="3326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B0CE575-1D97-20AD-B599-1040E29AD4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54610" y="2788078"/>
                  <a:ext cx="1519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B72E63B-FACF-18F1-A62C-83CD7F88948E}"/>
                    </a:ext>
                  </a:extLst>
                </p14:cNvPr>
                <p14:cNvContentPartPr/>
                <p14:nvPr/>
              </p14:nvContentPartPr>
              <p14:xfrm>
                <a:off x="2479250" y="2782318"/>
                <a:ext cx="167760" cy="2700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B72E63B-FACF-18F1-A62C-83CD7F88948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70610" y="2773318"/>
                  <a:ext cx="1854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41C433A-C2C1-A415-D048-3C1E10C04D18}"/>
                    </a:ext>
                  </a:extLst>
                </p14:cNvPr>
                <p14:cNvContentPartPr/>
                <p14:nvPr/>
              </p14:nvContentPartPr>
              <p14:xfrm>
                <a:off x="3111510" y="3877078"/>
                <a:ext cx="532800" cy="918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41C433A-C2C1-A415-D048-3C1E10C04D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2870" y="3868438"/>
                  <a:ext cx="550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F52718A-93EE-DBF6-516E-54D7491F4AB8}"/>
                    </a:ext>
                  </a:extLst>
                </p14:cNvPr>
                <p14:cNvContentPartPr/>
                <p14:nvPr/>
              </p14:nvContentPartPr>
              <p14:xfrm>
                <a:off x="3446310" y="3582238"/>
                <a:ext cx="402480" cy="6213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F52718A-93EE-DBF6-516E-54D7491F4AB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37310" y="3573238"/>
                  <a:ext cx="42012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75E8026-2B36-B303-E38E-2275E5F97706}"/>
                    </a:ext>
                  </a:extLst>
                </p14:cNvPr>
                <p14:cNvContentPartPr/>
                <p14:nvPr/>
              </p14:nvContentPartPr>
              <p14:xfrm>
                <a:off x="4018350" y="3759718"/>
                <a:ext cx="408600" cy="867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75E8026-2B36-B303-E38E-2275E5F977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09350" y="3750718"/>
                  <a:ext cx="426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14E0DAF-C3B8-4E7A-A925-1BE83DA59B60}"/>
                    </a:ext>
                  </a:extLst>
                </p14:cNvPr>
                <p14:cNvContentPartPr/>
                <p14:nvPr/>
              </p14:nvContentPartPr>
              <p14:xfrm>
                <a:off x="3979830" y="3158518"/>
                <a:ext cx="216720" cy="9248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14E0DAF-C3B8-4E7A-A925-1BE83DA59B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71190" y="3149878"/>
                  <a:ext cx="234360" cy="9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26A12DA-821F-4B12-DCAF-19050AD4F034}"/>
                    </a:ext>
                  </a:extLst>
                </p14:cNvPr>
                <p14:cNvContentPartPr/>
                <p14:nvPr/>
              </p14:nvContentPartPr>
              <p14:xfrm>
                <a:off x="3320390" y="2399791"/>
                <a:ext cx="497520" cy="5810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26A12DA-821F-4B12-DCAF-19050AD4F03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11750" y="2390791"/>
                  <a:ext cx="51516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3B0EFC5-FB70-B03F-E8A0-F78448B26AA9}"/>
                    </a:ext>
                  </a:extLst>
                </p14:cNvPr>
                <p14:cNvContentPartPr/>
                <p14:nvPr/>
              </p14:nvContentPartPr>
              <p14:xfrm>
                <a:off x="3938150" y="2753311"/>
                <a:ext cx="151560" cy="1800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3B0EFC5-FB70-B03F-E8A0-F78448B26A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29150" y="2744311"/>
                  <a:ext cx="169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BE4B4CB-A406-5DEE-DF70-92A1DAB6DD49}"/>
                    </a:ext>
                  </a:extLst>
                </p14:cNvPr>
                <p14:cNvContentPartPr/>
                <p14:nvPr/>
              </p14:nvContentPartPr>
              <p14:xfrm>
                <a:off x="4153430" y="2399791"/>
                <a:ext cx="177840" cy="4107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BE4B4CB-A406-5DEE-DF70-92A1DAB6DD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44430" y="2390791"/>
                  <a:ext cx="19548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CF36BC8-6C95-E0D8-8952-2536AA031359}"/>
                    </a:ext>
                  </a:extLst>
                </p14:cNvPr>
                <p14:cNvContentPartPr/>
                <p14:nvPr/>
              </p14:nvContentPartPr>
              <p14:xfrm>
                <a:off x="4409750" y="2228791"/>
                <a:ext cx="204120" cy="4856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CF36BC8-6C95-E0D8-8952-2536AA03135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01110" y="2219791"/>
                  <a:ext cx="22176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A013259-D03F-50E0-56DF-DC14C7D784F4}"/>
                    </a:ext>
                  </a:extLst>
                </p14:cNvPr>
                <p14:cNvContentPartPr/>
                <p14:nvPr/>
              </p14:nvContentPartPr>
              <p14:xfrm>
                <a:off x="4756790" y="2444431"/>
                <a:ext cx="67320" cy="1785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A013259-D03F-50E0-56DF-DC14C7D784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47790" y="2435791"/>
                  <a:ext cx="84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A11DA8E-E7A9-3B50-7838-360F2860906B}"/>
                    </a:ext>
                  </a:extLst>
                </p14:cNvPr>
                <p14:cNvContentPartPr/>
                <p14:nvPr/>
              </p14:nvContentPartPr>
              <p14:xfrm>
                <a:off x="4866950" y="2436871"/>
                <a:ext cx="372960" cy="2001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A11DA8E-E7A9-3B50-7838-360F2860906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57950" y="2427871"/>
                  <a:ext cx="3906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B84D216-6CE3-FA06-6403-0DD475599CF1}"/>
                    </a:ext>
                  </a:extLst>
                </p14:cNvPr>
                <p14:cNvContentPartPr/>
                <p14:nvPr/>
              </p14:nvContentPartPr>
              <p14:xfrm>
                <a:off x="5440070" y="2124391"/>
                <a:ext cx="14760" cy="687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B84D216-6CE3-FA06-6403-0DD475599C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1070" y="2115751"/>
                  <a:ext cx="32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0480D9F-4845-8601-81CD-8CB13B439254}"/>
                    </a:ext>
                  </a:extLst>
                </p14:cNvPr>
                <p14:cNvContentPartPr/>
                <p14:nvPr/>
              </p14:nvContentPartPr>
              <p14:xfrm>
                <a:off x="5573270" y="2577991"/>
                <a:ext cx="22320" cy="565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0480D9F-4845-8601-81CD-8CB13B43925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64270" y="2569351"/>
                  <a:ext cx="39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3FFFB02-271D-6ED8-BEF5-35EE1FCCDFEB}"/>
                    </a:ext>
                  </a:extLst>
                </p14:cNvPr>
                <p14:cNvContentPartPr/>
                <p14:nvPr/>
              </p14:nvContentPartPr>
              <p14:xfrm>
                <a:off x="2318910" y="1733160"/>
                <a:ext cx="109800" cy="5367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3FFFB02-271D-6ED8-BEF5-35EE1FCCDFE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09910" y="1724520"/>
                  <a:ext cx="1274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018820AB-F1B6-9E36-6249-03BC2963D51F}"/>
                    </a:ext>
                  </a:extLst>
                </p14:cNvPr>
                <p14:cNvContentPartPr/>
                <p14:nvPr/>
              </p14:nvContentPartPr>
              <p14:xfrm>
                <a:off x="2374710" y="1815960"/>
                <a:ext cx="593280" cy="3405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018820AB-F1B6-9E36-6249-03BC2963D5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65710" y="1806960"/>
                  <a:ext cx="6109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C79278F0-A021-93D5-76E7-07B2E0255D2A}"/>
                    </a:ext>
                  </a:extLst>
                </p14:cNvPr>
                <p14:cNvContentPartPr/>
                <p14:nvPr/>
              </p14:nvContentPartPr>
              <p14:xfrm>
                <a:off x="2993910" y="1879320"/>
                <a:ext cx="264600" cy="21636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C79278F0-A021-93D5-76E7-07B2E0255D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84910" y="1870680"/>
                  <a:ext cx="2822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4933C001-C236-8521-994E-C780AC09C40B}"/>
                    </a:ext>
                  </a:extLst>
                </p14:cNvPr>
                <p14:cNvContentPartPr/>
                <p14:nvPr/>
              </p14:nvContentPartPr>
              <p14:xfrm>
                <a:off x="3155910" y="1913520"/>
                <a:ext cx="642960" cy="7581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4933C001-C236-8521-994E-C780AC09C4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47270" y="1904880"/>
                  <a:ext cx="660600" cy="77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AF21CA5-0A54-3293-0908-193A1F3764FB}"/>
              </a:ext>
            </a:extLst>
          </p:cNvPr>
          <p:cNvGrpSpPr/>
          <p:nvPr/>
        </p:nvGrpSpPr>
        <p:grpSpPr>
          <a:xfrm>
            <a:off x="6903150" y="1638120"/>
            <a:ext cx="1036080" cy="718200"/>
            <a:chOff x="6903150" y="1638120"/>
            <a:chExt cx="1036080" cy="71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154DD0F3-7701-57F7-274E-708580836BC2}"/>
                    </a:ext>
                  </a:extLst>
                </p14:cNvPr>
                <p14:cNvContentPartPr/>
                <p14:nvPr/>
              </p14:nvContentPartPr>
              <p14:xfrm>
                <a:off x="6903150" y="1638120"/>
                <a:ext cx="51840" cy="71820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154DD0F3-7701-57F7-274E-708580836B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94510" y="1629480"/>
                  <a:ext cx="6948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C4B66FE2-0F35-C97C-2885-5B6D5BC590F4}"/>
                    </a:ext>
                  </a:extLst>
                </p14:cNvPr>
                <p14:cNvContentPartPr/>
                <p14:nvPr/>
              </p14:nvContentPartPr>
              <p14:xfrm>
                <a:off x="6917550" y="1695000"/>
                <a:ext cx="130320" cy="18684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C4B66FE2-0F35-C97C-2885-5B6D5BC590F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08910" y="1686360"/>
                  <a:ext cx="147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3844D13F-B911-84D6-3E07-FE5E29D8D61A}"/>
                    </a:ext>
                  </a:extLst>
                </p14:cNvPr>
                <p14:cNvContentPartPr/>
                <p14:nvPr/>
              </p14:nvContentPartPr>
              <p14:xfrm>
                <a:off x="7219590" y="1663320"/>
                <a:ext cx="196560" cy="31464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3844D13F-B911-84D6-3E07-FE5E29D8D6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10950" y="1654680"/>
                  <a:ext cx="2142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2236EA6C-CCA8-8AC4-2947-F601C3DA0F3A}"/>
                    </a:ext>
                  </a:extLst>
                </p14:cNvPr>
                <p14:cNvContentPartPr/>
                <p14:nvPr/>
              </p14:nvContentPartPr>
              <p14:xfrm>
                <a:off x="7455030" y="1850160"/>
                <a:ext cx="168480" cy="15840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2236EA6C-CCA8-8AC4-2947-F601C3DA0F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46390" y="1841160"/>
                  <a:ext cx="186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74D37BC1-09D1-C452-A51C-192B3754E6AE}"/>
                    </a:ext>
                  </a:extLst>
                </p14:cNvPr>
                <p14:cNvContentPartPr/>
                <p14:nvPr/>
              </p14:nvContentPartPr>
              <p14:xfrm>
                <a:off x="7593630" y="1834680"/>
                <a:ext cx="112680" cy="17100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74D37BC1-09D1-C452-A51C-192B3754E6A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84630" y="1826040"/>
                  <a:ext cx="1303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B37AAE71-9265-94A2-C1AC-544EC7F7D191}"/>
                    </a:ext>
                  </a:extLst>
                </p14:cNvPr>
                <p14:cNvContentPartPr/>
                <p14:nvPr/>
              </p14:nvContentPartPr>
              <p14:xfrm>
                <a:off x="7753110" y="1795080"/>
                <a:ext cx="186120" cy="16956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B37AAE71-9265-94A2-C1AC-544EC7F7D19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44470" y="1786440"/>
                  <a:ext cx="20376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B940E011-6FC3-1BE9-3692-223A27295185}"/>
                  </a:ext>
                </a:extLst>
              </p14:cNvPr>
              <p14:cNvContentPartPr/>
              <p14:nvPr/>
            </p14:nvContentPartPr>
            <p14:xfrm>
              <a:off x="2889150" y="5210760"/>
              <a:ext cx="1440" cy="2880"/>
            </p14:xfrm>
          </p:contentPart>
        </mc:Choice>
        <mc:Fallback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B940E011-6FC3-1BE9-3692-223A2729518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880150" y="5201760"/>
                <a:ext cx="19080" cy="2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2691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37731-1F63-16E6-DE18-28369778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8FD94706-B71F-BDF5-8256-DBF151B7425D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06A9724-7F79-C343-BBF5-85DDB0F145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2) Gimbal Modeling 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A9D715-0532-1D35-3E4D-AB396585E9C1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B. Filtering Data(s)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EB0AF1-135C-428F-AD2B-D0AFF8F79144}"/>
                  </a:ext>
                </a:extLst>
              </p:cNvPr>
              <p:cNvSpPr txBox="1"/>
              <p:nvPr/>
            </p:nvSpPr>
            <p:spPr>
              <a:xfrm>
                <a:off x="531749" y="1739832"/>
                <a:ext cx="11128502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500" b="1" dirty="0">
                    <a:latin typeface="+mn-ea"/>
                  </a:rPr>
                  <a:t>-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𝑮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(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𝒔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)</m:t>
                    </m:r>
                  </m:oMath>
                </a14:m>
                <a:r>
                  <a:rPr lang="en-US" altLang="ko-KR" sz="1500" b="1" dirty="0">
                    <a:latin typeface="+mn-ea"/>
                  </a:rPr>
                  <a:t> </a:t>
                </a:r>
                <a:endParaRPr lang="ko-KR" altLang="en-US" sz="1500" b="1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EB0AF1-135C-428F-AD2B-D0AFF8F79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49" y="1739832"/>
                <a:ext cx="11128502" cy="332912"/>
              </a:xfrm>
              <a:prstGeom prst="rect">
                <a:avLst/>
              </a:prstGeom>
              <a:blipFill>
                <a:blip r:embed="rId3"/>
                <a:stretch>
                  <a:fillRect l="-219" t="-1818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84A438-AF1E-3DD5-76CA-143CECAA06B6}"/>
                  </a:ext>
                </a:extLst>
              </p:cNvPr>
              <p:cNvSpPr txBox="1"/>
              <p:nvPr/>
            </p:nvSpPr>
            <p:spPr>
              <a:xfrm>
                <a:off x="5722350" y="2181855"/>
                <a:ext cx="6102484" cy="6386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  <m:t>𝑠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HY견고딕" panose="02030600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  <m:t>371.363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HY견고딕" panose="02030600000101010101" pitchFamily="18" charset="-127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  <m:t>+44.3466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  <m:t>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HY견고딕" panose="02030600000101010101" pitchFamily="18" charset="-127"/>
                            </a:rPr>
                            <m:t>+330.7459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84A438-AF1E-3DD5-76CA-143CECAA0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350" y="2181855"/>
                <a:ext cx="6102484" cy="6386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40182E72-5DC7-C836-E360-1E45E2733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991" y="2010720"/>
            <a:ext cx="5437559" cy="40781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338F700-FE30-8928-FB1F-0E793860CD1B}"/>
                  </a:ext>
                </a:extLst>
              </p14:cNvPr>
              <p14:cNvContentPartPr/>
              <p14:nvPr/>
            </p14:nvContentPartPr>
            <p14:xfrm>
              <a:off x="4213590" y="2127000"/>
              <a:ext cx="581760" cy="3398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338F700-FE30-8928-FB1F-0E793860CD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04950" y="2118360"/>
                <a:ext cx="59940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D5FDB66D-2D13-31E2-A5B6-BBD59F93206F}"/>
              </a:ext>
            </a:extLst>
          </p:cNvPr>
          <p:cNvGrpSpPr/>
          <p:nvPr/>
        </p:nvGrpSpPr>
        <p:grpSpPr>
          <a:xfrm>
            <a:off x="5160750" y="1936560"/>
            <a:ext cx="1256040" cy="518760"/>
            <a:chOff x="5160750" y="1936560"/>
            <a:chExt cx="1256040" cy="51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5D882B7-8CEE-91DC-EFC8-2506DDC2587A}"/>
                    </a:ext>
                  </a:extLst>
                </p14:cNvPr>
                <p14:cNvContentPartPr/>
                <p14:nvPr/>
              </p14:nvContentPartPr>
              <p14:xfrm>
                <a:off x="5160750" y="1968240"/>
                <a:ext cx="104400" cy="3931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5D882B7-8CEE-91DC-EFC8-2506DDC2587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52110" y="1959600"/>
                  <a:ext cx="1220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F76B0B8-DB5E-ED40-AE01-9226A860D3A4}"/>
                    </a:ext>
                  </a:extLst>
                </p14:cNvPr>
                <p14:cNvContentPartPr/>
                <p14:nvPr/>
              </p14:nvContentPartPr>
              <p14:xfrm>
                <a:off x="5416350" y="2166240"/>
                <a:ext cx="108720" cy="910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4F76B0B8-DB5E-ED40-AE01-9226A860D3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07710" y="2157240"/>
                  <a:ext cx="126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6265498-EAEE-CA7B-1CA6-4AA3657AF84A}"/>
                    </a:ext>
                  </a:extLst>
                </p14:cNvPr>
                <p14:cNvContentPartPr/>
                <p14:nvPr/>
              </p14:nvContentPartPr>
              <p14:xfrm>
                <a:off x="5270190" y="1985520"/>
                <a:ext cx="172800" cy="1040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6265498-EAEE-CA7B-1CA6-4AA3657AF8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61190" y="1976520"/>
                  <a:ext cx="190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27AD4D4-1714-D22F-F67F-42E28FE6025F}"/>
                    </a:ext>
                  </a:extLst>
                </p14:cNvPr>
                <p14:cNvContentPartPr/>
                <p14:nvPr/>
              </p14:nvContentPartPr>
              <p14:xfrm>
                <a:off x="5695710" y="2057160"/>
                <a:ext cx="19800" cy="3981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27AD4D4-1714-D22F-F67F-42E28FE602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87070" y="2048520"/>
                  <a:ext cx="374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F123F43-4620-7759-7AE3-F566B349DBFF}"/>
                    </a:ext>
                  </a:extLst>
                </p14:cNvPr>
                <p14:cNvContentPartPr/>
                <p14:nvPr/>
              </p14:nvContentPartPr>
              <p14:xfrm>
                <a:off x="5638470" y="2084520"/>
                <a:ext cx="83880" cy="1184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F123F43-4620-7759-7AE3-F566B349DB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29830" y="2075520"/>
                  <a:ext cx="101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48AFB3D-D0A8-F274-2DAB-3D0A7DC461EB}"/>
                    </a:ext>
                  </a:extLst>
                </p14:cNvPr>
                <p14:cNvContentPartPr/>
                <p14:nvPr/>
              </p14:nvContentPartPr>
              <p14:xfrm>
                <a:off x="5841870" y="1936560"/>
                <a:ext cx="75600" cy="2696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48AFB3D-D0A8-F274-2DAB-3D0A7DC461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33230" y="1927920"/>
                  <a:ext cx="932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91D9FD7-1228-011F-E989-022617039CBB}"/>
                    </a:ext>
                  </a:extLst>
                </p14:cNvPr>
                <p14:cNvContentPartPr/>
                <p14:nvPr/>
              </p14:nvContentPartPr>
              <p14:xfrm>
                <a:off x="6019710" y="2023320"/>
                <a:ext cx="132120" cy="2001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91D9FD7-1228-011F-E989-022617039CB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10710" y="2014320"/>
                  <a:ext cx="149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3F11965-FB35-1143-8AAD-F16BADA71140}"/>
                    </a:ext>
                  </a:extLst>
                </p14:cNvPr>
                <p14:cNvContentPartPr/>
                <p14:nvPr/>
              </p14:nvContentPartPr>
              <p14:xfrm>
                <a:off x="6188550" y="2050680"/>
                <a:ext cx="124200" cy="1548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3F11965-FB35-1143-8AAD-F16BADA711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79910" y="2042040"/>
                  <a:ext cx="141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64F7A9B-6333-D6F1-C9A2-F28B076C1A0D}"/>
                    </a:ext>
                  </a:extLst>
                </p14:cNvPr>
                <p14:cNvContentPartPr/>
                <p14:nvPr/>
              </p14:nvContentPartPr>
              <p14:xfrm>
                <a:off x="6311670" y="2017200"/>
                <a:ext cx="105120" cy="1656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364F7A9B-6333-D6F1-C9A2-F28B076C1A0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03030" y="2008200"/>
                  <a:ext cx="1227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97850FE-E448-87B9-D591-E58E45EEC94F}"/>
                    </a:ext>
                  </a:extLst>
                </p14:cNvPr>
                <p14:cNvContentPartPr/>
                <p14:nvPr/>
              </p14:nvContentPartPr>
              <p14:xfrm>
                <a:off x="6057870" y="2010720"/>
                <a:ext cx="98640" cy="849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97850FE-E448-87B9-D591-E58E45EEC94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49230" y="2002080"/>
                  <a:ext cx="11628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519A56-F804-10E1-052D-E4B8465E9788}"/>
                  </a:ext>
                </a:extLst>
              </p:cNvPr>
              <p:cNvSpPr txBox="1"/>
              <p:nvPr/>
            </p:nvSpPr>
            <p:spPr>
              <a:xfrm>
                <a:off x="5695710" y="3145799"/>
                <a:ext cx="6102484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𝑏𝑎𝑛𝑑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519A56-F804-10E1-052D-E4B8465E9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710" y="3145799"/>
                <a:ext cx="6102484" cy="37452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922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E94C-7663-F742-842F-9657D438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F9DE9D61-851F-5974-C9B3-B01061EBC86C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1E046D0-E7CB-FF30-F361-90BB8C7C11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1) Motor Dynamics Modeling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DB4278-E4E6-3EBB-2923-A017C089F5AD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E. Validation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658ABC-0B0A-6C0B-AF87-5BDABA62B247}"/>
                  </a:ext>
                </a:extLst>
              </p:cNvPr>
              <p:cNvSpPr txBox="1"/>
              <p:nvPr/>
            </p:nvSpPr>
            <p:spPr>
              <a:xfrm>
                <a:off x="531749" y="5116103"/>
                <a:ext cx="111285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+mn-ea"/>
                  </a:rPr>
                  <a:t>[The output voltage of the command voltage at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0.2 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altLang="ko-KR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altLang="ko-KR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.0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altLang="ko-KR" dirty="0">
                    <a:latin typeface="+mn-ea"/>
                  </a:rPr>
                  <a:t>]</a:t>
                </a:r>
                <a:endParaRPr lang="ko-KR" altLang="en-US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658ABC-0B0A-6C0B-AF87-5BDABA62B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49" y="5116103"/>
                <a:ext cx="11128502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D9460B-A619-1BDE-A425-5067384FF200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79602" y="1557231"/>
            <a:ext cx="3600000" cy="273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33B097-98FF-CF65-C9C7-8F618BF85B0C}"/>
                  </a:ext>
                </a:extLst>
              </p:cNvPr>
              <p:cNvSpPr txBox="1"/>
              <p:nvPr/>
            </p:nvSpPr>
            <p:spPr>
              <a:xfrm>
                <a:off x="594449" y="5626123"/>
                <a:ext cx="11003101" cy="580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Amplitute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[%]=</m:t>
                    </m:r>
                    <m:f>
                      <m:f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</m:sub>
                            </m:s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𝑚𝑜𝑑𝑒𝑙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den>
                    </m:f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r>
                  <a:rPr lang="en-US" altLang="ko-KR" dirty="0"/>
                  <a:t>,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0">
                        <a:latin typeface="Cambria Math" panose="02040503050406030204" pitchFamily="18" charset="0"/>
                      </a:rPr>
                      <m:t>Phase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deg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=360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˚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33B097-98FF-CF65-C9C7-8F618BF85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49" y="5626123"/>
                <a:ext cx="11003101" cy="5800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6A769E-9DC6-63E8-D123-B3D9BFF904DB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143853" y="1557231"/>
            <a:ext cx="3600000" cy="273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0B1D95-4EE5-CD68-53A0-27AE92881F91}"/>
                  </a:ext>
                </a:extLst>
              </p:cNvPr>
              <p:cNvSpPr txBox="1"/>
              <p:nvPr/>
            </p:nvSpPr>
            <p:spPr>
              <a:xfrm>
                <a:off x="1007294" y="4384476"/>
                <a:ext cx="234461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Amplitute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=0.52 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[%]</m:t>
                      </m:r>
                    </m:oMath>
                  </m:oMathPara>
                </a14:m>
                <a:endParaRPr lang="en-US" altLang="ko-KR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Phase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=0.72 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deg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0B1D95-4EE5-CD68-53A0-27AE92881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94" y="4384476"/>
                <a:ext cx="2344616" cy="461665"/>
              </a:xfrm>
              <a:prstGeom prst="rect">
                <a:avLst/>
              </a:prstGeom>
              <a:blipFill>
                <a:blip r:embed="rId8"/>
                <a:stretch>
                  <a:fillRect l="-2078" r="-2078" b="-184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8399E4-BD58-70E3-FE69-6545B475BB76}"/>
                  </a:ext>
                </a:extLst>
              </p:cNvPr>
              <p:cNvSpPr txBox="1"/>
              <p:nvPr/>
            </p:nvSpPr>
            <p:spPr>
              <a:xfrm>
                <a:off x="4771545" y="4386663"/>
                <a:ext cx="238898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Amplitute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=0.66 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[%]</m:t>
                      </m:r>
                    </m:oMath>
                  </m:oMathPara>
                </a14:m>
                <a:endParaRPr lang="en-US" altLang="ko-KR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Phase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1.08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deg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8399E4-BD58-70E3-FE69-6545B475B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545" y="4386663"/>
                <a:ext cx="2388987" cy="461665"/>
              </a:xfrm>
              <a:prstGeom prst="rect">
                <a:avLst/>
              </a:prstGeom>
              <a:blipFill>
                <a:blip r:embed="rId9"/>
                <a:stretch>
                  <a:fillRect l="-1020" r="-102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4ECE24-F58F-C205-444D-717A3253121C}"/>
                  </a:ext>
                </a:extLst>
              </p:cNvPr>
              <p:cNvSpPr txBox="1"/>
              <p:nvPr/>
            </p:nvSpPr>
            <p:spPr>
              <a:xfrm>
                <a:off x="8535796" y="4384476"/>
                <a:ext cx="238898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Amplitute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=1.31 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[%]</m:t>
                      </m:r>
                    </m:oMath>
                  </m:oMathPara>
                </a14:m>
                <a:endParaRPr lang="en-US" altLang="ko-KR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Phase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altLang="ko-KR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500" b="0" i="1" smtClean="0">
                          <a:latin typeface="Cambria Math" panose="02040503050406030204" pitchFamily="18" charset="0"/>
                        </a:rPr>
                        <m:t>5.0</m:t>
                      </m:r>
                      <m:r>
                        <a:rPr lang="en-US" altLang="ko-KR" sz="1500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sz="1500">
                          <a:latin typeface="Cambria Math" panose="02040503050406030204" pitchFamily="18" charset="0"/>
                        </a:rPr>
                        <m:t>deg</m:t>
                      </m:r>
                      <m:r>
                        <a:rPr lang="en-US" altLang="ko-KR" sz="15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4ECE24-F58F-C205-444D-717A32531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796" y="4384476"/>
                <a:ext cx="2388987" cy="461665"/>
              </a:xfrm>
              <a:prstGeom prst="rect">
                <a:avLst/>
              </a:prstGeom>
              <a:blipFill>
                <a:blip r:embed="rId10"/>
                <a:stretch>
                  <a:fillRect l="-1020" r="-1020" b="-184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라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1FB225-482C-BE0A-26C3-328F9866D60E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7930289" y="1557231"/>
            <a:ext cx="3600000" cy="2700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2ECB67BE-D665-DC1C-73B4-C8C2407FE9C9}"/>
                  </a:ext>
                </a:extLst>
              </p14:cNvPr>
              <p14:cNvContentPartPr/>
              <p14:nvPr/>
            </p14:nvContentPartPr>
            <p14:xfrm>
              <a:off x="1085610" y="2371850"/>
              <a:ext cx="242280" cy="3628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2ECB67BE-D665-DC1C-73B4-C8C2407FE9C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76970" y="2362850"/>
                <a:ext cx="25992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35E0349-FD6B-0606-04E9-AE4BFDAC72BF}"/>
                  </a:ext>
                </a:extLst>
              </p14:cNvPr>
              <p14:cNvContentPartPr/>
              <p14:nvPr/>
            </p14:nvContentPartPr>
            <p14:xfrm>
              <a:off x="1314210" y="2452850"/>
              <a:ext cx="324720" cy="680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35E0349-FD6B-0606-04E9-AE4BFDAC72B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05570" y="2443850"/>
                <a:ext cx="342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DAE53644-B131-1469-657F-F8E1D2CCF036}"/>
                  </a:ext>
                </a:extLst>
              </p14:cNvPr>
              <p14:cNvContentPartPr/>
              <p14:nvPr/>
            </p14:nvContentPartPr>
            <p14:xfrm>
              <a:off x="1708050" y="2069810"/>
              <a:ext cx="93600" cy="3722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DAE53644-B131-1469-657F-F8E1D2CCF03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99410" y="2061170"/>
                <a:ext cx="11124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7E5A88CD-ADAD-9F04-8516-0BCEFBB835A3}"/>
                  </a:ext>
                </a:extLst>
              </p14:cNvPr>
              <p14:cNvContentPartPr/>
              <p14:nvPr/>
            </p14:nvContentPartPr>
            <p14:xfrm>
              <a:off x="1606170" y="2188610"/>
              <a:ext cx="223200" cy="9792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7E5A88CD-ADAD-9F04-8516-0BCEFBB835A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97530" y="2179610"/>
                <a:ext cx="24084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571EA252-B3A2-EF48-D26F-696C24F764F5}"/>
                  </a:ext>
                </a:extLst>
              </p14:cNvPr>
              <p14:cNvContentPartPr/>
              <p14:nvPr/>
            </p14:nvContentPartPr>
            <p14:xfrm>
              <a:off x="1453890" y="2825450"/>
              <a:ext cx="634680" cy="18792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571EA252-B3A2-EF48-D26F-696C24F764F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45250" y="2816810"/>
                <a:ext cx="6523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F09843CB-F352-B2DD-453E-8C2AF96781B4}"/>
                  </a:ext>
                </a:extLst>
              </p14:cNvPr>
              <p14:cNvContentPartPr/>
              <p14:nvPr/>
            </p14:nvContentPartPr>
            <p14:xfrm>
              <a:off x="2105490" y="2052530"/>
              <a:ext cx="244800" cy="16992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F09843CB-F352-B2DD-453E-8C2AF96781B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96850" y="2043530"/>
                <a:ext cx="2624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A81AE3EC-A84B-C6F6-DF6A-8318478EE9FA}"/>
                  </a:ext>
                </a:extLst>
              </p14:cNvPr>
              <p14:cNvContentPartPr/>
              <p14:nvPr/>
            </p14:nvContentPartPr>
            <p14:xfrm>
              <a:off x="2084970" y="2146130"/>
              <a:ext cx="621360" cy="37332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A81AE3EC-A84B-C6F6-DF6A-8318478EE9F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76330" y="2137490"/>
                <a:ext cx="63900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308F6C5A-8CDE-A85C-553B-F726241B1EC2}"/>
                  </a:ext>
                </a:extLst>
              </p14:cNvPr>
              <p14:cNvContentPartPr/>
              <p14:nvPr/>
            </p14:nvContentPartPr>
            <p14:xfrm>
              <a:off x="2702370" y="1942730"/>
              <a:ext cx="482760" cy="58680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308F6C5A-8CDE-A85C-553B-F726241B1EC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93730" y="1934090"/>
                <a:ext cx="500400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682D3AE3-3874-F0D1-659F-6A9745C36EC2}"/>
                  </a:ext>
                </a:extLst>
              </p14:cNvPr>
              <p14:cNvContentPartPr/>
              <p14:nvPr/>
            </p14:nvContentPartPr>
            <p14:xfrm>
              <a:off x="2399970" y="2677490"/>
              <a:ext cx="461880" cy="49140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682D3AE3-3874-F0D1-659F-6A9745C36EC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391330" y="2668850"/>
                <a:ext cx="47952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F765AF30-F936-B452-F9FE-F98A71B5ED3C}"/>
                  </a:ext>
                </a:extLst>
              </p14:cNvPr>
              <p14:cNvContentPartPr/>
              <p14:nvPr/>
            </p14:nvContentPartPr>
            <p14:xfrm>
              <a:off x="3346050" y="2079530"/>
              <a:ext cx="380520" cy="72144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F765AF30-F936-B452-F9FE-F98A71B5ED3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337410" y="2070530"/>
                <a:ext cx="398160" cy="73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15592D5A-70EB-041F-FF5E-FDC72B1DA053}"/>
                  </a:ext>
                </a:extLst>
              </p14:cNvPr>
              <p14:cNvContentPartPr/>
              <p14:nvPr/>
            </p14:nvContentPartPr>
            <p14:xfrm>
              <a:off x="3714330" y="2349170"/>
              <a:ext cx="418680" cy="37044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15592D5A-70EB-041F-FF5E-FDC72B1DA05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05690" y="2340530"/>
                <a:ext cx="43632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0B52BB97-EC46-BD5A-B228-76E756AAD027}"/>
                  </a:ext>
                </a:extLst>
              </p14:cNvPr>
              <p14:cNvContentPartPr/>
              <p14:nvPr/>
            </p14:nvContentPartPr>
            <p14:xfrm>
              <a:off x="3487530" y="3039290"/>
              <a:ext cx="555480" cy="246960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0B52BB97-EC46-BD5A-B228-76E756AAD02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478530" y="3030650"/>
                <a:ext cx="5731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4BB72DC7-F5A4-4E66-7110-109B2D03DA9D}"/>
                  </a:ext>
                </a:extLst>
              </p14:cNvPr>
              <p14:cNvContentPartPr/>
              <p14:nvPr/>
            </p14:nvContentPartPr>
            <p14:xfrm>
              <a:off x="4497690" y="2171330"/>
              <a:ext cx="189000" cy="40680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4BB72DC7-F5A4-4E66-7110-109B2D03DA9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488690" y="2162690"/>
                <a:ext cx="20664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FA960D2E-89EF-E836-4F46-ED84E5079A4A}"/>
                  </a:ext>
                </a:extLst>
              </p14:cNvPr>
              <p14:cNvContentPartPr/>
              <p14:nvPr/>
            </p14:nvContentPartPr>
            <p14:xfrm>
              <a:off x="3890370" y="2336570"/>
              <a:ext cx="970560" cy="668880"/>
            </p14:xfrm>
          </p:contentPart>
        </mc:Choice>
        <mc:Fallback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FA960D2E-89EF-E836-4F46-ED84E5079A4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881730" y="2327930"/>
                <a:ext cx="988200" cy="68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4655A5A2-2FDF-BA66-DFF9-719B482E70FB}"/>
                  </a:ext>
                </a:extLst>
              </p14:cNvPr>
              <p14:cNvContentPartPr/>
              <p14:nvPr/>
            </p14:nvContentPartPr>
            <p14:xfrm>
              <a:off x="4684530" y="2723930"/>
              <a:ext cx="103320" cy="48312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4655A5A2-2FDF-BA66-DFF9-719B482E70F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675890" y="2715290"/>
                <a:ext cx="120960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1A4770C5-6025-86B5-711C-2A3DC5777617}"/>
                  </a:ext>
                </a:extLst>
              </p14:cNvPr>
              <p14:cNvContentPartPr/>
              <p14:nvPr/>
            </p14:nvContentPartPr>
            <p14:xfrm>
              <a:off x="5473290" y="2247650"/>
              <a:ext cx="91800" cy="16200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1A4770C5-6025-86B5-711C-2A3DC577761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464650" y="2239010"/>
                <a:ext cx="10944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372FD273-B123-D9D7-D75A-849A423C121F}"/>
                  </a:ext>
                </a:extLst>
              </p14:cNvPr>
              <p14:cNvContentPartPr/>
              <p14:nvPr/>
            </p14:nvContentPartPr>
            <p14:xfrm>
              <a:off x="5556090" y="2221010"/>
              <a:ext cx="264600" cy="38628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372FD273-B123-D9D7-D75A-849A423C121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547450" y="2212370"/>
                <a:ext cx="28224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64D8CA05-B7A3-3B8E-5439-8D83480887BD}"/>
                  </a:ext>
                </a:extLst>
              </p14:cNvPr>
              <p14:cNvContentPartPr/>
              <p14:nvPr/>
            </p14:nvContentPartPr>
            <p14:xfrm>
              <a:off x="5835450" y="2210210"/>
              <a:ext cx="200160" cy="19008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64D8CA05-B7A3-3B8E-5439-8D83480887B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826810" y="2201570"/>
                <a:ext cx="2178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1CC92715-82B2-3C0D-EB58-6549E3C8AE89}"/>
                  </a:ext>
                </a:extLst>
              </p14:cNvPr>
              <p14:cNvContentPartPr/>
              <p14:nvPr/>
            </p14:nvContentPartPr>
            <p14:xfrm>
              <a:off x="6033090" y="2139650"/>
              <a:ext cx="75960" cy="67644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1CC92715-82B2-3C0D-EB58-6549E3C8AE8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024090" y="2131010"/>
                <a:ext cx="93600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53827F9C-AAC6-367F-2B4F-635A7B267288}"/>
                  </a:ext>
                </a:extLst>
              </p14:cNvPr>
              <p14:cNvContentPartPr/>
              <p14:nvPr/>
            </p14:nvContentPartPr>
            <p14:xfrm>
              <a:off x="5886210" y="2825450"/>
              <a:ext cx="479880" cy="13392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53827F9C-AAC6-367F-2B4F-635A7B26728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877570" y="2816810"/>
                <a:ext cx="4975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6084D46B-49A2-E6CF-A4D4-D356D30B3CE0}"/>
                  </a:ext>
                </a:extLst>
              </p14:cNvPr>
              <p14:cNvContentPartPr/>
              <p14:nvPr/>
            </p14:nvContentPartPr>
            <p14:xfrm>
              <a:off x="6286170" y="2295890"/>
              <a:ext cx="206280" cy="18360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6084D46B-49A2-E6CF-A4D4-D356D30B3CE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277170" y="2287250"/>
                <a:ext cx="2239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60EDCAA3-6E06-7E9E-6BA9-71DEEB0E6553}"/>
                  </a:ext>
                </a:extLst>
              </p14:cNvPr>
              <p14:cNvContentPartPr/>
              <p14:nvPr/>
            </p14:nvContentPartPr>
            <p14:xfrm>
              <a:off x="6578130" y="2044250"/>
              <a:ext cx="91440" cy="389160"/>
            </p14:xfrm>
          </p:contentPart>
        </mc:Choice>
        <mc:Fallback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60EDCAA3-6E06-7E9E-6BA9-71DEEB0E655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569490" y="2035610"/>
                <a:ext cx="10908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5DD67128-FEE6-5883-4292-E0CC6503F5AA}"/>
                  </a:ext>
                </a:extLst>
              </p14:cNvPr>
              <p14:cNvContentPartPr/>
              <p14:nvPr/>
            </p14:nvContentPartPr>
            <p14:xfrm>
              <a:off x="6514410" y="2463650"/>
              <a:ext cx="185760" cy="246960"/>
            </p14:xfrm>
          </p:contentPart>
        </mc:Choice>
        <mc:Fallback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5DD67128-FEE6-5883-4292-E0CC6503F5A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505770" y="2455010"/>
                <a:ext cx="2034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949D206B-292E-B963-A674-B6DA145255A0}"/>
                  </a:ext>
                </a:extLst>
              </p14:cNvPr>
              <p14:cNvContentPartPr/>
              <p14:nvPr/>
            </p14:nvContentPartPr>
            <p14:xfrm>
              <a:off x="6673530" y="2176010"/>
              <a:ext cx="191160" cy="235440"/>
            </p14:xfrm>
          </p:contentPart>
        </mc:Choice>
        <mc:Fallback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949D206B-292E-B963-A674-B6DA145255A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664890" y="2167010"/>
                <a:ext cx="2088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EE5C1B74-982B-27A5-344A-DC8F2095D4B1}"/>
                  </a:ext>
                </a:extLst>
              </p14:cNvPr>
              <p14:cNvContentPartPr/>
              <p14:nvPr/>
            </p14:nvContentPartPr>
            <p14:xfrm>
              <a:off x="6902130" y="2122370"/>
              <a:ext cx="96480" cy="49320"/>
            </p14:xfrm>
          </p:contentPart>
        </mc:Choice>
        <mc:Fallback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EE5C1B74-982B-27A5-344A-DC8F2095D4B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893490" y="2113730"/>
                <a:ext cx="1141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ACA9EDB3-FB2C-A833-0CE6-19DEA547DCD3}"/>
                  </a:ext>
                </a:extLst>
              </p14:cNvPr>
              <p14:cNvContentPartPr/>
              <p14:nvPr/>
            </p14:nvContentPartPr>
            <p14:xfrm>
              <a:off x="7016250" y="2006450"/>
              <a:ext cx="64080" cy="463680"/>
            </p14:xfrm>
          </p:contentPart>
        </mc:Choice>
        <mc:Fallback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ACA9EDB3-FB2C-A833-0CE6-19DEA547DCD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007610" y="1997810"/>
                <a:ext cx="8172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B891F416-E87C-E912-C7A3-F0F09D802518}"/>
                  </a:ext>
                </a:extLst>
              </p14:cNvPr>
              <p14:cNvContentPartPr/>
              <p14:nvPr/>
            </p14:nvContentPartPr>
            <p14:xfrm>
              <a:off x="7829490" y="1904570"/>
              <a:ext cx="580320" cy="980280"/>
            </p14:xfrm>
          </p:contentPart>
        </mc:Choice>
        <mc:Fallback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B891F416-E87C-E912-C7A3-F0F09D80251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820490" y="1895930"/>
                <a:ext cx="597960" cy="9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03E031FA-3EC8-DAD4-A00E-2C255F383783}"/>
                  </a:ext>
                </a:extLst>
              </p14:cNvPr>
              <p14:cNvContentPartPr/>
              <p14:nvPr/>
            </p14:nvContentPartPr>
            <p14:xfrm>
              <a:off x="8459490" y="2565170"/>
              <a:ext cx="115920" cy="195120"/>
            </p14:xfrm>
          </p:contentPart>
        </mc:Choice>
        <mc:Fallback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03E031FA-3EC8-DAD4-A00E-2C255F38378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450850" y="2556530"/>
                <a:ext cx="1335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2A2FBF2B-6CC5-FB73-1B04-3A96FA831A6E}"/>
                  </a:ext>
                </a:extLst>
              </p14:cNvPr>
              <p14:cNvContentPartPr/>
              <p14:nvPr/>
            </p14:nvContentPartPr>
            <p14:xfrm>
              <a:off x="8858010" y="2076290"/>
              <a:ext cx="103680" cy="53424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2A2FBF2B-6CC5-FB73-1B04-3A96FA831A6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849370" y="2067650"/>
                <a:ext cx="12132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88D40A5C-EF4F-C09B-F7C4-E5ABE523B607}"/>
                  </a:ext>
                </a:extLst>
              </p14:cNvPr>
              <p14:cNvContentPartPr/>
              <p14:nvPr/>
            </p14:nvContentPartPr>
            <p14:xfrm>
              <a:off x="9274890" y="2196890"/>
              <a:ext cx="216000" cy="595440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88D40A5C-EF4F-C09B-F7C4-E5ABE523B60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266250" y="2188250"/>
                <a:ext cx="233640" cy="61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88ADF20B-E347-9A6A-177C-D1A71DFBF028}"/>
                  </a:ext>
                </a:extLst>
              </p14:cNvPr>
              <p14:cNvContentPartPr/>
              <p14:nvPr/>
            </p14:nvContentPartPr>
            <p14:xfrm>
              <a:off x="9602490" y="2171330"/>
              <a:ext cx="290520" cy="419040"/>
            </p14:xfrm>
          </p:contentPart>
        </mc:Choice>
        <mc:Fallback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88ADF20B-E347-9A6A-177C-D1A71DFBF028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593490" y="2162690"/>
                <a:ext cx="30816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BC4A7882-8E30-C8F9-E514-FAE2A40058C6}"/>
                  </a:ext>
                </a:extLst>
              </p14:cNvPr>
              <p14:cNvContentPartPr/>
              <p14:nvPr/>
            </p14:nvContentPartPr>
            <p14:xfrm>
              <a:off x="9988410" y="2088890"/>
              <a:ext cx="487440" cy="415080"/>
            </p14:xfrm>
          </p:contentPart>
        </mc:Choice>
        <mc:Fallback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BC4A7882-8E30-C8F9-E514-FAE2A40058C6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979410" y="2080250"/>
                <a:ext cx="50508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A4B847E0-408F-F9F3-E432-B602C7E84D9D}"/>
                  </a:ext>
                </a:extLst>
              </p14:cNvPr>
              <p14:cNvContentPartPr/>
              <p14:nvPr/>
            </p14:nvContentPartPr>
            <p14:xfrm>
              <a:off x="10712370" y="2558690"/>
              <a:ext cx="360" cy="360"/>
            </p14:xfrm>
          </p:contentPart>
        </mc:Choice>
        <mc:Fallback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A4B847E0-408F-F9F3-E432-B602C7E84D9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703370" y="255005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2036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5FB1E-344B-85FC-C8F5-41FAD745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3C97A531-F1BF-36AA-F4D8-6F8B027D0B89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1E5C9FC-F7DB-0F9F-32FB-0A7D6F79B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2) Gimbal Modeling 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E40C85-C13A-3C49-DA96-E4D7479C76D2}"/>
              </a:ext>
            </a:extLst>
          </p:cNvPr>
          <p:cNvSpPr txBox="1"/>
          <p:nvPr/>
        </p:nvSpPr>
        <p:spPr>
          <a:xfrm>
            <a:off x="137667" y="1093914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Pulse response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E8AB-3595-E114-D242-A4662199E8DA}"/>
              </a:ext>
            </a:extLst>
          </p:cNvPr>
          <p:cNvSpPr txBox="1"/>
          <p:nvPr/>
        </p:nvSpPr>
        <p:spPr>
          <a:xfrm>
            <a:off x="7647902" y="4477409"/>
            <a:ext cx="49181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[Pulse response]</a:t>
            </a:r>
            <a:br>
              <a:rPr lang="en-US" altLang="ko-KR" sz="1400" dirty="0">
                <a:latin typeface="+mn-ea"/>
              </a:rPr>
            </a:br>
            <a:r>
              <a:rPr lang="en-US" altLang="ko-KR" sz="1400" dirty="0">
                <a:latin typeface="+mn-ea"/>
              </a:rPr>
              <a:t>1. </a:t>
            </a:r>
            <a:r>
              <a:rPr lang="ko-KR" altLang="en-US" sz="1400" dirty="0">
                <a:latin typeface="+mn-ea"/>
              </a:rPr>
              <a:t>낙관적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2. Steady </a:t>
            </a:r>
            <a:r>
              <a:rPr lang="en-US" altLang="ko-KR" sz="1400" dirty="0" err="1">
                <a:latin typeface="+mn-ea"/>
              </a:rPr>
              <a:t>stae</a:t>
            </a:r>
            <a:r>
              <a:rPr lang="en-US" altLang="ko-KR" sz="1400" dirty="0">
                <a:latin typeface="+mn-ea"/>
              </a:rPr>
              <a:t> error exist</a:t>
            </a:r>
          </a:p>
          <a:p>
            <a:pPr algn="ctr"/>
            <a:r>
              <a:rPr lang="en-US" altLang="ko-KR" sz="1400" dirty="0">
                <a:latin typeface="+mn-ea"/>
              </a:rPr>
              <a:t> 3. </a:t>
            </a:r>
          </a:p>
          <a:p>
            <a:pPr algn="ctr"/>
            <a:r>
              <a:rPr lang="en-US" altLang="ko-KR" sz="1400" dirty="0">
                <a:latin typeface="+mn-ea"/>
              </a:rPr>
              <a:t>4. Saturation </a:t>
            </a:r>
          </a:p>
          <a:p>
            <a:pPr algn="ctr"/>
            <a:r>
              <a:rPr lang="en-US" altLang="ko-KR" sz="1400" dirty="0">
                <a:latin typeface="+mn-ea"/>
              </a:rPr>
              <a:t>5. </a:t>
            </a:r>
            <a:r>
              <a:rPr lang="ko-KR" altLang="en-US" sz="1400" dirty="0" err="1">
                <a:latin typeface="+mn-ea"/>
              </a:rPr>
              <a:t>꿀렁이들</a:t>
            </a:r>
            <a:r>
              <a:rPr lang="ko-KR" altLang="en-US" sz="1400" dirty="0">
                <a:latin typeface="+mn-ea"/>
              </a:rPr>
              <a:t> 언급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6. </a:t>
            </a:r>
            <a:r>
              <a:rPr lang="ko-KR" altLang="en-US" sz="1400" dirty="0">
                <a:latin typeface="+mn-ea"/>
              </a:rPr>
              <a:t>전달함수 구한 것 넣기  </a:t>
            </a:r>
            <a:r>
              <a:rPr lang="en-US" altLang="ko-KR" sz="1400" dirty="0">
                <a:latin typeface="+mn-ea"/>
              </a:rPr>
              <a:t>Time Const, Km</a:t>
            </a:r>
          </a:p>
          <a:p>
            <a:pPr algn="ctr"/>
            <a:r>
              <a:rPr lang="en-US" altLang="ko-KR" sz="1400" dirty="0">
                <a:latin typeface="+mn-ea"/>
              </a:rPr>
              <a:t>7. Bandwidth </a:t>
            </a:r>
            <a:br>
              <a:rPr lang="en-US" altLang="ko-KR" sz="1400" dirty="0">
                <a:latin typeface="+mn-ea"/>
              </a:rPr>
            </a:br>
            <a:endParaRPr lang="ko-KR" alt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1AACADE-FB62-F082-AAAB-460549E9E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67" y="1472650"/>
            <a:ext cx="7877085" cy="41475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2BB4C38-716B-2870-8E45-47CCFB3AF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8794" y="1278580"/>
            <a:ext cx="2676357" cy="2774685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D3CBAC9-54A8-8C94-C4F9-ED7EBB84FEC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705600" y="2665923"/>
            <a:ext cx="2063194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266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ABD9-B689-902F-FD17-7A6BCBB7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9D983850-C976-2A33-1C10-4B9027F47DA8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4C087CA-E916-F59C-6A10-4953D8BD41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2) Gimbal Modeling 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58B7A7-4C01-D853-0CB4-BB2C02B0AE5B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B. Filtering Data(s)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EE9EBA-1A15-DD89-F34C-BC4FAD7ACC93}"/>
              </a:ext>
            </a:extLst>
          </p:cNvPr>
          <p:cNvSpPr txBox="1"/>
          <p:nvPr/>
        </p:nvSpPr>
        <p:spPr>
          <a:xfrm>
            <a:off x="8047718" y="1537717"/>
            <a:ext cx="4144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[</a:t>
            </a:r>
            <a:r>
              <a:rPr lang="en-US" altLang="ko-KR" sz="1400" dirty="0" err="1">
                <a:latin typeface="+mn-ea"/>
              </a:rPr>
              <a:t>ftt</a:t>
            </a:r>
            <a:r>
              <a:rPr lang="en-US" altLang="ko-KR" sz="1400" dirty="0">
                <a:latin typeface="+mn-ea"/>
              </a:rPr>
              <a:t> ]</a:t>
            </a:r>
          </a:p>
          <a:p>
            <a:pPr marL="342900" indent="-342900" algn="ctr">
              <a:buAutoNum type="arabicPeriod"/>
            </a:pP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중간 대역폭 위주로 설명</a:t>
            </a:r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9AF96EA-29DB-4F55-F971-FE1F1FB47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47" y="1537717"/>
            <a:ext cx="8615865" cy="4572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4C9ED2B-92CF-A175-66C6-0797A5785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327" y="1103318"/>
            <a:ext cx="2121009" cy="207655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3FF51BF-88E7-D017-0D27-639D6C48C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001" y="2659694"/>
            <a:ext cx="2159111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91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8937F-A039-EAD7-43E7-8F96F44F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9B110497-B67C-C071-F869-709C641F2000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3B5241D-5FE6-CF26-52D5-ADDB72878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D13102-9EEB-E594-D027-8E4332B652E0}"/>
              </a:ext>
            </a:extLst>
          </p:cNvPr>
          <p:cNvSpPr txBox="1"/>
          <p:nvPr/>
        </p:nvSpPr>
        <p:spPr>
          <a:xfrm>
            <a:off x="137668" y="1103318"/>
            <a:ext cx="308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A. Parameter boundary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B1309-38F6-1908-8529-914E7545E941}"/>
              </a:ext>
            </a:extLst>
          </p:cNvPr>
          <p:cNvSpPr txBox="1"/>
          <p:nvPr/>
        </p:nvSpPr>
        <p:spPr>
          <a:xfrm>
            <a:off x="531749" y="1703483"/>
            <a:ext cx="11128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- </a:t>
            </a:r>
            <a:r>
              <a:rPr lang="en-US" altLang="ko-KR" sz="1500" dirty="0">
                <a:ea typeface="HY견고딕" panose="02030600000101010101" pitchFamily="18" charset="-127"/>
              </a:rPr>
              <a:t>Selection of the Control Structure</a:t>
            </a:r>
            <a:endParaRPr lang="ko-KR" altLang="en-US" sz="1500" dirty="0"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69521-6BDD-9F8D-46C6-8B155725BBA7}"/>
              </a:ext>
            </a:extLst>
          </p:cNvPr>
          <p:cNvSpPr txBox="1"/>
          <p:nvPr/>
        </p:nvSpPr>
        <p:spPr>
          <a:xfrm>
            <a:off x="1122590" y="2168600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Relative stability</a:t>
            </a:r>
            <a:endParaRPr lang="ko-KR" altLang="en-US" sz="1500" b="1" dirty="0"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284080-B2FE-6C3C-4FCF-EF48B350781B}"/>
                  </a:ext>
                </a:extLst>
              </p:cNvPr>
              <p:cNvSpPr txBox="1"/>
              <p:nvPr/>
            </p:nvSpPr>
            <p:spPr>
              <a:xfrm>
                <a:off x="1677677" y="2983536"/>
                <a:ext cx="11128502" cy="687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p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𝑒</m:t>
                        </m:r>
                      </m:e>
                      <m:sup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(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𝜁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HY견고딕" panose="02030600000101010101" pitchFamily="18" charset="-127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HY견고딕" panose="02030600000101010101" pitchFamily="18" charset="-127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HY견고딕" panose="02030600000101010101" pitchFamily="18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HY견고딕" panose="02030600000101010101" pitchFamily="18" charset="-127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HY견고딕" panose="02030600000101010101" pitchFamily="18" charset="-127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)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𝜋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100&lt;10%</m:t>
                    </m:r>
                  </m:oMath>
                </a14:m>
                <a:r>
                  <a:rPr lang="en-US" altLang="ko-KR" dirty="0">
                    <a:ea typeface="HY견고딕" panose="02030600000101010101" pitchFamily="18" charset="-127"/>
                  </a:rPr>
                  <a:t> ,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𝑐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&gt;0.5912</m:t>
                    </m:r>
                  </m:oMath>
                </a14:m>
                <a:r>
                  <a:rPr lang="ko-KR" altLang="en-US" dirty="0">
                    <a:ea typeface="HY견고딕" panose="02030600000101010101" pitchFamily="18" charset="-127"/>
                  </a:rPr>
                  <a:t> </a:t>
                </a:r>
                <a:r>
                  <a:rPr lang="en-US" altLang="ko-KR" dirty="0">
                    <a:ea typeface="HY견고딕" panose="02030600000101010101" pitchFamily="18" charset="-127"/>
                  </a:rPr>
                  <a:t>or</a:t>
                </a:r>
                <a:r>
                  <a:rPr lang="ko-KR" altLang="en-US" dirty="0">
                    <a:ea typeface="HY견고딕" panose="02030600000101010101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𝑐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&lt;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−0.5912</m:t>
                    </m:r>
                  </m:oMath>
                </a14:m>
                <a:endParaRPr lang="ko-KR" altLang="en-US" dirty="0"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284080-B2FE-6C3C-4FCF-EF48B3507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677" y="2983536"/>
                <a:ext cx="11128502" cy="687624"/>
              </a:xfrm>
              <a:prstGeom prst="rect">
                <a:avLst/>
              </a:prstGeom>
              <a:blipFill>
                <a:blip r:embed="rId3"/>
                <a:stretch>
                  <a:fillRect b="-123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BC8FB9-F73E-3DE7-AA08-17A2E41CB95C}"/>
                  </a:ext>
                </a:extLst>
              </p:cNvPr>
              <p:cNvSpPr txBox="1"/>
              <p:nvPr/>
            </p:nvSpPr>
            <p:spPr>
              <a:xfrm>
                <a:off x="1677677" y="4236982"/>
                <a:ext cx="6105524" cy="533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𝑟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2.6546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&gt;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26.546 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𝑟𝑎𝑑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/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𝑠𝑒𝑐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]</m:t>
                    </m:r>
                  </m:oMath>
                </a14:m>
                <a:r>
                  <a:rPr lang="en-US" altLang="ko-KR" sz="1500" dirty="0"/>
                  <a:t>	</a:t>
                </a:r>
                <a:r>
                  <a:rPr lang="ko-KR" altLang="en-US" sz="1500" dirty="0"/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BC8FB9-F73E-3DE7-AA08-17A2E41CB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677" y="4236982"/>
                <a:ext cx="6105524" cy="533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A4D9150-8509-25AF-9734-C254450503D4}"/>
              </a:ext>
            </a:extLst>
          </p:cNvPr>
          <p:cNvCxnSpPr/>
          <p:nvPr/>
        </p:nvCxnSpPr>
        <p:spPr>
          <a:xfrm flipV="1">
            <a:off x="9241549" y="2116322"/>
            <a:ext cx="0" cy="231518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B147969-040B-516C-99AF-415BA4286377}"/>
              </a:ext>
            </a:extLst>
          </p:cNvPr>
          <p:cNvCxnSpPr/>
          <p:nvPr/>
        </p:nvCxnSpPr>
        <p:spPr>
          <a:xfrm>
            <a:off x="8093685" y="3290126"/>
            <a:ext cx="2412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4A9FB3A-153C-EC0D-5222-DFDC836FBD5D}"/>
              </a:ext>
            </a:extLst>
          </p:cNvPr>
          <p:cNvCxnSpPr>
            <a:cxnSpLocks/>
          </p:cNvCxnSpPr>
          <p:nvPr/>
        </p:nvCxnSpPr>
        <p:spPr>
          <a:xfrm flipH="1" flipV="1">
            <a:off x="8384907" y="2164960"/>
            <a:ext cx="856642" cy="11251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D1CD54F-336F-DD29-292F-67F2ED1128D8}"/>
              </a:ext>
            </a:extLst>
          </p:cNvPr>
          <p:cNvCxnSpPr/>
          <p:nvPr/>
        </p:nvCxnSpPr>
        <p:spPr>
          <a:xfrm flipH="1">
            <a:off x="8384907" y="3290126"/>
            <a:ext cx="856642" cy="11268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8A6E34-6CB2-7684-C3B5-E83F90264F5E}"/>
                  </a:ext>
                </a:extLst>
              </p:cNvPr>
              <p:cNvSpPr txBox="1"/>
              <p:nvPr/>
            </p:nvSpPr>
            <p:spPr>
              <a:xfrm>
                <a:off x="8093685" y="1948506"/>
                <a:ext cx="77514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&gt;0.5912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8A6E34-6CB2-7684-C3B5-E83F90264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685" y="1948506"/>
                <a:ext cx="775149" cy="169277"/>
              </a:xfrm>
              <a:prstGeom prst="rect">
                <a:avLst/>
              </a:prstGeom>
              <a:blipFill>
                <a:blip r:embed="rId5"/>
                <a:stretch>
                  <a:fillRect l="-4724" r="-3150" b="-40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B2B463-DAF8-9148-6140-0E026AE09A6B}"/>
                  </a:ext>
                </a:extLst>
              </p:cNvPr>
              <p:cNvSpPr txBox="1"/>
              <p:nvPr/>
            </p:nvSpPr>
            <p:spPr>
              <a:xfrm>
                <a:off x="8093685" y="4416926"/>
                <a:ext cx="88094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&lt;−0.5912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B2B463-DAF8-9148-6140-0E026AE09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685" y="4416926"/>
                <a:ext cx="880947" cy="169277"/>
              </a:xfrm>
              <a:prstGeom prst="rect">
                <a:avLst/>
              </a:prstGeom>
              <a:blipFill>
                <a:blip r:embed="rId6"/>
                <a:stretch>
                  <a:fillRect l="-4167" r="-3472" b="-40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타원 25">
            <a:extLst>
              <a:ext uri="{FF2B5EF4-FFF2-40B4-BE49-F238E27FC236}">
                <a16:creationId xmlns:a16="http://schemas.microsoft.com/office/drawing/2014/main" id="{2B4AE4B2-3852-6C11-C499-73AAA705021E}"/>
              </a:ext>
            </a:extLst>
          </p:cNvPr>
          <p:cNvSpPr/>
          <p:nvPr/>
        </p:nvSpPr>
        <p:spPr>
          <a:xfrm>
            <a:off x="8510722" y="2534292"/>
            <a:ext cx="1440000" cy="144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5757C1-D47F-17F1-D354-9A0BF3B67E05}"/>
                  </a:ext>
                </a:extLst>
              </p:cNvPr>
              <p:cNvSpPr txBox="1"/>
              <p:nvPr/>
            </p:nvSpPr>
            <p:spPr>
              <a:xfrm>
                <a:off x="9532771" y="2420349"/>
                <a:ext cx="81291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26.546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C5757C1-D47F-17F1-D354-9A0BF3B67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771" y="2420349"/>
                <a:ext cx="812915" cy="169277"/>
              </a:xfrm>
              <a:prstGeom prst="rect">
                <a:avLst/>
              </a:prstGeom>
              <a:blipFill>
                <a:blip r:embed="rId7"/>
                <a:stretch>
                  <a:fillRect l="-752" r="-3759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10A8E966-CA40-4B4D-B969-9E29B7D4C408}"/>
                  </a:ext>
                </a:extLst>
              </p14:cNvPr>
              <p14:cNvContentPartPr/>
              <p14:nvPr/>
            </p14:nvContentPartPr>
            <p14:xfrm>
              <a:off x="8400502" y="2853780"/>
              <a:ext cx="378360" cy="72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10A8E966-CA40-4B4D-B969-9E29B7D4C4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94376" y="2841540"/>
                <a:ext cx="390612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2D65AE41-A0EF-FAF6-4E02-50FC2C4BCC0D}"/>
                  </a:ext>
                </a:extLst>
              </p14:cNvPr>
              <p14:cNvContentPartPr/>
              <p14:nvPr/>
            </p14:nvContentPartPr>
            <p14:xfrm>
              <a:off x="8338222" y="3049980"/>
              <a:ext cx="294480" cy="7704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2D65AE41-A0EF-FAF6-4E02-50FC2C4BCC0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32109" y="3043860"/>
                <a:ext cx="306705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그룹 45">
            <a:extLst>
              <a:ext uri="{FF2B5EF4-FFF2-40B4-BE49-F238E27FC236}">
                <a16:creationId xmlns:a16="http://schemas.microsoft.com/office/drawing/2014/main" id="{FFBD020E-4BA3-5BCB-3189-D5A4FAC2CFF0}"/>
              </a:ext>
            </a:extLst>
          </p:cNvPr>
          <p:cNvGrpSpPr/>
          <p:nvPr/>
        </p:nvGrpSpPr>
        <p:grpSpPr>
          <a:xfrm>
            <a:off x="8534422" y="3224940"/>
            <a:ext cx="241200" cy="45000"/>
            <a:chOff x="8255290" y="3041180"/>
            <a:chExt cx="241200" cy="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C7C0C73C-D8A4-5769-D21D-684F19475758}"/>
                    </a:ext>
                  </a:extLst>
                </p14:cNvPr>
                <p14:cNvContentPartPr/>
                <p14:nvPr/>
              </p14:nvContentPartPr>
              <p14:xfrm>
                <a:off x="8255290" y="3041180"/>
                <a:ext cx="190080" cy="360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C7C0C73C-D8A4-5769-D21D-684F194757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49170" y="3035060"/>
                  <a:ext cx="2023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B66D3DD6-34FB-3E77-0B2B-6C2E4C484E4A}"/>
                    </a:ext>
                  </a:extLst>
                </p14:cNvPr>
                <p14:cNvContentPartPr/>
                <p14:nvPr/>
              </p14:nvContentPartPr>
              <p14:xfrm>
                <a:off x="8351050" y="3085820"/>
                <a:ext cx="145440" cy="36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B66D3DD6-34FB-3E77-0B2B-6C2E4C484E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44930" y="3079700"/>
                  <a:ext cx="15768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5FA895D7-6022-3CB7-4F13-5C26DF9BCA05}"/>
                  </a:ext>
                </a:extLst>
              </p14:cNvPr>
              <p14:cNvContentPartPr/>
              <p14:nvPr/>
            </p14:nvContentPartPr>
            <p14:xfrm>
              <a:off x="8384662" y="3202980"/>
              <a:ext cx="292320" cy="12960"/>
            </p14:xfrm>
          </p:contentPart>
        </mc:Choice>
        <mc:Fallback xmlns=""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5FA895D7-6022-3CB7-4F13-5C26DF9BCA0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78542" y="3196860"/>
                <a:ext cx="3045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90B115C2-9196-C326-B0EC-535DAC5A92AD}"/>
                  </a:ext>
                </a:extLst>
              </p14:cNvPr>
              <p14:cNvContentPartPr/>
              <p14:nvPr/>
            </p14:nvContentPartPr>
            <p14:xfrm>
              <a:off x="8457382" y="3355260"/>
              <a:ext cx="334440" cy="49392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90B115C2-9196-C326-B0EC-535DAC5A92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51262" y="3349144"/>
                <a:ext cx="346680" cy="506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FD0F6E47-E06D-F5F1-5EFD-5D14B5C8B28D}"/>
                  </a:ext>
                </a:extLst>
              </p14:cNvPr>
              <p14:cNvContentPartPr/>
              <p14:nvPr/>
            </p14:nvContentPartPr>
            <p14:xfrm>
              <a:off x="8827102" y="3844140"/>
              <a:ext cx="399600" cy="196200"/>
            </p14:xfrm>
          </p:contentPart>
        </mc:Choice>
        <mc:Fallback xmlns=""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FD0F6E47-E06D-F5F1-5EFD-5D14B5C8B28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20982" y="3838009"/>
                <a:ext cx="411840" cy="208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11375B5F-ADC6-5D2D-F85B-E4C5B1EB3ABF}"/>
                  </a:ext>
                </a:extLst>
              </p14:cNvPr>
              <p14:cNvContentPartPr/>
              <p14:nvPr/>
            </p14:nvContentPartPr>
            <p14:xfrm>
              <a:off x="9254249" y="2511600"/>
              <a:ext cx="764640" cy="151596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11375B5F-ADC6-5D2D-F85B-E4C5B1EB3AB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48129" y="2505480"/>
                <a:ext cx="776880" cy="152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그룹 52">
            <a:extLst>
              <a:ext uri="{FF2B5EF4-FFF2-40B4-BE49-F238E27FC236}">
                <a16:creationId xmlns:a16="http://schemas.microsoft.com/office/drawing/2014/main" id="{AC08428E-65FE-13F8-B525-6D8A7F1CAADB}"/>
              </a:ext>
            </a:extLst>
          </p:cNvPr>
          <p:cNvGrpSpPr/>
          <p:nvPr/>
        </p:nvGrpSpPr>
        <p:grpSpPr>
          <a:xfrm>
            <a:off x="8432542" y="2472900"/>
            <a:ext cx="765720" cy="574920"/>
            <a:chOff x="8153410" y="2289140"/>
            <a:chExt cx="765720" cy="57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B3EEC199-7EA4-87AC-30B1-D0C30B6A02C6}"/>
                    </a:ext>
                  </a:extLst>
                </p14:cNvPr>
                <p14:cNvContentPartPr/>
                <p14:nvPr/>
              </p14:nvContentPartPr>
              <p14:xfrm>
                <a:off x="8200930" y="2727260"/>
                <a:ext cx="308160" cy="36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B3EEC199-7EA4-87AC-30B1-D0C30B6A02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94810" y="2721140"/>
                  <a:ext cx="320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4F9540B1-3DD6-05CD-FC78-E2FBE07BD756}"/>
                    </a:ext>
                  </a:extLst>
                </p14:cNvPr>
                <p14:cNvContentPartPr/>
                <p14:nvPr/>
              </p14:nvContentPartPr>
              <p14:xfrm>
                <a:off x="8153410" y="2784500"/>
                <a:ext cx="295560" cy="3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4F9540B1-3DD6-05CD-FC78-E2FBE07BD7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47290" y="2778380"/>
                  <a:ext cx="307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375CCBE7-8882-AED3-824E-8A13C4E37BD6}"/>
                    </a:ext>
                  </a:extLst>
                </p14:cNvPr>
                <p14:cNvContentPartPr/>
                <p14:nvPr/>
              </p14:nvContentPartPr>
              <p14:xfrm>
                <a:off x="8300650" y="2841380"/>
                <a:ext cx="221400" cy="684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375CCBE7-8882-AED3-824E-8A13C4E37B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94530" y="2834920"/>
                  <a:ext cx="233640" cy="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B0AD879B-22F3-82DE-C140-07A92ECE372C}"/>
                    </a:ext>
                  </a:extLst>
                </p14:cNvPr>
                <p14:cNvContentPartPr/>
                <p14:nvPr/>
              </p14:nvContentPartPr>
              <p14:xfrm>
                <a:off x="8532130" y="2863700"/>
                <a:ext cx="367560" cy="3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B0AD879B-22F3-82DE-C140-07A92ECE372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26010" y="2857580"/>
                  <a:ext cx="379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403A8FF9-B41B-656B-0964-5CA33F524B64}"/>
                    </a:ext>
                  </a:extLst>
                </p14:cNvPr>
                <p14:cNvContentPartPr/>
                <p14:nvPr/>
              </p14:nvContentPartPr>
              <p14:xfrm>
                <a:off x="8363290" y="2289140"/>
                <a:ext cx="555840" cy="36972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403A8FF9-B41B-656B-0964-5CA33F524B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57174" y="2283026"/>
                  <a:ext cx="568072" cy="381948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CD1EC965-BC16-8A29-5470-0A03BEDF37CC}"/>
              </a:ext>
            </a:extLst>
          </p:cNvPr>
          <p:cNvCxnSpPr/>
          <p:nvPr/>
        </p:nvCxnSpPr>
        <p:spPr>
          <a:xfrm>
            <a:off x="9980345" y="3290126"/>
            <a:ext cx="592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6903381-E13A-0A7A-F621-D5406E70ADB9}"/>
                  </a:ext>
                </a:extLst>
              </p:cNvPr>
              <p:cNvSpPr txBox="1"/>
              <p:nvPr/>
            </p:nvSpPr>
            <p:spPr>
              <a:xfrm>
                <a:off x="10506145" y="3115792"/>
                <a:ext cx="2220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6903381-E13A-0A7A-F621-D5406E70A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145" y="3115792"/>
                <a:ext cx="222047" cy="276999"/>
              </a:xfrm>
              <a:prstGeom prst="rect">
                <a:avLst/>
              </a:prstGeom>
              <a:blipFill>
                <a:blip r:embed="rId34"/>
                <a:stretch>
                  <a:fillRect l="-8108" r="-5405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D36B01A-230F-9E2C-5B59-8A1BAE505EDE}"/>
                  </a:ext>
                </a:extLst>
              </p:cNvPr>
              <p:cNvSpPr txBox="1"/>
              <p:nvPr/>
            </p:nvSpPr>
            <p:spPr>
              <a:xfrm>
                <a:off x="9073105" y="1854008"/>
                <a:ext cx="3368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D36B01A-230F-9E2C-5B59-8A1BAE505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105" y="1854008"/>
                <a:ext cx="336887" cy="276999"/>
              </a:xfrm>
              <a:prstGeom prst="rect">
                <a:avLst/>
              </a:prstGeom>
              <a:blipFill>
                <a:blip r:embed="rId35"/>
                <a:stretch>
                  <a:fillRect l="-19643" r="-5357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ACAB111-142F-3A6D-32AE-207C3C9D4D36}"/>
              </a:ext>
            </a:extLst>
          </p:cNvPr>
          <p:cNvSpPr/>
          <p:nvPr/>
        </p:nvSpPr>
        <p:spPr>
          <a:xfrm>
            <a:off x="7641166" y="2124151"/>
            <a:ext cx="1168799" cy="2330576"/>
          </a:xfrm>
          <a:custGeom>
            <a:avLst/>
            <a:gdLst>
              <a:gd name="csX0" fmla="*/ 0 w 1145001"/>
              <a:gd name="csY0" fmla="*/ 190837 h 2197636"/>
              <a:gd name="csX1" fmla="*/ 190837 w 1145001"/>
              <a:gd name="csY1" fmla="*/ 0 h 2197636"/>
              <a:gd name="csX2" fmla="*/ 954164 w 1145001"/>
              <a:gd name="csY2" fmla="*/ 0 h 2197636"/>
              <a:gd name="csX3" fmla="*/ 1145001 w 1145001"/>
              <a:gd name="csY3" fmla="*/ 190837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001"/>
              <a:gd name="csY0" fmla="*/ 190837 h 2197636"/>
              <a:gd name="csX1" fmla="*/ 190837 w 1145001"/>
              <a:gd name="csY1" fmla="*/ 0 h 2197636"/>
              <a:gd name="csX2" fmla="*/ 740156 w 1145001"/>
              <a:gd name="csY2" fmla="*/ 492868 h 2197636"/>
              <a:gd name="csX3" fmla="*/ 1145001 w 1145001"/>
              <a:gd name="csY3" fmla="*/ 190837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001"/>
              <a:gd name="csY0" fmla="*/ 190837 h 2197636"/>
              <a:gd name="csX1" fmla="*/ 190837 w 1145001"/>
              <a:gd name="csY1" fmla="*/ 0 h 2197636"/>
              <a:gd name="csX2" fmla="*/ 740156 w 1145001"/>
              <a:gd name="csY2" fmla="*/ 492868 h 2197636"/>
              <a:gd name="csX3" fmla="*/ 593767 w 1145001"/>
              <a:gd name="csY3" fmla="*/ 761527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001"/>
              <a:gd name="csY0" fmla="*/ 190837 h 2197636"/>
              <a:gd name="csX1" fmla="*/ 190837 w 1145001"/>
              <a:gd name="csY1" fmla="*/ 0 h 2197636"/>
              <a:gd name="csX2" fmla="*/ 740156 w 1145001"/>
              <a:gd name="csY2" fmla="*/ 492868 h 2197636"/>
              <a:gd name="csX3" fmla="*/ 477035 w 1145001"/>
              <a:gd name="csY3" fmla="*/ 774498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001"/>
              <a:gd name="csY0" fmla="*/ 190837 h 2197636"/>
              <a:gd name="csX1" fmla="*/ 190837 w 1145001"/>
              <a:gd name="csY1" fmla="*/ 0 h 2197636"/>
              <a:gd name="csX2" fmla="*/ 740156 w 1145001"/>
              <a:gd name="csY2" fmla="*/ 492868 h 2197636"/>
              <a:gd name="csX3" fmla="*/ 477035 w 1145001"/>
              <a:gd name="csY3" fmla="*/ 774498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921"/>
              <a:gd name="csY0" fmla="*/ 190837 h 2197636"/>
              <a:gd name="csX1" fmla="*/ 190837 w 1145921"/>
              <a:gd name="csY1" fmla="*/ 0 h 2197636"/>
              <a:gd name="csX2" fmla="*/ 740156 w 1145921"/>
              <a:gd name="csY2" fmla="*/ 492868 h 2197636"/>
              <a:gd name="csX3" fmla="*/ 477035 w 1145921"/>
              <a:gd name="csY3" fmla="*/ 774498 h 2197636"/>
              <a:gd name="csX4" fmla="*/ 520950 w 1145921"/>
              <a:gd name="csY4" fmla="*/ 1463060 h 2197636"/>
              <a:gd name="csX5" fmla="*/ 1145001 w 1145921"/>
              <a:gd name="csY5" fmla="*/ 2006799 h 2197636"/>
              <a:gd name="csX6" fmla="*/ 954164 w 1145921"/>
              <a:gd name="csY6" fmla="*/ 2197636 h 2197636"/>
              <a:gd name="csX7" fmla="*/ 190837 w 1145921"/>
              <a:gd name="csY7" fmla="*/ 2197636 h 2197636"/>
              <a:gd name="csX8" fmla="*/ 0 w 1145921"/>
              <a:gd name="csY8" fmla="*/ 2006799 h 2197636"/>
              <a:gd name="csX9" fmla="*/ 0 w 1145921"/>
              <a:gd name="csY9" fmla="*/ 190837 h 2197636"/>
              <a:gd name="csX0" fmla="*/ 0 w 974304"/>
              <a:gd name="csY0" fmla="*/ 190837 h 2197636"/>
              <a:gd name="csX1" fmla="*/ 190837 w 974304"/>
              <a:gd name="csY1" fmla="*/ 0 h 2197636"/>
              <a:gd name="csX2" fmla="*/ 740156 w 974304"/>
              <a:gd name="csY2" fmla="*/ 492868 h 2197636"/>
              <a:gd name="csX3" fmla="*/ 477035 w 974304"/>
              <a:gd name="csY3" fmla="*/ 774498 h 2197636"/>
              <a:gd name="csX4" fmla="*/ 520950 w 974304"/>
              <a:gd name="csY4" fmla="*/ 1463060 h 2197636"/>
              <a:gd name="csX5" fmla="*/ 716984 w 974304"/>
              <a:gd name="csY5" fmla="*/ 1714969 h 2197636"/>
              <a:gd name="csX6" fmla="*/ 954164 w 974304"/>
              <a:gd name="csY6" fmla="*/ 2197636 h 2197636"/>
              <a:gd name="csX7" fmla="*/ 190837 w 974304"/>
              <a:gd name="csY7" fmla="*/ 2197636 h 2197636"/>
              <a:gd name="csX8" fmla="*/ 0 w 974304"/>
              <a:gd name="csY8" fmla="*/ 2006799 h 2197636"/>
              <a:gd name="csX9" fmla="*/ 0 w 974304"/>
              <a:gd name="csY9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520950 w 759110"/>
              <a:gd name="csY4" fmla="*/ 1463060 h 2197636"/>
              <a:gd name="csX5" fmla="*/ 716984 w 759110"/>
              <a:gd name="csY5" fmla="*/ 1714969 h 2197636"/>
              <a:gd name="csX6" fmla="*/ 467781 w 759110"/>
              <a:gd name="csY6" fmla="*/ 1918777 h 2197636"/>
              <a:gd name="csX7" fmla="*/ 190837 w 759110"/>
              <a:gd name="csY7" fmla="*/ 2197636 h 2197636"/>
              <a:gd name="csX8" fmla="*/ 0 w 759110"/>
              <a:gd name="csY8" fmla="*/ 2006799 h 2197636"/>
              <a:gd name="csX9" fmla="*/ 0 w 759110"/>
              <a:gd name="csY9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520950 w 759110"/>
              <a:gd name="csY4" fmla="*/ 1463060 h 2197636"/>
              <a:gd name="csX5" fmla="*/ 716984 w 759110"/>
              <a:gd name="csY5" fmla="*/ 1714969 h 2197636"/>
              <a:gd name="csX6" fmla="*/ 467781 w 759110"/>
              <a:gd name="csY6" fmla="*/ 1918777 h 2197636"/>
              <a:gd name="csX7" fmla="*/ 190837 w 759110"/>
              <a:gd name="csY7" fmla="*/ 2197636 h 2197636"/>
              <a:gd name="csX8" fmla="*/ 0 w 759110"/>
              <a:gd name="csY8" fmla="*/ 2006799 h 2197636"/>
              <a:gd name="csX9" fmla="*/ 0 w 759110"/>
              <a:gd name="csY9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520950 w 759110"/>
              <a:gd name="csY4" fmla="*/ 1463060 h 2197636"/>
              <a:gd name="csX5" fmla="*/ 716984 w 759110"/>
              <a:gd name="csY5" fmla="*/ 1714969 h 2197636"/>
              <a:gd name="csX6" fmla="*/ 344564 w 759110"/>
              <a:gd name="csY6" fmla="*/ 2184666 h 2197636"/>
              <a:gd name="csX7" fmla="*/ 190837 w 759110"/>
              <a:gd name="csY7" fmla="*/ 2197636 h 2197636"/>
              <a:gd name="csX8" fmla="*/ 0 w 759110"/>
              <a:gd name="csY8" fmla="*/ 2006799 h 2197636"/>
              <a:gd name="csX9" fmla="*/ 0 w 759110"/>
              <a:gd name="csY9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426601 w 759110"/>
              <a:gd name="csY4" fmla="*/ 1055083 h 2197636"/>
              <a:gd name="csX5" fmla="*/ 520950 w 759110"/>
              <a:gd name="csY5" fmla="*/ 1463060 h 2197636"/>
              <a:gd name="csX6" fmla="*/ 716984 w 759110"/>
              <a:gd name="csY6" fmla="*/ 1714969 h 2197636"/>
              <a:gd name="csX7" fmla="*/ 344564 w 759110"/>
              <a:gd name="csY7" fmla="*/ 2184666 h 2197636"/>
              <a:gd name="csX8" fmla="*/ 190837 w 759110"/>
              <a:gd name="csY8" fmla="*/ 2197636 h 2197636"/>
              <a:gd name="csX9" fmla="*/ 0 w 759110"/>
              <a:gd name="csY9" fmla="*/ 2006799 h 2197636"/>
              <a:gd name="csX10" fmla="*/ 0 w 759110"/>
              <a:gd name="csY10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426601 w 759110"/>
              <a:gd name="csY4" fmla="*/ 1055083 h 2197636"/>
              <a:gd name="csX5" fmla="*/ 520950 w 759110"/>
              <a:gd name="csY5" fmla="*/ 1463060 h 2197636"/>
              <a:gd name="csX6" fmla="*/ 716984 w 759110"/>
              <a:gd name="csY6" fmla="*/ 1714969 h 2197636"/>
              <a:gd name="csX7" fmla="*/ 344564 w 759110"/>
              <a:gd name="csY7" fmla="*/ 2184666 h 2197636"/>
              <a:gd name="csX8" fmla="*/ 190837 w 759110"/>
              <a:gd name="csY8" fmla="*/ 2197636 h 2197636"/>
              <a:gd name="csX9" fmla="*/ 0 w 759110"/>
              <a:gd name="csY9" fmla="*/ 2006799 h 2197636"/>
              <a:gd name="csX10" fmla="*/ 0 w 759110"/>
              <a:gd name="csY10" fmla="*/ 190837 h 2197636"/>
              <a:gd name="csX0" fmla="*/ 0 w 760168"/>
              <a:gd name="csY0" fmla="*/ 190837 h 2197636"/>
              <a:gd name="csX1" fmla="*/ 190837 w 760168"/>
              <a:gd name="csY1" fmla="*/ 0 h 2197636"/>
              <a:gd name="csX2" fmla="*/ 740156 w 760168"/>
              <a:gd name="csY2" fmla="*/ 492868 h 2197636"/>
              <a:gd name="csX3" fmla="*/ 500319 w 760168"/>
              <a:gd name="csY3" fmla="*/ 791431 h 2197636"/>
              <a:gd name="csX4" fmla="*/ 426601 w 760168"/>
              <a:gd name="csY4" fmla="*/ 1055083 h 2197636"/>
              <a:gd name="csX5" fmla="*/ 520950 w 760168"/>
              <a:gd name="csY5" fmla="*/ 1463060 h 2197636"/>
              <a:gd name="csX6" fmla="*/ 716984 w 760168"/>
              <a:gd name="csY6" fmla="*/ 1714969 h 2197636"/>
              <a:gd name="csX7" fmla="*/ 344564 w 760168"/>
              <a:gd name="csY7" fmla="*/ 2184666 h 2197636"/>
              <a:gd name="csX8" fmla="*/ 190837 w 760168"/>
              <a:gd name="csY8" fmla="*/ 2197636 h 2197636"/>
              <a:gd name="csX9" fmla="*/ 0 w 760168"/>
              <a:gd name="csY9" fmla="*/ 2006799 h 2197636"/>
              <a:gd name="csX10" fmla="*/ 0 w 760168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6656 w 719527"/>
              <a:gd name="csY2" fmla="*/ 490751 h 2197636"/>
              <a:gd name="csX3" fmla="*/ 500319 w 719527"/>
              <a:gd name="csY3" fmla="*/ 79143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6656 w 719527"/>
              <a:gd name="csY2" fmla="*/ 490751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6656 w 719527"/>
              <a:gd name="csY2" fmla="*/ 490751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7101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7101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4985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4985 h 2197636"/>
              <a:gd name="csX3" fmla="*/ 559586 w 719527"/>
              <a:gd name="csY3" fmla="*/ 668664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4985 h 2197636"/>
              <a:gd name="csX3" fmla="*/ 559586 w 719527"/>
              <a:gd name="csY3" fmla="*/ 668664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526085 w 719527"/>
              <a:gd name="csY2" fmla="*/ 293083 h 2197636"/>
              <a:gd name="csX3" fmla="*/ 670306 w 719527"/>
              <a:gd name="csY3" fmla="*/ 494985 h 2197636"/>
              <a:gd name="csX4" fmla="*/ 559586 w 719527"/>
              <a:gd name="csY4" fmla="*/ 668664 h 2197636"/>
              <a:gd name="csX5" fmla="*/ 426601 w 719527"/>
              <a:gd name="csY5" fmla="*/ 1055083 h 2197636"/>
              <a:gd name="csX6" fmla="*/ 520950 w 719527"/>
              <a:gd name="csY6" fmla="*/ 1463060 h 2197636"/>
              <a:gd name="csX7" fmla="*/ 716984 w 719527"/>
              <a:gd name="csY7" fmla="*/ 1714969 h 2197636"/>
              <a:gd name="csX8" fmla="*/ 344564 w 719527"/>
              <a:gd name="csY8" fmla="*/ 2184666 h 2197636"/>
              <a:gd name="csX9" fmla="*/ 190837 w 719527"/>
              <a:gd name="csY9" fmla="*/ 2197636 h 2197636"/>
              <a:gd name="csX10" fmla="*/ 0 w 719527"/>
              <a:gd name="csY10" fmla="*/ 2006799 h 2197636"/>
              <a:gd name="csX11" fmla="*/ 0 w 719527"/>
              <a:gd name="csY11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526085 w 719527"/>
              <a:gd name="csY2" fmla="*/ 293083 h 2197636"/>
              <a:gd name="csX3" fmla="*/ 670306 w 719527"/>
              <a:gd name="csY3" fmla="*/ 494985 h 2197636"/>
              <a:gd name="csX4" fmla="*/ 559586 w 719527"/>
              <a:gd name="csY4" fmla="*/ 668664 h 2197636"/>
              <a:gd name="csX5" fmla="*/ 426601 w 719527"/>
              <a:gd name="csY5" fmla="*/ 1055083 h 2197636"/>
              <a:gd name="csX6" fmla="*/ 520950 w 719527"/>
              <a:gd name="csY6" fmla="*/ 1463060 h 2197636"/>
              <a:gd name="csX7" fmla="*/ 716984 w 719527"/>
              <a:gd name="csY7" fmla="*/ 1714969 h 2197636"/>
              <a:gd name="csX8" fmla="*/ 344564 w 719527"/>
              <a:gd name="csY8" fmla="*/ 2184666 h 2197636"/>
              <a:gd name="csX9" fmla="*/ 190837 w 719527"/>
              <a:gd name="csY9" fmla="*/ 2197636 h 2197636"/>
              <a:gd name="csX10" fmla="*/ 0 w 719527"/>
              <a:gd name="csY10" fmla="*/ 2006799 h 2197636"/>
              <a:gd name="csX11" fmla="*/ 0 w 719527"/>
              <a:gd name="csY11" fmla="*/ 190837 h 219763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26601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30835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30835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30835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30835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53"/>
              <a:gd name="csY0" fmla="*/ 235287 h 2242086"/>
              <a:gd name="csX1" fmla="*/ 243753 w 719553"/>
              <a:gd name="csY1" fmla="*/ 0 h 2242086"/>
              <a:gd name="csX2" fmla="*/ 526085 w 719553"/>
              <a:gd name="csY2" fmla="*/ 337533 h 2242086"/>
              <a:gd name="csX3" fmla="*/ 670306 w 719553"/>
              <a:gd name="csY3" fmla="*/ 539435 h 2242086"/>
              <a:gd name="csX4" fmla="*/ 559586 w 719553"/>
              <a:gd name="csY4" fmla="*/ 713114 h 2242086"/>
              <a:gd name="csX5" fmla="*/ 430835 w 719553"/>
              <a:gd name="csY5" fmla="*/ 1099533 h 2242086"/>
              <a:gd name="csX6" fmla="*/ 523067 w 719553"/>
              <a:gd name="csY6" fmla="*/ 1490577 h 2242086"/>
              <a:gd name="csX7" fmla="*/ 716984 w 719553"/>
              <a:gd name="csY7" fmla="*/ 1759419 h 2242086"/>
              <a:gd name="csX8" fmla="*/ 344564 w 719553"/>
              <a:gd name="csY8" fmla="*/ 2229116 h 2242086"/>
              <a:gd name="csX9" fmla="*/ 190837 w 719553"/>
              <a:gd name="csY9" fmla="*/ 2242086 h 2242086"/>
              <a:gd name="csX10" fmla="*/ 0 w 719553"/>
              <a:gd name="csY10" fmla="*/ 2051249 h 2242086"/>
              <a:gd name="csX11" fmla="*/ 0 w 719553"/>
              <a:gd name="csY11" fmla="*/ 235287 h 2242086"/>
              <a:gd name="csX0" fmla="*/ 0 w 719722"/>
              <a:gd name="csY0" fmla="*/ 235287 h 2242086"/>
              <a:gd name="csX1" fmla="*/ 243753 w 719722"/>
              <a:gd name="csY1" fmla="*/ 0 h 2242086"/>
              <a:gd name="csX2" fmla="*/ 526085 w 719722"/>
              <a:gd name="csY2" fmla="*/ 337533 h 2242086"/>
              <a:gd name="csX3" fmla="*/ 670306 w 719722"/>
              <a:gd name="csY3" fmla="*/ 539435 h 2242086"/>
              <a:gd name="csX4" fmla="*/ 559586 w 719722"/>
              <a:gd name="csY4" fmla="*/ 713114 h 2242086"/>
              <a:gd name="csX5" fmla="*/ 430835 w 719722"/>
              <a:gd name="csY5" fmla="*/ 1099533 h 2242086"/>
              <a:gd name="csX6" fmla="*/ 523067 w 719722"/>
              <a:gd name="csY6" fmla="*/ 1490577 h 2242086"/>
              <a:gd name="csX7" fmla="*/ 716984 w 719722"/>
              <a:gd name="csY7" fmla="*/ 1759419 h 2242086"/>
              <a:gd name="csX8" fmla="*/ 344564 w 719722"/>
              <a:gd name="csY8" fmla="*/ 2229116 h 2242086"/>
              <a:gd name="csX9" fmla="*/ 190837 w 719722"/>
              <a:gd name="csY9" fmla="*/ 2242086 h 2242086"/>
              <a:gd name="csX10" fmla="*/ 0 w 719722"/>
              <a:gd name="csY10" fmla="*/ 2051249 h 2242086"/>
              <a:gd name="csX11" fmla="*/ 0 w 719722"/>
              <a:gd name="csY11" fmla="*/ 235287 h 2242086"/>
              <a:gd name="csX0" fmla="*/ 0 w 713468"/>
              <a:gd name="csY0" fmla="*/ 235287 h 2242086"/>
              <a:gd name="csX1" fmla="*/ 243753 w 713468"/>
              <a:gd name="csY1" fmla="*/ 0 h 2242086"/>
              <a:gd name="csX2" fmla="*/ 526085 w 713468"/>
              <a:gd name="csY2" fmla="*/ 337533 h 2242086"/>
              <a:gd name="csX3" fmla="*/ 670306 w 713468"/>
              <a:gd name="csY3" fmla="*/ 539435 h 2242086"/>
              <a:gd name="csX4" fmla="*/ 559586 w 713468"/>
              <a:gd name="csY4" fmla="*/ 713114 h 2242086"/>
              <a:gd name="csX5" fmla="*/ 430835 w 713468"/>
              <a:gd name="csY5" fmla="*/ 1099533 h 2242086"/>
              <a:gd name="csX6" fmla="*/ 523067 w 713468"/>
              <a:gd name="csY6" fmla="*/ 1490577 h 2242086"/>
              <a:gd name="csX7" fmla="*/ 710634 w 713468"/>
              <a:gd name="csY7" fmla="*/ 1721319 h 2242086"/>
              <a:gd name="csX8" fmla="*/ 344564 w 713468"/>
              <a:gd name="csY8" fmla="*/ 2229116 h 2242086"/>
              <a:gd name="csX9" fmla="*/ 190837 w 713468"/>
              <a:gd name="csY9" fmla="*/ 2242086 h 2242086"/>
              <a:gd name="csX10" fmla="*/ 0 w 713468"/>
              <a:gd name="csY10" fmla="*/ 2051249 h 2242086"/>
              <a:gd name="csX11" fmla="*/ 0 w 713468"/>
              <a:gd name="csY11" fmla="*/ 235287 h 2242086"/>
              <a:gd name="csX0" fmla="*/ 0 w 710763"/>
              <a:gd name="csY0" fmla="*/ 235287 h 2242086"/>
              <a:gd name="csX1" fmla="*/ 243753 w 710763"/>
              <a:gd name="csY1" fmla="*/ 0 h 2242086"/>
              <a:gd name="csX2" fmla="*/ 526085 w 710763"/>
              <a:gd name="csY2" fmla="*/ 337533 h 2242086"/>
              <a:gd name="csX3" fmla="*/ 670306 w 710763"/>
              <a:gd name="csY3" fmla="*/ 539435 h 2242086"/>
              <a:gd name="csX4" fmla="*/ 559586 w 710763"/>
              <a:gd name="csY4" fmla="*/ 713114 h 2242086"/>
              <a:gd name="csX5" fmla="*/ 430835 w 710763"/>
              <a:gd name="csY5" fmla="*/ 1099533 h 2242086"/>
              <a:gd name="csX6" fmla="*/ 523067 w 710763"/>
              <a:gd name="csY6" fmla="*/ 1490577 h 2242086"/>
              <a:gd name="csX7" fmla="*/ 710634 w 710763"/>
              <a:gd name="csY7" fmla="*/ 1721319 h 2242086"/>
              <a:gd name="csX8" fmla="*/ 344564 w 710763"/>
              <a:gd name="csY8" fmla="*/ 2229116 h 2242086"/>
              <a:gd name="csX9" fmla="*/ 190837 w 710763"/>
              <a:gd name="csY9" fmla="*/ 2242086 h 2242086"/>
              <a:gd name="csX10" fmla="*/ 0 w 710763"/>
              <a:gd name="csY10" fmla="*/ 2051249 h 2242086"/>
              <a:gd name="csX11" fmla="*/ 0 w 710763"/>
              <a:gd name="csY11" fmla="*/ 235287 h 2242086"/>
              <a:gd name="csX0" fmla="*/ 0 w 738259"/>
              <a:gd name="csY0" fmla="*/ 235287 h 2242086"/>
              <a:gd name="csX1" fmla="*/ 243753 w 738259"/>
              <a:gd name="csY1" fmla="*/ 0 h 2242086"/>
              <a:gd name="csX2" fmla="*/ 526085 w 738259"/>
              <a:gd name="csY2" fmla="*/ 337533 h 2242086"/>
              <a:gd name="csX3" fmla="*/ 670306 w 738259"/>
              <a:gd name="csY3" fmla="*/ 539435 h 2242086"/>
              <a:gd name="csX4" fmla="*/ 559586 w 738259"/>
              <a:gd name="csY4" fmla="*/ 713114 h 2242086"/>
              <a:gd name="csX5" fmla="*/ 430835 w 738259"/>
              <a:gd name="csY5" fmla="*/ 1099533 h 2242086"/>
              <a:gd name="csX6" fmla="*/ 523067 w 738259"/>
              <a:gd name="csY6" fmla="*/ 1490577 h 2242086"/>
              <a:gd name="csX7" fmla="*/ 738151 w 738259"/>
              <a:gd name="csY7" fmla="*/ 1731902 h 2242086"/>
              <a:gd name="csX8" fmla="*/ 344564 w 738259"/>
              <a:gd name="csY8" fmla="*/ 2229116 h 2242086"/>
              <a:gd name="csX9" fmla="*/ 190837 w 738259"/>
              <a:gd name="csY9" fmla="*/ 2242086 h 2242086"/>
              <a:gd name="csX10" fmla="*/ 0 w 738259"/>
              <a:gd name="csY10" fmla="*/ 2051249 h 2242086"/>
              <a:gd name="csX11" fmla="*/ 0 w 738259"/>
              <a:gd name="csY11" fmla="*/ 235287 h 2242086"/>
              <a:gd name="csX0" fmla="*/ 0 w 738151"/>
              <a:gd name="csY0" fmla="*/ 235287 h 2242086"/>
              <a:gd name="csX1" fmla="*/ 243753 w 738151"/>
              <a:gd name="csY1" fmla="*/ 0 h 2242086"/>
              <a:gd name="csX2" fmla="*/ 526085 w 738151"/>
              <a:gd name="csY2" fmla="*/ 337533 h 2242086"/>
              <a:gd name="csX3" fmla="*/ 670306 w 738151"/>
              <a:gd name="csY3" fmla="*/ 539435 h 2242086"/>
              <a:gd name="csX4" fmla="*/ 559586 w 738151"/>
              <a:gd name="csY4" fmla="*/ 713114 h 2242086"/>
              <a:gd name="csX5" fmla="*/ 430835 w 738151"/>
              <a:gd name="csY5" fmla="*/ 1099533 h 2242086"/>
              <a:gd name="csX6" fmla="*/ 523067 w 738151"/>
              <a:gd name="csY6" fmla="*/ 1490577 h 2242086"/>
              <a:gd name="csX7" fmla="*/ 738151 w 738151"/>
              <a:gd name="csY7" fmla="*/ 1731902 h 2242086"/>
              <a:gd name="csX8" fmla="*/ 344564 w 738151"/>
              <a:gd name="csY8" fmla="*/ 2229116 h 2242086"/>
              <a:gd name="csX9" fmla="*/ 190837 w 738151"/>
              <a:gd name="csY9" fmla="*/ 2242086 h 2242086"/>
              <a:gd name="csX10" fmla="*/ 0 w 738151"/>
              <a:gd name="csY10" fmla="*/ 2051249 h 2242086"/>
              <a:gd name="csX11" fmla="*/ 0 w 738151"/>
              <a:gd name="csY11" fmla="*/ 235287 h 2242086"/>
              <a:gd name="csX0" fmla="*/ 0 w 738151"/>
              <a:gd name="csY0" fmla="*/ 235287 h 2242086"/>
              <a:gd name="csX1" fmla="*/ 243753 w 738151"/>
              <a:gd name="csY1" fmla="*/ 0 h 2242086"/>
              <a:gd name="csX2" fmla="*/ 526085 w 738151"/>
              <a:gd name="csY2" fmla="*/ 337533 h 2242086"/>
              <a:gd name="csX3" fmla="*/ 670306 w 738151"/>
              <a:gd name="csY3" fmla="*/ 539435 h 2242086"/>
              <a:gd name="csX4" fmla="*/ 559586 w 738151"/>
              <a:gd name="csY4" fmla="*/ 713114 h 2242086"/>
              <a:gd name="csX5" fmla="*/ 430835 w 738151"/>
              <a:gd name="csY5" fmla="*/ 1099533 h 2242086"/>
              <a:gd name="csX6" fmla="*/ 523067 w 738151"/>
              <a:gd name="csY6" fmla="*/ 1490577 h 2242086"/>
              <a:gd name="csX7" fmla="*/ 738151 w 738151"/>
              <a:gd name="csY7" fmla="*/ 1731902 h 2242086"/>
              <a:gd name="csX8" fmla="*/ 344564 w 738151"/>
              <a:gd name="csY8" fmla="*/ 2229116 h 2242086"/>
              <a:gd name="csX9" fmla="*/ 190837 w 738151"/>
              <a:gd name="csY9" fmla="*/ 2242086 h 2242086"/>
              <a:gd name="csX10" fmla="*/ 0 w 738151"/>
              <a:gd name="csY10" fmla="*/ 2051249 h 2242086"/>
              <a:gd name="csX11" fmla="*/ 0 w 738151"/>
              <a:gd name="csY11" fmla="*/ 235287 h 2242086"/>
              <a:gd name="csX0" fmla="*/ 0 w 738151"/>
              <a:gd name="csY0" fmla="*/ 235287 h 2328446"/>
              <a:gd name="csX1" fmla="*/ 243753 w 738151"/>
              <a:gd name="csY1" fmla="*/ 0 h 2328446"/>
              <a:gd name="csX2" fmla="*/ 526085 w 738151"/>
              <a:gd name="csY2" fmla="*/ 337533 h 2328446"/>
              <a:gd name="csX3" fmla="*/ 670306 w 738151"/>
              <a:gd name="csY3" fmla="*/ 539435 h 2328446"/>
              <a:gd name="csX4" fmla="*/ 559586 w 738151"/>
              <a:gd name="csY4" fmla="*/ 713114 h 2328446"/>
              <a:gd name="csX5" fmla="*/ 430835 w 738151"/>
              <a:gd name="csY5" fmla="*/ 1099533 h 2328446"/>
              <a:gd name="csX6" fmla="*/ 523067 w 738151"/>
              <a:gd name="csY6" fmla="*/ 1490577 h 2328446"/>
              <a:gd name="csX7" fmla="*/ 738151 w 738151"/>
              <a:gd name="csY7" fmla="*/ 1731902 h 2328446"/>
              <a:gd name="csX8" fmla="*/ 344564 w 738151"/>
              <a:gd name="csY8" fmla="*/ 2229116 h 2328446"/>
              <a:gd name="csX9" fmla="*/ 200997 w 738151"/>
              <a:gd name="csY9" fmla="*/ 2328446 h 2328446"/>
              <a:gd name="csX10" fmla="*/ 0 w 738151"/>
              <a:gd name="csY10" fmla="*/ 2051249 h 2328446"/>
              <a:gd name="csX11" fmla="*/ 0 w 738151"/>
              <a:gd name="csY11" fmla="*/ 235287 h 2328446"/>
              <a:gd name="csX0" fmla="*/ 0 w 738151"/>
              <a:gd name="csY0" fmla="*/ 235287 h 2329799"/>
              <a:gd name="csX1" fmla="*/ 243753 w 738151"/>
              <a:gd name="csY1" fmla="*/ 0 h 2329799"/>
              <a:gd name="csX2" fmla="*/ 526085 w 738151"/>
              <a:gd name="csY2" fmla="*/ 337533 h 2329799"/>
              <a:gd name="csX3" fmla="*/ 670306 w 738151"/>
              <a:gd name="csY3" fmla="*/ 539435 h 2329799"/>
              <a:gd name="csX4" fmla="*/ 559586 w 738151"/>
              <a:gd name="csY4" fmla="*/ 713114 h 2329799"/>
              <a:gd name="csX5" fmla="*/ 430835 w 738151"/>
              <a:gd name="csY5" fmla="*/ 1099533 h 2329799"/>
              <a:gd name="csX6" fmla="*/ 523067 w 738151"/>
              <a:gd name="csY6" fmla="*/ 1490577 h 2329799"/>
              <a:gd name="csX7" fmla="*/ 738151 w 738151"/>
              <a:gd name="csY7" fmla="*/ 1731902 h 2329799"/>
              <a:gd name="csX8" fmla="*/ 344564 w 738151"/>
              <a:gd name="csY8" fmla="*/ 2229116 h 2329799"/>
              <a:gd name="csX9" fmla="*/ 200997 w 738151"/>
              <a:gd name="csY9" fmla="*/ 2328446 h 2329799"/>
              <a:gd name="csX10" fmla="*/ 0 w 738151"/>
              <a:gd name="csY10" fmla="*/ 2051249 h 2329799"/>
              <a:gd name="csX11" fmla="*/ 0 w 738151"/>
              <a:gd name="csY11" fmla="*/ 235287 h 2329799"/>
              <a:gd name="csX0" fmla="*/ 0 w 738151"/>
              <a:gd name="csY0" fmla="*/ 235287 h 2330165"/>
              <a:gd name="csX1" fmla="*/ 243753 w 738151"/>
              <a:gd name="csY1" fmla="*/ 0 h 2330165"/>
              <a:gd name="csX2" fmla="*/ 526085 w 738151"/>
              <a:gd name="csY2" fmla="*/ 337533 h 2330165"/>
              <a:gd name="csX3" fmla="*/ 670306 w 738151"/>
              <a:gd name="csY3" fmla="*/ 539435 h 2330165"/>
              <a:gd name="csX4" fmla="*/ 559586 w 738151"/>
              <a:gd name="csY4" fmla="*/ 713114 h 2330165"/>
              <a:gd name="csX5" fmla="*/ 430835 w 738151"/>
              <a:gd name="csY5" fmla="*/ 1099533 h 2330165"/>
              <a:gd name="csX6" fmla="*/ 523067 w 738151"/>
              <a:gd name="csY6" fmla="*/ 1490577 h 2330165"/>
              <a:gd name="csX7" fmla="*/ 738151 w 738151"/>
              <a:gd name="csY7" fmla="*/ 1731902 h 2330165"/>
              <a:gd name="csX8" fmla="*/ 339802 w 738151"/>
              <a:gd name="csY8" fmla="*/ 2248166 h 2330165"/>
              <a:gd name="csX9" fmla="*/ 200997 w 738151"/>
              <a:gd name="csY9" fmla="*/ 2328446 h 2330165"/>
              <a:gd name="csX10" fmla="*/ 0 w 738151"/>
              <a:gd name="csY10" fmla="*/ 2051249 h 2330165"/>
              <a:gd name="csX11" fmla="*/ 0 w 738151"/>
              <a:gd name="csY11" fmla="*/ 235287 h 2330165"/>
              <a:gd name="csX0" fmla="*/ 0 w 738151"/>
              <a:gd name="csY0" fmla="*/ 235287 h 2330576"/>
              <a:gd name="csX1" fmla="*/ 243753 w 738151"/>
              <a:gd name="csY1" fmla="*/ 0 h 2330576"/>
              <a:gd name="csX2" fmla="*/ 526085 w 738151"/>
              <a:gd name="csY2" fmla="*/ 337533 h 2330576"/>
              <a:gd name="csX3" fmla="*/ 670306 w 738151"/>
              <a:gd name="csY3" fmla="*/ 539435 h 2330576"/>
              <a:gd name="csX4" fmla="*/ 559586 w 738151"/>
              <a:gd name="csY4" fmla="*/ 713114 h 2330576"/>
              <a:gd name="csX5" fmla="*/ 430835 w 738151"/>
              <a:gd name="csY5" fmla="*/ 1099533 h 2330576"/>
              <a:gd name="csX6" fmla="*/ 523067 w 738151"/>
              <a:gd name="csY6" fmla="*/ 1490577 h 2330576"/>
              <a:gd name="csX7" fmla="*/ 738151 w 738151"/>
              <a:gd name="csY7" fmla="*/ 1731902 h 2330576"/>
              <a:gd name="csX8" fmla="*/ 339802 w 738151"/>
              <a:gd name="csY8" fmla="*/ 2248166 h 2330576"/>
              <a:gd name="csX9" fmla="*/ 200997 w 738151"/>
              <a:gd name="csY9" fmla="*/ 2328446 h 2330576"/>
              <a:gd name="csX10" fmla="*/ 0 w 738151"/>
              <a:gd name="csY10" fmla="*/ 2051249 h 2330576"/>
              <a:gd name="csX11" fmla="*/ 0 w 738151"/>
              <a:gd name="csY11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432515 w 1170666"/>
              <a:gd name="csY10" fmla="*/ 2051249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432515 w 1170666"/>
              <a:gd name="csY10" fmla="*/ 2051249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432515 w 1170666"/>
              <a:gd name="csY10" fmla="*/ 2051249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39233 w 1170666"/>
              <a:gd name="csY10" fmla="*/ 2076649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39233 w 1170666"/>
              <a:gd name="csY10" fmla="*/ 2076649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39233 w 1170666"/>
              <a:gd name="csY10" fmla="*/ 2076649 h 2330576"/>
              <a:gd name="csX11" fmla="*/ 0 w 1170666"/>
              <a:gd name="csY11" fmla="*/ 1127049 h 2330576"/>
              <a:gd name="csX12" fmla="*/ 347713 w 1170666"/>
              <a:gd name="csY12" fmla="*/ 286087 h 2330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70666" h="2330576">
                <a:moveTo>
                  <a:pt x="347713" y="286087"/>
                </a:moveTo>
                <a:cubicBezTo>
                  <a:pt x="407074" y="197624"/>
                  <a:pt x="570872" y="0"/>
                  <a:pt x="676268" y="0"/>
                </a:cubicBezTo>
                <a:cubicBezTo>
                  <a:pt x="755835" y="23391"/>
                  <a:pt x="840589" y="178836"/>
                  <a:pt x="958600" y="337533"/>
                </a:cubicBezTo>
                <a:cubicBezTo>
                  <a:pt x="1038511" y="420030"/>
                  <a:pt x="1089124" y="483188"/>
                  <a:pt x="1102821" y="539435"/>
                </a:cubicBezTo>
                <a:cubicBezTo>
                  <a:pt x="1206100" y="554252"/>
                  <a:pt x="1036551" y="633118"/>
                  <a:pt x="992101" y="713114"/>
                </a:cubicBezTo>
                <a:cubicBezTo>
                  <a:pt x="949366" y="800466"/>
                  <a:pt x="885664" y="940323"/>
                  <a:pt x="863350" y="1099533"/>
                </a:cubicBezTo>
                <a:cubicBezTo>
                  <a:pt x="870669" y="1214293"/>
                  <a:pt x="916710" y="1378479"/>
                  <a:pt x="955582" y="1490577"/>
                </a:cubicBezTo>
                <a:cubicBezTo>
                  <a:pt x="1007154" y="1592092"/>
                  <a:pt x="1150255" y="1698958"/>
                  <a:pt x="1170666" y="1731902"/>
                </a:cubicBezTo>
                <a:cubicBezTo>
                  <a:pt x="1096582" y="1794965"/>
                  <a:pt x="851772" y="2202770"/>
                  <a:pt x="772317" y="2248166"/>
                </a:cubicBezTo>
                <a:cubicBezTo>
                  <a:pt x="740336" y="2295564"/>
                  <a:pt x="722008" y="2341056"/>
                  <a:pt x="633512" y="2328446"/>
                </a:cubicBezTo>
                <a:cubicBezTo>
                  <a:pt x="528116" y="2328446"/>
                  <a:pt x="428274" y="2186278"/>
                  <a:pt x="339233" y="2076649"/>
                </a:cubicBezTo>
                <a:cubicBezTo>
                  <a:pt x="46658" y="1779871"/>
                  <a:pt x="4248" y="1470393"/>
                  <a:pt x="0" y="1127049"/>
                </a:cubicBezTo>
                <a:cubicBezTo>
                  <a:pt x="115904" y="846728"/>
                  <a:pt x="180928" y="549475"/>
                  <a:pt x="347713" y="28608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00F446-35E2-7650-28B4-470CB70E491B}"/>
                  </a:ext>
                </a:extLst>
              </p:cNvPr>
              <p:cNvSpPr txBox="1"/>
              <p:nvPr/>
            </p:nvSpPr>
            <p:spPr>
              <a:xfrm>
                <a:off x="1371507" y="2631186"/>
                <a:ext cx="14058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𝐎𝐒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00F446-35E2-7650-28B4-470CB70E4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507" y="2631186"/>
                <a:ext cx="1405833" cy="276999"/>
              </a:xfrm>
              <a:prstGeom prst="rect">
                <a:avLst/>
              </a:prstGeom>
              <a:blipFill>
                <a:blip r:embed="rId36"/>
                <a:stretch>
                  <a:fillRect l="-6494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8F0E1F-25AF-C659-327B-9148235846B8}"/>
                  </a:ext>
                </a:extLst>
              </p:cNvPr>
              <p:cNvSpPr txBox="1"/>
              <p:nvPr/>
            </p:nvSpPr>
            <p:spPr>
              <a:xfrm>
                <a:off x="1371507" y="3823666"/>
                <a:ext cx="24781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ko-KR" altLang="en-US" b="1" dirty="0"/>
                  <a:t> </a:t>
                </a:r>
                <a:r>
                  <a:rPr lang="en-US" altLang="ko-KR" b="1" dirty="0"/>
                  <a:t>[sec]</a:t>
                </a:r>
                <a:endParaRPr lang="ko-KR" altLang="en-US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8F0E1F-25AF-C659-327B-914823584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507" y="3823666"/>
                <a:ext cx="2478179" cy="276999"/>
              </a:xfrm>
              <a:prstGeom prst="rect">
                <a:avLst/>
              </a:prstGeom>
              <a:blipFill>
                <a:blip r:embed="rId37"/>
                <a:stretch>
                  <a:fillRect l="-3440" t="-28261" r="-5160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92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F3AF-C166-0C04-66A1-0D5993CC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60BBB857-95D9-6038-4443-4A459551755E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7CC8389-4BA5-0100-F8A6-70AFB80D5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79425D-C2CB-C8F6-F3C9-E820AD94CDCB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B. Selecting parameters &amp; Controller 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73B56-B25C-B675-36F3-DF69F833D5F1}"/>
              </a:ext>
            </a:extLst>
          </p:cNvPr>
          <p:cNvSpPr txBox="1"/>
          <p:nvPr/>
        </p:nvSpPr>
        <p:spPr>
          <a:xfrm>
            <a:off x="531748" y="1505100"/>
            <a:ext cx="11128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PI 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선정한 이유 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- DC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성분이 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0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이다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. W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무한대가 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1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이다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. 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우리가 논하는 것은 중간 뿐이다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 </a:t>
            </a:r>
            <a:endParaRPr lang="ko-KR" altLang="en-US" sz="15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443BE9F6-85A7-4DCF-1076-3C7C0653B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402550"/>
                  </p:ext>
                </p:extLst>
              </p:nvPr>
            </p:nvGraphicFramePr>
            <p:xfrm>
              <a:off x="1632406" y="3558089"/>
              <a:ext cx="8927187" cy="263604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3970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3165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𝒄𝒍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𝑪𝑳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𝝎</m:t>
                                        </m:r>
                                      </m:e>
                                      <m:sub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𝒎𝒂𝒙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2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443BE9F6-85A7-4DCF-1076-3C7C0653B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402550"/>
                  </p:ext>
                </p:extLst>
              </p:nvPr>
            </p:nvGraphicFramePr>
            <p:xfrm>
              <a:off x="1632406" y="3558089"/>
              <a:ext cx="8927187" cy="263604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3970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3165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39039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563" r="-366667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1563" r="-285000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1563" r="-402941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051" t="-1563" r="-190254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448" t="-1563" r="-121182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6198" t="-1563" r="-1653" b="-72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69892" r="-366667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69892" r="-285000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69892" r="-402941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051" t="-69892" r="-190254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71739" r="-366667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171739" r="-285000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171739" r="-402941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051" t="-171739" r="-190254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448" t="-171739" r="-121182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268817" r="-366667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268817" r="-285000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268817" r="-402941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372826" r="-36666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372826" r="-285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372826" r="-40294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448" t="-372826" r="-12118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1209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FB64-8DDF-67AF-A9E9-9C79EF9B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4B38EE40-804D-2DED-A039-A93B26C8F8B2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E28C9AD-0FA1-39CE-FA3F-A3865FDCED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F8547A-9BEA-1BE7-D335-4A2E2A3564EF}"/>
              </a:ext>
            </a:extLst>
          </p:cNvPr>
          <p:cNvSpPr txBox="1"/>
          <p:nvPr/>
        </p:nvSpPr>
        <p:spPr>
          <a:xfrm>
            <a:off x="137668" y="1103318"/>
            <a:ext cx="6453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10D4C1-F37F-8089-B082-EAF74F289E12}"/>
              </a:ext>
            </a:extLst>
          </p:cNvPr>
          <p:cNvSpPr txBox="1"/>
          <p:nvPr/>
        </p:nvSpPr>
        <p:spPr>
          <a:xfrm>
            <a:off x="531749" y="1684433"/>
            <a:ext cx="11128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- </a:t>
            </a:r>
            <a:r>
              <a:rPr lang="en-US" altLang="ko-KR" sz="1500" dirty="0">
                <a:ea typeface="HY견고딕" panose="02030600000101010101" pitchFamily="18" charset="-127"/>
              </a:rPr>
              <a:t>Selection of the Control Structure</a:t>
            </a:r>
            <a:endParaRPr lang="ko-KR" altLang="en-US" sz="1500" dirty="0"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677914-8CCB-70E2-5DE4-88AEDCC0847E}"/>
                  </a:ext>
                </a:extLst>
              </p:cNvPr>
              <p:cNvSpPr txBox="1"/>
              <p:nvPr/>
            </p:nvSpPr>
            <p:spPr>
              <a:xfrm>
                <a:off x="1122590" y="3194120"/>
                <a:ext cx="9424908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500" dirty="0"/>
                  <a:t>The PID controller shapes the closed-loop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5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ko-KR" altLang="ar-AE" sz="1500" i="1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</m:oMath>
                </a14:m>
                <a:r>
                  <a:rPr lang="en-US" altLang="ko-KR" sz="1500" dirty="0"/>
                  <a:t> by determining its pole–zero structure.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500" dirty="0"/>
                  <a:t>By adjusting the pole-zero placement of the closed-loop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500" dirty="0"/>
                  <a:t>, the system characteristics can be shaped.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677914-8CCB-70E2-5DE4-88AEDCC08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590" y="3194120"/>
                <a:ext cx="9424908" cy="784830"/>
              </a:xfrm>
              <a:prstGeom prst="rect">
                <a:avLst/>
              </a:prstGeom>
              <a:blipFill>
                <a:blip r:embed="rId3"/>
                <a:stretch>
                  <a:fillRect l="-194" t="-1550" b="-69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8D48CC5-B305-98D5-3675-96154422073F}"/>
              </a:ext>
            </a:extLst>
          </p:cNvPr>
          <p:cNvSpPr txBox="1"/>
          <p:nvPr/>
        </p:nvSpPr>
        <p:spPr>
          <a:xfrm>
            <a:off x="888674" y="2004677"/>
            <a:ext cx="61055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Closed-Loop System Shaping Using PID Control</a:t>
            </a:r>
            <a:endParaRPr lang="ko-KR" alt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89E18F-D366-05C2-2FDF-18D3D0BD6490}"/>
                  </a:ext>
                </a:extLst>
              </p:cNvPr>
              <p:cNvSpPr txBox="1"/>
              <p:nvPr/>
            </p:nvSpPr>
            <p:spPr>
              <a:xfrm>
                <a:off x="1504026" y="2436585"/>
                <a:ext cx="9183948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𝑐𝑙</m:t>
                          </m:r>
                        </m:sub>
                      </m:sSub>
                      <m:d>
                        <m:d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∎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)(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89E18F-D366-05C2-2FDF-18D3D0BD6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026" y="2436585"/>
                <a:ext cx="9183948" cy="6712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C1E546-A4C1-DE33-799D-E538EC28B01C}"/>
                  </a:ext>
                </a:extLst>
              </p:cNvPr>
              <p:cNvSpPr txBox="1"/>
              <p:nvPr/>
            </p:nvSpPr>
            <p:spPr>
              <a:xfrm>
                <a:off x="1388533" y="4192161"/>
                <a:ext cx="2283254" cy="443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C1E546-A4C1-DE33-799D-E538EC28B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533" y="4192161"/>
                <a:ext cx="2283254" cy="443711"/>
              </a:xfrm>
              <a:prstGeom prst="rect">
                <a:avLst/>
              </a:prstGeom>
              <a:blipFill>
                <a:blip r:embed="rId5"/>
                <a:stretch>
                  <a:fillRect l="-5882" t="-1389" r="-535" b="-9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F9DD03-9E69-1334-95A7-D92A4418A988}"/>
                  </a:ext>
                </a:extLst>
              </p:cNvPr>
              <p:cNvSpPr txBox="1"/>
              <p:nvPr/>
            </p:nvSpPr>
            <p:spPr>
              <a:xfrm>
                <a:off x="1388533" y="4813313"/>
                <a:ext cx="2179636" cy="471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F9DD03-9E69-1334-95A7-D92A4418A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533" y="4813313"/>
                <a:ext cx="2179636" cy="471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C1C905-6D9D-A06C-CABA-359F382E410A}"/>
                  </a:ext>
                </a:extLst>
              </p:cNvPr>
              <p:cNvSpPr txBox="1"/>
              <p:nvPr/>
            </p:nvSpPr>
            <p:spPr>
              <a:xfrm>
                <a:off x="1388533" y="5469795"/>
                <a:ext cx="1347485" cy="471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C1C905-6D9D-A06C-CABA-359F382E4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533" y="5469795"/>
                <a:ext cx="1347485" cy="471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62B9076C-FC85-89FF-C6E0-9445D6C543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3721" y="3964725"/>
            <a:ext cx="7074962" cy="216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76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C72A4-0D7A-8FC9-9D49-34CEF23B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EFD2BC4A-4AB4-D24C-5F93-AD77AEECCE16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DE961D6-B2EE-A8B7-DA91-018398DCD6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582E12-0810-82AC-90EE-C961093C2A1B}"/>
              </a:ext>
            </a:extLst>
          </p:cNvPr>
          <p:cNvSpPr txBox="1"/>
          <p:nvPr/>
        </p:nvSpPr>
        <p:spPr>
          <a:xfrm>
            <a:off x="137668" y="1103318"/>
            <a:ext cx="605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9C44DD-8957-3A8E-738B-451F7C0BE733}"/>
                  </a:ext>
                </a:extLst>
              </p:cNvPr>
              <p:cNvSpPr txBox="1"/>
              <p:nvPr/>
            </p:nvSpPr>
            <p:spPr>
              <a:xfrm>
                <a:off x="531749" y="1703483"/>
                <a:ext cx="111285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+mn-ea"/>
                  </a:rPr>
                  <a:t>- Natural frequency </a:t>
                </a:r>
                <a14:m>
                  <m:oMath xmlns:m="http://schemas.openxmlformats.org/officeDocument/2006/math">
                    <m:r>
                      <a:rPr lang="en-US" altLang="ko-KR" sz="1500" b="1" dirty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( </m:t>
                    </m:r>
                    <m:sSub>
                      <m:sSubPr>
                        <m:ctrlPr>
                          <a:rPr lang="en-US" altLang="ko-KR" sz="15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sz="15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ko-KR" sz="15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ko-KR" sz="1500" b="1" i="1" dirty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 )</m:t>
                    </m:r>
                  </m:oMath>
                </a14:m>
                <a:endParaRPr lang="ko-KR" altLang="en-US" sz="1500" b="1" dirty="0"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9C44DD-8957-3A8E-738B-451F7C0BE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49" y="1703483"/>
                <a:ext cx="11128502" cy="369332"/>
              </a:xfrm>
              <a:prstGeom prst="rect">
                <a:avLst/>
              </a:prstGeom>
              <a:blipFill>
                <a:blip r:embed="rId3"/>
                <a:stretch>
                  <a:fillRect l="-43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86A66C2-7636-692E-A0EA-6454111F177E}"/>
              </a:ext>
            </a:extLst>
          </p:cNvPr>
          <p:cNvSpPr txBox="1"/>
          <p:nvPr/>
        </p:nvSpPr>
        <p:spPr>
          <a:xfrm>
            <a:off x="1122590" y="2168600"/>
            <a:ext cx="9424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 higher natural frequency results in a shorter rise time of the system response, while a lower natural frequency leads to a slower rise time.</a:t>
            </a:r>
            <a:endParaRPr lang="ko-KR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40A36C-A7BC-EDC5-AA89-FA09CAD6D22E}"/>
                  </a:ext>
                </a:extLst>
              </p:cNvPr>
              <p:cNvSpPr txBox="1"/>
              <p:nvPr/>
            </p:nvSpPr>
            <p:spPr>
              <a:xfrm>
                <a:off x="2283923" y="5906517"/>
                <a:ext cx="7624154" cy="317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/>
                  <a:t>[Effect of Natural frequency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400" dirty="0"/>
                  <a:t>) on System Dynamics: Time Response and Pole Locations]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40A36C-A7BC-EDC5-AA89-FA09CAD6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923" y="5906517"/>
                <a:ext cx="7624154" cy="317844"/>
              </a:xfrm>
              <a:prstGeom prst="rect">
                <a:avLst/>
              </a:prstGeom>
              <a:blipFill>
                <a:blip r:embed="rId4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CF2B78-401B-C4EF-30BA-1B6366744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49" y="3151882"/>
            <a:ext cx="5807712" cy="2602800"/>
          </a:xfrm>
          <a:prstGeom prst="rect">
            <a:avLst/>
          </a:prstGeom>
        </p:spPr>
      </p:pic>
      <p:pic>
        <p:nvPicPr>
          <p:cNvPr id="5" name="그림 4" descr="텍스트, 그래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50D8CF-F41A-C9D6-9470-4463B19010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436" y="3151882"/>
            <a:ext cx="4814028" cy="26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42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2694-3122-BF3C-618B-0B1526B35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2C677E72-D81B-D904-49C8-A49D722F6A75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CE38D59-EFDC-C9D3-5E70-CA6D7420B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4A8F03-4F15-2D77-A0F8-8BD040891EEF}"/>
              </a:ext>
            </a:extLst>
          </p:cNvPr>
          <p:cNvSpPr txBox="1"/>
          <p:nvPr/>
        </p:nvSpPr>
        <p:spPr>
          <a:xfrm>
            <a:off x="137668" y="1103318"/>
            <a:ext cx="605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ECAA5D-C4CF-EF94-8D1B-135141970A21}"/>
                  </a:ext>
                </a:extLst>
              </p:cNvPr>
              <p:cNvSpPr txBox="1"/>
              <p:nvPr/>
            </p:nvSpPr>
            <p:spPr>
              <a:xfrm>
                <a:off x="531749" y="1703483"/>
                <a:ext cx="111285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+mn-ea"/>
                  </a:rPr>
                  <a:t>- Natural frequency </a:t>
                </a:r>
                <a14:m>
                  <m:oMath xmlns:m="http://schemas.openxmlformats.org/officeDocument/2006/math">
                    <m:r>
                      <a:rPr lang="en-US" altLang="ko-KR" sz="1500" b="1" dirty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( </m:t>
                    </m:r>
                    <m:sSub>
                      <m:sSubPr>
                        <m:ctrlPr>
                          <a:rPr lang="en-US" altLang="ko-KR" sz="15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sz="15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ko-KR" sz="15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ko-KR" sz="1500" b="1" i="1" dirty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 )</m:t>
                    </m:r>
                  </m:oMath>
                </a14:m>
                <a:endParaRPr lang="ko-KR" altLang="en-US" sz="1500" b="1" dirty="0"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9C44DD-8957-3A8E-738B-451F7C0BE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49" y="1703483"/>
                <a:ext cx="11128502" cy="369332"/>
              </a:xfrm>
              <a:prstGeom prst="rect">
                <a:avLst/>
              </a:prstGeom>
              <a:blipFill>
                <a:blip r:embed="rId3"/>
                <a:stretch>
                  <a:fillRect l="-43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7CFD019-10E5-AE92-A189-A2ACDB9B144D}"/>
              </a:ext>
            </a:extLst>
          </p:cNvPr>
          <p:cNvSpPr txBox="1"/>
          <p:nvPr/>
        </p:nvSpPr>
        <p:spPr>
          <a:xfrm>
            <a:off x="1122590" y="2168600"/>
            <a:ext cx="9424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 higher natural frequency results in a shorter rise time of the system response, while a lower natural frequency leads to a slower rise time.</a:t>
            </a:r>
            <a:endParaRPr lang="ko-KR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2E161C-C941-92BA-AF81-F588CFA2FE02}"/>
                  </a:ext>
                </a:extLst>
              </p:cNvPr>
              <p:cNvSpPr txBox="1"/>
              <p:nvPr/>
            </p:nvSpPr>
            <p:spPr>
              <a:xfrm>
                <a:off x="2283923" y="5906517"/>
                <a:ext cx="7624154" cy="317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/>
                  <a:t>[Effect of Natural frequency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400" dirty="0"/>
                  <a:t>) on System Dynamics: Time Response and Pole Locations]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40A36C-A7BC-EDC5-AA89-FA09CAD6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923" y="5906517"/>
                <a:ext cx="7624154" cy="317844"/>
              </a:xfrm>
              <a:prstGeom prst="rect">
                <a:avLst/>
              </a:prstGeom>
              <a:blipFill>
                <a:blip r:embed="rId4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7992CA-D20D-6BAB-945D-B3959135B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49" y="3151882"/>
            <a:ext cx="5807712" cy="2602800"/>
          </a:xfrm>
          <a:prstGeom prst="rect">
            <a:avLst/>
          </a:prstGeom>
        </p:spPr>
      </p:pic>
      <p:pic>
        <p:nvPicPr>
          <p:cNvPr id="5" name="그림 4" descr="텍스트, 그래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29F4A2-B928-7676-E6AA-98079FC2E5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436" y="3151882"/>
            <a:ext cx="4814028" cy="260280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6F264B4D-A48D-C9B0-C347-C0C48C29BDCA}"/>
              </a:ext>
            </a:extLst>
          </p:cNvPr>
          <p:cNvGrpSpPr/>
          <p:nvPr/>
        </p:nvGrpSpPr>
        <p:grpSpPr>
          <a:xfrm>
            <a:off x="1136370" y="3841370"/>
            <a:ext cx="3983760" cy="1933200"/>
            <a:chOff x="1136370" y="3841370"/>
            <a:chExt cx="3983760" cy="19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32BEB45-CE65-1FE9-2087-AE346CEF239F}"/>
                    </a:ext>
                  </a:extLst>
                </p14:cNvPr>
                <p14:cNvContentPartPr/>
                <p14:nvPr/>
              </p14:nvContentPartPr>
              <p14:xfrm>
                <a:off x="1164450" y="4095530"/>
                <a:ext cx="75960" cy="10706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32BEB45-CE65-1FE9-2087-AE346CEF239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55450" y="4086890"/>
                  <a:ext cx="93600" cy="10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723BA64-E593-4585-3132-BBEE8AD8D1BF}"/>
                    </a:ext>
                  </a:extLst>
                </p14:cNvPr>
                <p14:cNvContentPartPr/>
                <p14:nvPr/>
              </p14:nvContentPartPr>
              <p14:xfrm>
                <a:off x="1136370" y="3983570"/>
                <a:ext cx="681120" cy="847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723BA64-E593-4585-3132-BBEE8AD8D1B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7730" y="3974930"/>
                  <a:ext cx="698760" cy="86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BC7F8F9-6805-A650-8D87-C719C8E8FB0E}"/>
                    </a:ext>
                  </a:extLst>
                </p14:cNvPr>
                <p14:cNvContentPartPr/>
                <p14:nvPr/>
              </p14:nvContentPartPr>
              <p14:xfrm>
                <a:off x="2040690" y="4335650"/>
                <a:ext cx="195480" cy="10512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BC7F8F9-6805-A650-8D87-C719C8E8FB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31690" y="4327010"/>
                  <a:ext cx="213120" cy="10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CF84215-98A5-A08B-D05D-A5B5A744B2F5}"/>
                    </a:ext>
                  </a:extLst>
                </p14:cNvPr>
                <p14:cNvContentPartPr/>
                <p14:nvPr/>
              </p14:nvContentPartPr>
              <p14:xfrm>
                <a:off x="2352810" y="4217930"/>
                <a:ext cx="898200" cy="15566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CF84215-98A5-A08B-D05D-A5B5A744B2F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44170" y="4208930"/>
                  <a:ext cx="915840" cy="15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7F23494-8BD3-F639-672F-46B44DE28956}"/>
                    </a:ext>
                  </a:extLst>
                </p14:cNvPr>
                <p14:cNvContentPartPr/>
                <p14:nvPr/>
              </p14:nvContentPartPr>
              <p14:xfrm>
                <a:off x="3256410" y="4127210"/>
                <a:ext cx="414720" cy="7056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7F23494-8BD3-F639-672F-46B44DE2895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47770" y="4118570"/>
                  <a:ext cx="43236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C5AE270-E6DD-50F0-C4C5-B51750F2AAEB}"/>
                    </a:ext>
                  </a:extLst>
                </p14:cNvPr>
                <p14:cNvContentPartPr/>
                <p14:nvPr/>
              </p14:nvContentPartPr>
              <p14:xfrm>
                <a:off x="3765090" y="3841370"/>
                <a:ext cx="360" cy="709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C5AE270-E6DD-50F0-C4C5-B51750F2AAE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56450" y="3832730"/>
                  <a:ext cx="18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8237279-1575-DF36-1FCF-681312AAB9D9}"/>
                    </a:ext>
                  </a:extLst>
                </p14:cNvPr>
                <p14:cNvContentPartPr/>
                <p14:nvPr/>
              </p14:nvContentPartPr>
              <p14:xfrm>
                <a:off x="3752130" y="4050890"/>
                <a:ext cx="102240" cy="3769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8237279-1575-DF36-1FCF-681312AAB9D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43130" y="4042250"/>
                  <a:ext cx="1198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4A067A9-6DA1-2769-505E-F2BEB51DE572}"/>
                    </a:ext>
                  </a:extLst>
                </p14:cNvPr>
                <p14:cNvContentPartPr/>
                <p14:nvPr/>
              </p14:nvContentPartPr>
              <p14:xfrm>
                <a:off x="4177650" y="4000130"/>
                <a:ext cx="170280" cy="3776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4A067A9-6DA1-2769-505E-F2BEB51DE57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68650" y="3991490"/>
                  <a:ext cx="1879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156A206-E0B4-A1AC-6591-3937AB2A04C3}"/>
                    </a:ext>
                  </a:extLst>
                </p14:cNvPr>
                <p14:cNvContentPartPr/>
                <p14:nvPr/>
              </p14:nvContentPartPr>
              <p14:xfrm>
                <a:off x="4266930" y="4019570"/>
                <a:ext cx="719280" cy="1144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156A206-E0B4-A1AC-6591-3937AB2A04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58290" y="4010570"/>
                  <a:ext cx="736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F8EAC99-6C3F-6136-14E3-8F277136AEF7}"/>
                    </a:ext>
                  </a:extLst>
                </p14:cNvPr>
                <p14:cNvContentPartPr/>
                <p14:nvPr/>
              </p14:nvContentPartPr>
              <p14:xfrm>
                <a:off x="4775250" y="3892130"/>
                <a:ext cx="344880" cy="606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F8EAC99-6C3F-6136-14E3-8F277136AEF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66610" y="3883490"/>
                  <a:ext cx="362520" cy="62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AEFCE36-C69B-E378-9DFB-FA50F4DBFDA0}"/>
              </a:ext>
            </a:extLst>
          </p:cNvPr>
          <p:cNvGrpSpPr/>
          <p:nvPr/>
        </p:nvGrpSpPr>
        <p:grpSpPr>
          <a:xfrm>
            <a:off x="7596210" y="3517730"/>
            <a:ext cx="1504080" cy="947520"/>
            <a:chOff x="7596210" y="3517730"/>
            <a:chExt cx="1504080" cy="9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4BDF5DB-40CD-07F7-F197-0407099C903D}"/>
                    </a:ext>
                  </a:extLst>
                </p14:cNvPr>
                <p14:cNvContentPartPr/>
                <p14:nvPr/>
              </p14:nvContentPartPr>
              <p14:xfrm>
                <a:off x="7666050" y="3517730"/>
                <a:ext cx="169920" cy="9475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4BDF5DB-40CD-07F7-F197-0407099C903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57410" y="3509090"/>
                  <a:ext cx="187560" cy="9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ACCE7952-9AA0-17F5-9F05-E8BBE9C02B17}"/>
                    </a:ext>
                  </a:extLst>
                </p14:cNvPr>
                <p14:cNvContentPartPr/>
                <p14:nvPr/>
              </p14:nvContentPartPr>
              <p14:xfrm>
                <a:off x="7596210" y="3625010"/>
                <a:ext cx="386280" cy="6800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ACCE7952-9AA0-17F5-9F05-E8BBE9C02B1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87570" y="3616010"/>
                  <a:ext cx="40392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E7472C2-4673-CCFA-D23A-39D6BFFD31BC}"/>
                    </a:ext>
                  </a:extLst>
                </p14:cNvPr>
                <p14:cNvContentPartPr/>
                <p14:nvPr/>
              </p14:nvContentPartPr>
              <p14:xfrm>
                <a:off x="8040450" y="3909770"/>
                <a:ext cx="256320" cy="1512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E7472C2-4673-CCFA-D23A-39D6BFFD31B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031450" y="3901130"/>
                  <a:ext cx="273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55594CB1-EFD7-67F8-8CC3-BAD9978C9F04}"/>
                    </a:ext>
                  </a:extLst>
                </p14:cNvPr>
                <p14:cNvContentPartPr/>
                <p14:nvPr/>
              </p14:nvContentPartPr>
              <p14:xfrm>
                <a:off x="8518890" y="3612770"/>
                <a:ext cx="230400" cy="6458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55594CB1-EFD7-67F8-8CC3-BAD9978C9F0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10250" y="3604130"/>
                  <a:ext cx="24804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54941440-E1AB-C295-3F5B-4901EB9C8C45}"/>
                    </a:ext>
                  </a:extLst>
                </p14:cNvPr>
                <p14:cNvContentPartPr/>
                <p14:nvPr/>
              </p14:nvContentPartPr>
              <p14:xfrm>
                <a:off x="8823090" y="3840650"/>
                <a:ext cx="277200" cy="3409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54941440-E1AB-C295-3F5B-4901EB9C8C4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814450" y="3831650"/>
                  <a:ext cx="294840" cy="35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25569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7418A-244E-2E4D-3692-321AB6B1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8E58FE3C-3835-BD96-EE71-2EEBB17536F1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6AD1453-EB74-4319-8C68-1654BFB03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916F2F-FA30-038D-1C37-1CCFE62B11E5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439332-1FC6-F778-E9BB-9B74BCFF120A}"/>
                  </a:ext>
                </a:extLst>
              </p:cNvPr>
              <p:cNvSpPr txBox="1"/>
              <p:nvPr/>
            </p:nvSpPr>
            <p:spPr>
              <a:xfrm>
                <a:off x="531749" y="1739832"/>
                <a:ext cx="11128502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500" b="1" dirty="0">
                    <a:latin typeface="+mn-ea"/>
                  </a:rPr>
                  <a:t>-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𝑮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(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𝒔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)</m:t>
                    </m:r>
                  </m:oMath>
                </a14:m>
                <a:r>
                  <a:rPr lang="en-US" altLang="ko-KR" sz="1500" b="1" dirty="0">
                    <a:latin typeface="+mn-ea"/>
                  </a:rPr>
                  <a:t> </a:t>
                </a:r>
                <a:endParaRPr lang="ko-KR" altLang="en-US" sz="1500" b="1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EB0AF1-135C-428F-AD2B-D0AFF8F79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49" y="1739832"/>
                <a:ext cx="11128502" cy="332912"/>
              </a:xfrm>
              <a:prstGeom prst="rect">
                <a:avLst/>
              </a:prstGeom>
              <a:blipFill>
                <a:blip r:embed="rId3"/>
                <a:stretch>
                  <a:fillRect l="-219" t="-1818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D9D1AA-D69C-0E5B-DBFD-70A77BC16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78" y="2436217"/>
            <a:ext cx="3842272" cy="24350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3C68EC6C-965D-4069-118D-F153E4A36C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9187716"/>
                  </p:ext>
                </p:extLst>
              </p:nvPr>
            </p:nvGraphicFramePr>
            <p:xfrm>
              <a:off x="5871918" y="2535007"/>
              <a:ext cx="5878122" cy="225025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59374">
                      <a:extLst>
                        <a:ext uri="{9D8B030D-6E8A-4147-A177-3AD203B41FA5}">
                          <a16:colId xmlns:a16="http://schemas.microsoft.com/office/drawing/2014/main" val="2110442842"/>
                        </a:ext>
                      </a:extLst>
                    </a:gridCol>
                    <a:gridCol w="1959374">
                      <a:extLst>
                        <a:ext uri="{9D8B030D-6E8A-4147-A177-3AD203B41FA5}">
                          <a16:colId xmlns:a16="http://schemas.microsoft.com/office/drawing/2014/main" val="4284830943"/>
                        </a:ext>
                      </a:extLst>
                    </a:gridCol>
                    <a:gridCol w="1959374">
                      <a:extLst>
                        <a:ext uri="{9D8B030D-6E8A-4147-A177-3AD203B41FA5}">
                          <a16:colId xmlns:a16="http://schemas.microsoft.com/office/drawing/2014/main" val="3915205744"/>
                        </a:ext>
                      </a:extLst>
                    </a:gridCol>
                  </a:tblGrid>
                  <a:tr h="29675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500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𝒎𝒂𝒙</m:t>
                                    </m:r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𝒄𝒎𝒅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𝒎𝒊𝒏</m:t>
                                    </m:r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𝒄𝒎𝒅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4889167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5.000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5.067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2.208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0915338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6.000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4.213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3.055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9070882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7.000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4.102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3.163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2920855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8.000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4.930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2.413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17450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9.000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5.897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1.445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7500019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10.000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6.958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0.428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64177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3C68EC6C-965D-4069-118D-F153E4A36C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9187716"/>
                  </p:ext>
                </p:extLst>
              </p:nvPr>
            </p:nvGraphicFramePr>
            <p:xfrm>
              <a:off x="5871918" y="2535007"/>
              <a:ext cx="5878122" cy="225025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59374">
                      <a:extLst>
                        <a:ext uri="{9D8B030D-6E8A-4147-A177-3AD203B41FA5}">
                          <a16:colId xmlns:a16="http://schemas.microsoft.com/office/drawing/2014/main" val="2110442842"/>
                        </a:ext>
                      </a:extLst>
                    </a:gridCol>
                    <a:gridCol w="1959374">
                      <a:extLst>
                        <a:ext uri="{9D8B030D-6E8A-4147-A177-3AD203B41FA5}">
                          <a16:colId xmlns:a16="http://schemas.microsoft.com/office/drawing/2014/main" val="4284830943"/>
                        </a:ext>
                      </a:extLst>
                    </a:gridCol>
                    <a:gridCol w="1959374">
                      <a:extLst>
                        <a:ext uri="{9D8B030D-6E8A-4147-A177-3AD203B41FA5}">
                          <a16:colId xmlns:a16="http://schemas.microsoft.com/office/drawing/2014/main" val="3915205744"/>
                        </a:ext>
                      </a:extLst>
                    </a:gridCol>
                  </a:tblGrid>
                  <a:tr h="3300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1852" r="-200932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1852" r="-101558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852" r="-1242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4889167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103774" r="-200932" b="-5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103774" r="-101558" b="-5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03774" r="-1242" b="-5113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0915338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203774" r="-200932" b="-4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203774" r="-101558" b="-4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203774" r="-1242" b="-4113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9070882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309615" r="-200932" b="-3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309615" r="-101558" b="-3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309615" r="-1242" b="-31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920855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401887" r="-200932" b="-2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401887" r="-101558" b="-2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401887" r="-1242" b="-213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7450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511538" r="-200932" b="-1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511538" r="-101558" b="-1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511538" r="-1242" b="-117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500019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600000" r="-200932" b="-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600000" r="-101558" b="-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600000" r="-1242" b="-150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4177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72041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312B-0761-1C82-A59E-BDCCEA11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84E51727-8369-0294-2359-402C49E51653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265F199-3E39-CCB1-4151-1ABB891EA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3AB914-9EF0-576F-D66B-9614E9CBB224}"/>
              </a:ext>
            </a:extLst>
          </p:cNvPr>
          <p:cNvSpPr txBox="1"/>
          <p:nvPr/>
        </p:nvSpPr>
        <p:spPr>
          <a:xfrm>
            <a:off x="137668" y="1103318"/>
            <a:ext cx="6447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A275D-05AE-0826-2F80-00188591FF3C}"/>
              </a:ext>
            </a:extLst>
          </p:cNvPr>
          <p:cNvSpPr txBox="1"/>
          <p:nvPr/>
        </p:nvSpPr>
        <p:spPr>
          <a:xfrm>
            <a:off x="531749" y="1703483"/>
            <a:ext cx="11128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- </a:t>
            </a:r>
            <a:r>
              <a:rPr lang="en-US" altLang="ko-KR" sz="1500" dirty="0">
                <a:ea typeface="HY견고딕" panose="02030600000101010101" pitchFamily="18" charset="-127"/>
              </a:rPr>
              <a:t>Selection of the Control Structure</a:t>
            </a:r>
            <a:endParaRPr lang="ko-KR" altLang="en-US" sz="1500" dirty="0"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AE401-F7B6-F0BE-8824-8AECEF8FBA88}"/>
              </a:ext>
            </a:extLst>
          </p:cNvPr>
          <p:cNvSpPr txBox="1"/>
          <p:nvPr/>
        </p:nvSpPr>
        <p:spPr>
          <a:xfrm>
            <a:off x="1122590" y="2168600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Set gain</a:t>
            </a:r>
            <a:endParaRPr lang="ko-KR" altLang="en-US" sz="1500" b="1" dirty="0"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260392-9B7F-9A44-F4AC-4948EA2FC26D}"/>
                  </a:ext>
                </a:extLst>
              </p:cNvPr>
              <p:cNvSpPr txBox="1"/>
              <p:nvPr/>
            </p:nvSpPr>
            <p:spPr>
              <a:xfrm>
                <a:off x="2163590" y="2542693"/>
                <a:ext cx="2151486" cy="76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[−]</m:t>
                    </m:r>
                  </m:oMath>
                </a14:m>
                <a:r>
                  <a:rPr lang="en-US" altLang="ko-KR" sz="2000" dirty="0"/>
                  <a:t>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28 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sz="20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260392-9B7F-9A44-F4AC-4948EA2FC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590" y="2542693"/>
                <a:ext cx="2151486" cy="761106"/>
              </a:xfrm>
              <a:prstGeom prst="rect">
                <a:avLst/>
              </a:prstGeom>
              <a:blipFill>
                <a:blip r:embed="rId3"/>
                <a:stretch>
                  <a:fillRect l="-5382" r="-567" b="-144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145;p5">
            <a:extLst>
              <a:ext uri="{FF2B5EF4-FFF2-40B4-BE49-F238E27FC236}">
                <a16:creationId xmlns:a16="http://schemas.microsoft.com/office/drawing/2014/main" id="{C66F0CEF-64FD-99D4-D50A-60F24B6BA81C}"/>
              </a:ext>
            </a:extLst>
          </p:cNvPr>
          <p:cNvSpPr/>
          <p:nvPr/>
        </p:nvSpPr>
        <p:spPr>
          <a:xfrm>
            <a:off x="4504756" y="3007958"/>
            <a:ext cx="452963" cy="138349"/>
          </a:xfrm>
          <a:prstGeom prst="rightArrow">
            <a:avLst>
              <a:gd name="adj1" fmla="val 20129"/>
              <a:gd name="adj2" fmla="val 73896"/>
            </a:avLst>
          </a:prstGeom>
          <a:solidFill>
            <a:schemeClr val="dk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DFC0C8-2A6E-93FC-D5FB-E55CD602CD68}"/>
                  </a:ext>
                </a:extLst>
              </p:cNvPr>
              <p:cNvSpPr txBox="1"/>
              <p:nvPr/>
            </p:nvSpPr>
            <p:spPr>
              <a:xfrm>
                <a:off x="2096681" y="4739018"/>
                <a:ext cx="2094291" cy="982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=0.3 [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sec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OS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=4.3214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</m:oMath>
                </a14:m>
                <a:r>
                  <a:rPr lang="en-US" altLang="ko-KR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=0.0789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DFC0C8-2A6E-93FC-D5FB-E55CD602C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681" y="4739018"/>
                <a:ext cx="2094291" cy="982833"/>
              </a:xfrm>
              <a:prstGeom prst="rect">
                <a:avLst/>
              </a:prstGeom>
              <a:blipFill>
                <a:blip r:embed="rId5"/>
                <a:stretch>
                  <a:fillRect l="-4373" b="-4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8207642-F2E7-7892-8D1A-DBD31AFC970D}"/>
              </a:ext>
            </a:extLst>
          </p:cNvPr>
          <p:cNvSpPr txBox="1"/>
          <p:nvPr/>
        </p:nvSpPr>
        <p:spPr>
          <a:xfrm>
            <a:off x="1122590" y="4152702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Performance Prediction</a:t>
            </a:r>
            <a:endParaRPr lang="ko-KR" altLang="en-US" sz="1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266B1-2353-66C4-0AA3-A132F8611993}"/>
                  </a:ext>
                </a:extLst>
              </p:cNvPr>
              <p:cNvSpPr txBox="1"/>
              <p:nvPr/>
            </p:nvSpPr>
            <p:spPr>
              <a:xfrm>
                <a:off x="4957719" y="4735089"/>
                <a:ext cx="2984791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GM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INF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PM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=87.4589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deg</m:t>
                        </m:r>
                      </m:e>
                    </m:d>
                  </m:oMath>
                </a14:m>
                <a:r>
                  <a:rPr lang="en-US" altLang="ko-KR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Bandwidth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=8.54 [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∕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sec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266B1-2353-66C4-0AA3-A132F8611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719" y="4735089"/>
                <a:ext cx="2984791" cy="830997"/>
              </a:xfrm>
              <a:prstGeom prst="rect">
                <a:avLst/>
              </a:prstGeom>
              <a:blipFill>
                <a:blip r:embed="rId6"/>
                <a:stretch>
                  <a:fillRect l="-2857" r="-408" b="-132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CF3466-9B32-BCE5-5002-DD94FCEDA983}"/>
                  </a:ext>
                </a:extLst>
              </p:cNvPr>
              <p:cNvSpPr txBox="1"/>
              <p:nvPr/>
            </p:nvSpPr>
            <p:spPr>
              <a:xfrm>
                <a:off x="5697486" y="2907022"/>
                <a:ext cx="3269100" cy="471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dirty="0"/>
                  <a:t>정 </a:t>
                </a:r>
                <a:r>
                  <a:rPr lang="en-US" altLang="ko-KR" dirty="0"/>
                  <a:t>[-]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CF3466-9B32-BCE5-5002-DD94FCEDA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486" y="2907022"/>
                <a:ext cx="3269100" cy="471604"/>
              </a:xfrm>
              <a:prstGeom prst="rect">
                <a:avLst/>
              </a:prstGeom>
              <a:blipFill>
                <a:blip r:embed="rId7"/>
                <a:stretch>
                  <a:fillRect r="-3731" b="-64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B840C3-0E66-2CDE-5753-BF7737C5C1D9}"/>
                  </a:ext>
                </a:extLst>
              </p:cNvPr>
              <p:cNvSpPr txBox="1"/>
              <p:nvPr/>
            </p:nvSpPr>
            <p:spPr>
              <a:xfrm>
                <a:off x="5697486" y="3563504"/>
                <a:ext cx="3370474" cy="471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=11.2907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찾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아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B840C3-0E66-2CDE-5753-BF7737C5C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486" y="3563504"/>
                <a:ext cx="3370474" cy="4716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그룹 31">
            <a:extLst>
              <a:ext uri="{FF2B5EF4-FFF2-40B4-BE49-F238E27FC236}">
                <a16:creationId xmlns:a16="http://schemas.microsoft.com/office/drawing/2014/main" id="{81F7AC87-5BF1-4C0E-2C4E-E3EB6CA5117B}"/>
              </a:ext>
            </a:extLst>
          </p:cNvPr>
          <p:cNvGrpSpPr/>
          <p:nvPr/>
        </p:nvGrpSpPr>
        <p:grpSpPr>
          <a:xfrm>
            <a:off x="2434170" y="4622520"/>
            <a:ext cx="2702880" cy="957960"/>
            <a:chOff x="2434170" y="4622520"/>
            <a:chExt cx="2702880" cy="9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0396EAB-F45B-B7A0-E224-5EFF78A9EE20}"/>
                    </a:ext>
                  </a:extLst>
                </p14:cNvPr>
                <p14:cNvContentPartPr/>
                <p14:nvPr/>
              </p14:nvContentPartPr>
              <p14:xfrm>
                <a:off x="2434170" y="4825560"/>
                <a:ext cx="133200" cy="3290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0396EAB-F45B-B7A0-E224-5EFF78A9EE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25530" y="4816920"/>
                  <a:ext cx="1508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D2B1092-327E-1782-1B44-4046FE10C59D}"/>
                    </a:ext>
                  </a:extLst>
                </p14:cNvPr>
                <p14:cNvContentPartPr/>
                <p14:nvPr/>
              </p14:nvContentPartPr>
              <p14:xfrm>
                <a:off x="2565210" y="4820520"/>
                <a:ext cx="673560" cy="4046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D2B1092-327E-1782-1B44-4046FE10C59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56570" y="4811520"/>
                  <a:ext cx="6912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3EB85E0-BF8C-E16D-9511-B8F82C067BF5}"/>
                    </a:ext>
                  </a:extLst>
                </p14:cNvPr>
                <p14:cNvContentPartPr/>
                <p14:nvPr/>
              </p14:nvContentPartPr>
              <p14:xfrm>
                <a:off x="3289170" y="4711440"/>
                <a:ext cx="306360" cy="4669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3EB85E0-BF8C-E16D-9511-B8F82C067BF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80530" y="4702800"/>
                  <a:ext cx="32400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F67048A-F5B6-E088-96F7-E811B7300194}"/>
                    </a:ext>
                  </a:extLst>
                </p14:cNvPr>
                <p14:cNvContentPartPr/>
                <p14:nvPr/>
              </p14:nvContentPartPr>
              <p14:xfrm>
                <a:off x="2876250" y="5330280"/>
                <a:ext cx="457560" cy="2502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F67048A-F5B6-E088-96F7-E811B730019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67610" y="5321640"/>
                  <a:ext cx="4752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6CA66DC-4F9E-D336-37B9-62FE747DB83D}"/>
                    </a:ext>
                  </a:extLst>
                </p14:cNvPr>
                <p14:cNvContentPartPr/>
                <p14:nvPr/>
              </p14:nvContentPartPr>
              <p14:xfrm>
                <a:off x="3378090" y="5352600"/>
                <a:ext cx="262440" cy="1040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6CA66DC-4F9E-D336-37B9-62FE747DB8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69450" y="5343960"/>
                  <a:ext cx="280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7276715-A71E-CAF4-DD78-978D37537712}"/>
                    </a:ext>
                  </a:extLst>
                </p14:cNvPr>
                <p14:cNvContentPartPr/>
                <p14:nvPr/>
              </p14:nvContentPartPr>
              <p14:xfrm>
                <a:off x="3708210" y="4769400"/>
                <a:ext cx="265680" cy="4935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7276715-A71E-CAF4-DD78-978D3753771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99570" y="4760760"/>
                  <a:ext cx="28332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561B58C-8276-7E09-D790-4BC08E40CC19}"/>
                    </a:ext>
                  </a:extLst>
                </p14:cNvPr>
                <p14:cNvContentPartPr/>
                <p14:nvPr/>
              </p14:nvContentPartPr>
              <p14:xfrm>
                <a:off x="4063890" y="4798560"/>
                <a:ext cx="154080" cy="1162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561B58C-8276-7E09-D790-4BC08E40CC1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55250" y="4789920"/>
                  <a:ext cx="171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C257526-3E5A-FD42-55F0-EC8A939FDC8E}"/>
                    </a:ext>
                  </a:extLst>
                </p14:cNvPr>
                <p14:cNvContentPartPr/>
                <p14:nvPr/>
              </p14:nvContentPartPr>
              <p14:xfrm>
                <a:off x="4228050" y="4755720"/>
                <a:ext cx="32760" cy="2070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C257526-3E5A-FD42-55F0-EC8A939FDC8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19410" y="4747080"/>
                  <a:ext cx="50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1557CFE-2206-9E01-9E30-65FDB902B599}"/>
                    </a:ext>
                  </a:extLst>
                </p14:cNvPr>
                <p14:cNvContentPartPr/>
                <p14:nvPr/>
              </p14:nvContentPartPr>
              <p14:xfrm>
                <a:off x="4298610" y="4768680"/>
                <a:ext cx="28440" cy="4269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1557CFE-2206-9E01-9E30-65FDB902B59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89970" y="4760040"/>
                  <a:ext cx="4608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156B2C9-C314-CFB7-9C2C-0A234224FB6B}"/>
                    </a:ext>
                  </a:extLst>
                </p14:cNvPr>
                <p14:cNvContentPartPr/>
                <p14:nvPr/>
              </p14:nvContentPartPr>
              <p14:xfrm>
                <a:off x="4442250" y="4622520"/>
                <a:ext cx="275760" cy="3135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156B2C9-C314-CFB7-9C2C-0A234224FB6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33250" y="4613880"/>
                  <a:ext cx="2934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E09E416-1866-5D91-717A-942260DE690D}"/>
                    </a:ext>
                  </a:extLst>
                </p14:cNvPr>
                <p14:cNvContentPartPr/>
                <p14:nvPr/>
              </p14:nvContentPartPr>
              <p14:xfrm>
                <a:off x="4768410" y="4635120"/>
                <a:ext cx="298800" cy="799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E09E416-1866-5D91-717A-942260DE690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59770" y="4626480"/>
                  <a:ext cx="316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AA589F7-67BE-7EE9-03A9-12A87D7B1DF9}"/>
                    </a:ext>
                  </a:extLst>
                </p14:cNvPr>
                <p14:cNvContentPartPr/>
                <p14:nvPr/>
              </p14:nvContentPartPr>
              <p14:xfrm>
                <a:off x="4176930" y="4860480"/>
                <a:ext cx="893160" cy="2638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AA589F7-67BE-7EE9-03A9-12A87D7B1DF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67930" y="4851840"/>
                  <a:ext cx="9108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8812094-F64C-3EA3-FD8D-4F6EA2A55B40}"/>
                    </a:ext>
                  </a:extLst>
                </p14:cNvPr>
                <p14:cNvContentPartPr/>
                <p14:nvPr/>
              </p14:nvContentPartPr>
              <p14:xfrm>
                <a:off x="5022930" y="5022480"/>
                <a:ext cx="114120" cy="4712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8812094-F64C-3EA3-FD8D-4F6EA2A55B4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14290" y="5013840"/>
                  <a:ext cx="131760" cy="48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7186617-5C61-41AA-4E26-746870D49ABA}"/>
              </a:ext>
            </a:extLst>
          </p:cNvPr>
          <p:cNvGrpSpPr/>
          <p:nvPr/>
        </p:nvGrpSpPr>
        <p:grpSpPr>
          <a:xfrm>
            <a:off x="5511450" y="4562760"/>
            <a:ext cx="1073520" cy="1020960"/>
            <a:chOff x="5511450" y="4562760"/>
            <a:chExt cx="1073520" cy="10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8BC4F345-6A17-8169-4AD0-C5149D8AD92E}"/>
                    </a:ext>
                  </a:extLst>
                </p14:cNvPr>
                <p14:cNvContentPartPr/>
                <p14:nvPr/>
              </p14:nvContentPartPr>
              <p14:xfrm>
                <a:off x="5511450" y="4562760"/>
                <a:ext cx="313560" cy="4532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8BC4F345-6A17-8169-4AD0-C5149D8AD92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02810" y="4554120"/>
                  <a:ext cx="3312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6F85898-5C85-1D00-2447-415BDBAF346E}"/>
                    </a:ext>
                  </a:extLst>
                </p14:cNvPr>
                <p14:cNvContentPartPr/>
                <p14:nvPr/>
              </p14:nvContentPartPr>
              <p14:xfrm>
                <a:off x="5714850" y="4668960"/>
                <a:ext cx="342720" cy="1382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6F85898-5C85-1D00-2447-415BDBAF346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06210" y="4659960"/>
                  <a:ext cx="360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7A89968-798A-DA9B-3E34-92FA34B40294}"/>
                    </a:ext>
                  </a:extLst>
                </p14:cNvPr>
                <p14:cNvContentPartPr/>
                <p14:nvPr/>
              </p14:nvContentPartPr>
              <p14:xfrm>
                <a:off x="5741490" y="4571760"/>
                <a:ext cx="567720" cy="10119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7A89968-798A-DA9B-3E34-92FA34B4029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32850" y="4563120"/>
                  <a:ext cx="585360" cy="10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E2F058F-CF07-D2FF-1CEC-A8B43F54E824}"/>
                    </a:ext>
                  </a:extLst>
                </p14:cNvPr>
                <p14:cNvContentPartPr/>
                <p14:nvPr/>
              </p14:nvContentPartPr>
              <p14:xfrm>
                <a:off x="6555810" y="5575080"/>
                <a:ext cx="29160" cy="28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E2F058F-CF07-D2FF-1CEC-A8B43F54E82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46810" y="5566440"/>
                  <a:ext cx="46800" cy="2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664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0D16C-55E1-48F2-6755-BC2743B0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F007D920-8FA8-7997-804F-3D5D814D0AEF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5F71DD0-3EA7-EFF0-4CA9-07A2244111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CA9440-4195-1018-A2B7-365BE6B426A0}"/>
              </a:ext>
            </a:extLst>
          </p:cNvPr>
          <p:cNvSpPr txBox="1"/>
          <p:nvPr/>
        </p:nvSpPr>
        <p:spPr>
          <a:xfrm>
            <a:off x="137668" y="1103318"/>
            <a:ext cx="489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D. Analysis Model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 descr="도표, 평면도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64C73D-EBAA-555D-C15E-D9A26F544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47" y="1744500"/>
            <a:ext cx="117443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23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C7619-418B-7456-F6CC-C347A4489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3BC57334-FF15-E69C-5613-CA4E3A97B2DD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0FCCD-35A9-6D92-1358-9D936FF4156E}"/>
              </a:ext>
            </a:extLst>
          </p:cNvPr>
          <p:cNvSpPr txBox="1"/>
          <p:nvPr/>
        </p:nvSpPr>
        <p:spPr>
          <a:xfrm>
            <a:off x="218947" y="1472650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Performance Prediction</a:t>
            </a:r>
            <a:endParaRPr lang="ko-KR" altLang="en-US" sz="1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0BB2B4-29B6-292A-48B2-6084875936D7}"/>
                  </a:ext>
                </a:extLst>
              </p:cNvPr>
              <p:cNvSpPr txBox="1"/>
              <p:nvPr/>
            </p:nvSpPr>
            <p:spPr>
              <a:xfrm>
                <a:off x="1168510" y="5318880"/>
                <a:ext cx="454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+mn-ea"/>
                  </a:rPr>
                  <a:t>[PS Diagram of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+mn-ea"/>
                  </a:rPr>
                  <a:t>]</a:t>
                </a:r>
                <a:endParaRPr lang="ko-KR" altLang="en-US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0BB2B4-29B6-292A-48B2-608487593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510" y="5318880"/>
                <a:ext cx="4546600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4F5861-0838-51BB-A2E5-44B6C4A3F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67" y="1841982"/>
            <a:ext cx="7145783" cy="3237572"/>
          </a:xfrm>
          <a:prstGeom prst="rect">
            <a:avLst/>
          </a:prstGeom>
        </p:spPr>
      </p:pic>
      <p:sp>
        <p:nvSpPr>
          <p:cNvPr id="8" name="object 10">
            <a:extLst>
              <a:ext uri="{FF2B5EF4-FFF2-40B4-BE49-F238E27FC236}">
                <a16:creationId xmlns:a16="http://schemas.microsoft.com/office/drawing/2014/main" id="{0C554CAF-1E26-3E89-9810-9FECFE236D08}"/>
              </a:ext>
            </a:extLst>
          </p:cNvPr>
          <p:cNvSpPr txBox="1">
            <a:spLocks/>
          </p:cNvSpPr>
          <p:nvPr/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9D3B8E-8253-3E41-8511-9B15D6B9BBC7}"/>
              </a:ext>
            </a:extLst>
          </p:cNvPr>
          <p:cNvSpPr txBox="1"/>
          <p:nvPr/>
        </p:nvSpPr>
        <p:spPr>
          <a:xfrm>
            <a:off x="137668" y="1103318"/>
            <a:ext cx="489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D. Analysis Model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103BE2D-804D-D401-2E2E-E390D1DC1304}"/>
              </a:ext>
            </a:extLst>
          </p:cNvPr>
          <p:cNvGrpSpPr/>
          <p:nvPr/>
        </p:nvGrpSpPr>
        <p:grpSpPr>
          <a:xfrm>
            <a:off x="1148250" y="2425080"/>
            <a:ext cx="1008720" cy="829800"/>
            <a:chOff x="1148250" y="2425080"/>
            <a:chExt cx="1008720" cy="82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892877C-DCBC-586F-A44C-BB8D59853C81}"/>
                    </a:ext>
                  </a:extLst>
                </p14:cNvPr>
                <p14:cNvContentPartPr/>
                <p14:nvPr/>
              </p14:nvContentPartPr>
              <p14:xfrm>
                <a:off x="1225290" y="2457120"/>
                <a:ext cx="153720" cy="7977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892877C-DCBC-586F-A44C-BB8D59853C8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16650" y="2448480"/>
                  <a:ext cx="17136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350D0FA-6B05-EB59-C1C7-E62FE1CA13C4}"/>
                    </a:ext>
                  </a:extLst>
                </p14:cNvPr>
                <p14:cNvContentPartPr/>
                <p14:nvPr/>
              </p14:nvContentPartPr>
              <p14:xfrm>
                <a:off x="1148250" y="2425080"/>
                <a:ext cx="272160" cy="3380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350D0FA-6B05-EB59-C1C7-E62FE1CA13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39250" y="2416440"/>
                  <a:ext cx="2898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F248691-1101-AE4A-2344-7BF2E984A6C5}"/>
                    </a:ext>
                  </a:extLst>
                </p14:cNvPr>
                <p14:cNvContentPartPr/>
                <p14:nvPr/>
              </p14:nvContentPartPr>
              <p14:xfrm>
                <a:off x="1645770" y="2463600"/>
                <a:ext cx="511200" cy="4784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F248691-1101-AE4A-2344-7BF2E984A6C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36770" y="2454960"/>
                  <a:ext cx="528840" cy="49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58AC8DD-DA49-AC8D-3119-A678797216D8}"/>
              </a:ext>
            </a:extLst>
          </p:cNvPr>
          <p:cNvGrpSpPr/>
          <p:nvPr/>
        </p:nvGrpSpPr>
        <p:grpSpPr>
          <a:xfrm>
            <a:off x="2786610" y="2209440"/>
            <a:ext cx="2178720" cy="1340280"/>
            <a:chOff x="2786610" y="2209440"/>
            <a:chExt cx="2178720" cy="13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FB5E243-F2EE-B654-2F39-CBDDE24E839E}"/>
                    </a:ext>
                  </a:extLst>
                </p14:cNvPr>
                <p14:cNvContentPartPr/>
                <p14:nvPr/>
              </p14:nvContentPartPr>
              <p14:xfrm>
                <a:off x="2786610" y="2209440"/>
                <a:ext cx="478800" cy="7048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FB5E243-F2EE-B654-2F39-CBDDE24E839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77610" y="2200800"/>
                  <a:ext cx="49644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06B4D86-80DF-D319-6AEE-CE105AC204BA}"/>
                    </a:ext>
                  </a:extLst>
                </p14:cNvPr>
                <p14:cNvContentPartPr/>
                <p14:nvPr/>
              </p14:nvContentPartPr>
              <p14:xfrm>
                <a:off x="3187290" y="2514360"/>
                <a:ext cx="33840" cy="626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06B4D86-80DF-D319-6AEE-CE105AC204B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78650" y="2505720"/>
                  <a:ext cx="514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7EF171F-7F9A-BBB7-7379-4888F9911B9D}"/>
                    </a:ext>
                  </a:extLst>
                </p14:cNvPr>
                <p14:cNvContentPartPr/>
                <p14:nvPr/>
              </p14:nvContentPartPr>
              <p14:xfrm>
                <a:off x="3289170" y="2711280"/>
                <a:ext cx="48600" cy="1634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7EF171F-7F9A-BBB7-7379-4888F9911B9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80530" y="2702640"/>
                  <a:ext cx="66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11F6D64-6D58-A229-F0E3-884FD29D2A64}"/>
                    </a:ext>
                  </a:extLst>
                </p14:cNvPr>
                <p14:cNvContentPartPr/>
                <p14:nvPr/>
              </p14:nvContentPartPr>
              <p14:xfrm>
                <a:off x="3441810" y="2755560"/>
                <a:ext cx="181800" cy="1242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11F6D64-6D58-A229-F0E3-884FD29D2A6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33170" y="2746920"/>
                  <a:ext cx="199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675E37F0-9118-3255-2F8B-9B6213BD093A}"/>
                    </a:ext>
                  </a:extLst>
                </p14:cNvPr>
                <p14:cNvContentPartPr/>
                <p14:nvPr/>
              </p14:nvContentPartPr>
              <p14:xfrm>
                <a:off x="3108810" y="2656560"/>
                <a:ext cx="899280" cy="8931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675E37F0-9118-3255-2F8B-9B6213BD093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99810" y="2647920"/>
                  <a:ext cx="91692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C7D5C11-A406-AFE3-AF0D-D3AD2C526BCF}"/>
                    </a:ext>
                  </a:extLst>
                </p14:cNvPr>
                <p14:cNvContentPartPr/>
                <p14:nvPr/>
              </p14:nvContentPartPr>
              <p14:xfrm>
                <a:off x="4070010" y="2450640"/>
                <a:ext cx="369360" cy="4028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C7D5C11-A406-AFE3-AF0D-D3AD2C526BC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61370" y="2442000"/>
                  <a:ext cx="38700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A76ECF0C-E2ED-8EFE-173D-69228F8B5784}"/>
                    </a:ext>
                  </a:extLst>
                </p14:cNvPr>
                <p14:cNvContentPartPr/>
                <p14:nvPr/>
              </p14:nvContentPartPr>
              <p14:xfrm>
                <a:off x="4483650" y="2609400"/>
                <a:ext cx="53640" cy="2066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A76ECF0C-E2ED-8EFE-173D-69228F8B578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74650" y="2600760"/>
                  <a:ext cx="71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EDB6CFE-907F-70FF-5342-01054070DA54}"/>
                    </a:ext>
                  </a:extLst>
                </p14:cNvPr>
                <p14:cNvContentPartPr/>
                <p14:nvPr/>
              </p14:nvContentPartPr>
              <p14:xfrm>
                <a:off x="4597050" y="2611200"/>
                <a:ext cx="311400" cy="928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EDB6CFE-907F-70FF-5342-01054070DA5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88410" y="2602560"/>
                  <a:ext cx="329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C328BAC-59F9-5221-7D66-A485F2A3A866}"/>
                    </a:ext>
                  </a:extLst>
                </p14:cNvPr>
                <p14:cNvContentPartPr/>
                <p14:nvPr/>
              </p14:nvContentPartPr>
              <p14:xfrm>
                <a:off x="4894410" y="2615880"/>
                <a:ext cx="70920" cy="788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C328BAC-59F9-5221-7D66-A485F2A3A86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85770" y="2607240"/>
                  <a:ext cx="8856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E8EAE1-21F7-924F-17AC-1FF8E193EC77}"/>
                  </a:ext>
                </a:extLst>
              </p:cNvPr>
              <p:cNvSpPr txBox="1"/>
              <p:nvPr/>
            </p:nvSpPr>
            <p:spPr>
              <a:xfrm>
                <a:off x="7508810" y="1855179"/>
                <a:ext cx="491814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+mn-ea"/>
                  </a:rPr>
                  <a:t>[Frequency Response of Command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)]</a:t>
                </a:r>
                <a:br>
                  <a:rPr lang="en-US" altLang="ko-KR" sz="1400" dirty="0">
                    <a:latin typeface="+mn-ea"/>
                  </a:rPr>
                </a:br>
                <a:r>
                  <a:rPr lang="en-US" altLang="ko-KR" sz="1400" dirty="0">
                    <a:latin typeface="+mn-ea"/>
                  </a:rPr>
                  <a:t>1. Hz – 0.0083 </a:t>
                </a:r>
              </a:p>
              <a:p>
                <a:pPr algn="ctr"/>
                <a:r>
                  <a:rPr lang="en-US" altLang="ko-KR" sz="1400" dirty="0">
                    <a:latin typeface="+mn-ea"/>
                  </a:rPr>
                  <a:t>2. </a:t>
                </a:r>
                <a:r>
                  <a:rPr lang="ko-KR" altLang="en-US" sz="1400" dirty="0">
                    <a:latin typeface="+mn-ea"/>
                  </a:rPr>
                  <a:t>기울기 추종</a:t>
                </a:r>
                <a:endParaRPr lang="en-US" altLang="ko-KR" sz="1400" dirty="0">
                  <a:latin typeface="+mn-ea"/>
                </a:endParaRPr>
              </a:p>
              <a:p>
                <a:pPr algn="ctr"/>
                <a:r>
                  <a:rPr lang="en-US" altLang="ko-KR" sz="1400" dirty="0">
                    <a:latin typeface="+mn-ea"/>
                  </a:rPr>
                  <a:t> 3. Dead zone</a:t>
                </a:r>
              </a:p>
              <a:p>
                <a:pPr algn="ctr"/>
                <a:r>
                  <a:rPr lang="en-US" altLang="ko-KR" sz="1400" dirty="0">
                    <a:latin typeface="+mn-ea"/>
                  </a:rPr>
                  <a:t>4. Saturation </a:t>
                </a:r>
              </a:p>
              <a:p>
                <a:pPr algn="ctr"/>
                <a:r>
                  <a:rPr lang="en-US" altLang="ko-KR" sz="1400" dirty="0">
                    <a:latin typeface="+mn-ea"/>
                  </a:rPr>
                  <a:t>5. </a:t>
                </a:r>
                <a:r>
                  <a:rPr lang="ko-KR" altLang="en-US" sz="1400" dirty="0" err="1">
                    <a:latin typeface="+mn-ea"/>
                  </a:rPr>
                  <a:t>꿀렁이들</a:t>
                </a:r>
                <a:r>
                  <a:rPr lang="ko-KR" altLang="en-US" sz="1400" dirty="0">
                    <a:latin typeface="+mn-ea"/>
                  </a:rPr>
                  <a:t> 언급</a:t>
                </a:r>
                <a:br>
                  <a:rPr lang="en-US" altLang="ko-KR" sz="1400" dirty="0">
                    <a:latin typeface="+mn-ea"/>
                  </a:rPr>
                </a:br>
                <a:br>
                  <a:rPr lang="en-US" altLang="ko-KR" sz="1400" dirty="0">
                    <a:latin typeface="+mn-ea"/>
                  </a:rPr>
                </a:br>
                <a:endParaRPr lang="ko-KR" altLang="en-US" sz="1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E8EAE1-21F7-924F-17AC-1FF8E193E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810" y="1855179"/>
                <a:ext cx="4918142" cy="1815882"/>
              </a:xfrm>
              <a:prstGeom prst="rect">
                <a:avLst/>
              </a:prstGeom>
              <a:blipFill>
                <a:blip r:embed="rId29"/>
                <a:stretch>
                  <a:fillRect t="-3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060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48B5-2E6C-C717-9FA9-E9E205DEA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D5C8D983-4944-FF78-3F62-DBE419A79587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C8322-74F9-E2F8-FBC8-45C1E1659C2A}"/>
              </a:ext>
            </a:extLst>
          </p:cNvPr>
          <p:cNvSpPr txBox="1"/>
          <p:nvPr/>
        </p:nvSpPr>
        <p:spPr>
          <a:xfrm>
            <a:off x="218947" y="1472650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Performance</a:t>
            </a:r>
            <a:endParaRPr lang="ko-KR" altLang="en-US" sz="1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7EDB6E-4C87-DD0C-A9F0-E6E513DC6D43}"/>
              </a:ext>
            </a:extLst>
          </p:cNvPr>
          <p:cNvSpPr txBox="1"/>
          <p:nvPr/>
        </p:nvSpPr>
        <p:spPr>
          <a:xfrm>
            <a:off x="3822700" y="5754682"/>
            <a:ext cx="454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ea"/>
              </a:rPr>
              <a:t>[Video of Stabilization Performance]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D1B65B70-7AFC-9238-447D-1540A46C5BD1}"/>
              </a:ext>
            </a:extLst>
          </p:cNvPr>
          <p:cNvSpPr txBox="1">
            <a:spLocks/>
          </p:cNvSpPr>
          <p:nvPr/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771DC3-1634-1B13-1CCC-4F807BF97DAD}"/>
              </a:ext>
            </a:extLst>
          </p:cNvPr>
          <p:cNvSpPr txBox="1"/>
          <p:nvPr/>
        </p:nvSpPr>
        <p:spPr>
          <a:xfrm>
            <a:off x="137668" y="1103318"/>
            <a:ext cx="489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D. Analysis Model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" name="비디오 프로젝트 3">
            <a:hlinkClick r:id="" action="ppaction://media"/>
            <a:extLst>
              <a:ext uri="{FF2B5EF4-FFF2-40B4-BE49-F238E27FC236}">
                <a16:creationId xmlns:a16="http://schemas.microsoft.com/office/drawing/2014/main" id="{A4BBBBB6-FB92-A20A-2318-AE1F4937B24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62030" y="1634232"/>
            <a:ext cx="6981825" cy="392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3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6F2E-4E7A-340A-387F-516F2D9C7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A17E1140-5A61-EC04-17A1-7D37603290AC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BFFA7-29AF-B17F-A6CC-2A9C9606A6E8}"/>
              </a:ext>
            </a:extLst>
          </p:cNvPr>
          <p:cNvSpPr txBox="1"/>
          <p:nvPr/>
        </p:nvSpPr>
        <p:spPr>
          <a:xfrm>
            <a:off x="218947" y="1472650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Performance Prediction</a:t>
            </a:r>
            <a:endParaRPr lang="ko-KR" altLang="en-US" sz="1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34EA6DE-AF23-7161-A9BE-A91068F5902C}"/>
                  </a:ext>
                </a:extLst>
              </p:cNvPr>
              <p:cNvSpPr txBox="1"/>
              <p:nvPr/>
            </p:nvSpPr>
            <p:spPr>
              <a:xfrm>
                <a:off x="1168510" y="5318880"/>
                <a:ext cx="454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+mn-ea"/>
                  </a:rPr>
                  <a:t>[PS Diagram of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+mn-ea"/>
                  </a:rPr>
                  <a:t>]</a:t>
                </a:r>
                <a:endParaRPr lang="ko-KR" altLang="en-US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34EA6DE-AF23-7161-A9BE-A91068F59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510" y="5318880"/>
                <a:ext cx="4546600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10">
            <a:extLst>
              <a:ext uri="{FF2B5EF4-FFF2-40B4-BE49-F238E27FC236}">
                <a16:creationId xmlns:a16="http://schemas.microsoft.com/office/drawing/2014/main" id="{3B871870-ED42-4624-54FD-C7CF68BA5AEA}"/>
              </a:ext>
            </a:extLst>
          </p:cNvPr>
          <p:cNvSpPr txBox="1">
            <a:spLocks/>
          </p:cNvSpPr>
          <p:nvPr/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230730-DABC-5E97-B8F3-72E19697B2AD}"/>
              </a:ext>
            </a:extLst>
          </p:cNvPr>
          <p:cNvSpPr txBox="1"/>
          <p:nvPr/>
        </p:nvSpPr>
        <p:spPr>
          <a:xfrm>
            <a:off x="137668" y="1103318"/>
            <a:ext cx="489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D. Analysis Model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2CD8BD7-8A2C-4CCE-9C4E-140C6436FD43}"/>
                  </a:ext>
                </a:extLst>
              </p:cNvPr>
              <p:cNvSpPr txBox="1"/>
              <p:nvPr/>
            </p:nvSpPr>
            <p:spPr>
              <a:xfrm>
                <a:off x="7468171" y="1874229"/>
                <a:ext cx="491814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+mn-ea"/>
                  </a:rPr>
                  <a:t>[Frequency Response of Command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)]</a:t>
                </a:r>
                <a:br>
                  <a:rPr lang="en-US" altLang="ko-KR" sz="1400" dirty="0">
                    <a:latin typeface="+mn-ea"/>
                  </a:rPr>
                </a:br>
                <a:r>
                  <a:rPr lang="en-US" altLang="ko-KR" sz="1400" dirty="0">
                    <a:latin typeface="+mn-ea"/>
                  </a:rPr>
                  <a:t>1. gain</a:t>
                </a:r>
                <a:r>
                  <a:rPr lang="ko-KR" altLang="en-US" sz="1400" dirty="0">
                    <a:latin typeface="+mn-ea"/>
                  </a:rPr>
                  <a:t>이 생각한데로 나오기는 했다</a:t>
                </a:r>
                <a:r>
                  <a:rPr lang="en-US" altLang="ko-KR" sz="1400" dirty="0">
                    <a:latin typeface="+mn-ea"/>
                  </a:rPr>
                  <a:t>. </a:t>
                </a:r>
              </a:p>
              <a:p>
                <a:pPr algn="ctr"/>
                <a:r>
                  <a:rPr lang="en-US" altLang="ko-KR" sz="1400" dirty="0">
                    <a:latin typeface="+mn-ea"/>
                  </a:rPr>
                  <a:t>2. P(s) </a:t>
                </a:r>
                <a:r>
                  <a:rPr lang="ko-KR" altLang="en-US" sz="1400" dirty="0" err="1">
                    <a:latin typeface="+mn-ea"/>
                  </a:rPr>
                  <a:t>보데의</a:t>
                </a:r>
                <a:r>
                  <a:rPr lang="ko-KR" altLang="en-US" sz="1400" dirty="0">
                    <a:latin typeface="+mn-ea"/>
                  </a:rPr>
                  <a:t> 경향을 추종하였다</a:t>
                </a:r>
                <a:r>
                  <a:rPr lang="en-US" altLang="ko-KR" sz="1400" dirty="0">
                    <a:latin typeface="+mn-ea"/>
                  </a:rPr>
                  <a:t>.</a:t>
                </a:r>
                <a:br>
                  <a:rPr lang="en-US" altLang="ko-KR" sz="1400" dirty="0">
                    <a:latin typeface="+mn-ea"/>
                  </a:rPr>
                </a:br>
                <a:br>
                  <a:rPr lang="en-US" altLang="ko-KR" sz="1400" dirty="0">
                    <a:latin typeface="+mn-ea"/>
                  </a:rPr>
                </a:br>
                <a:endParaRPr lang="ko-KR" altLang="en-US" sz="1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2CD8BD7-8A2C-4CCE-9C4E-140C6436F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171" y="1874229"/>
                <a:ext cx="4918142" cy="1169551"/>
              </a:xfrm>
              <a:prstGeom prst="rect">
                <a:avLst/>
              </a:prstGeom>
              <a:blipFill>
                <a:blip r:embed="rId4"/>
                <a:stretch>
                  <a:fillRect t="-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B3C0B45A-9114-9412-CA64-3082B59F4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71" y="1795815"/>
            <a:ext cx="7010400" cy="330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67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E3D7-0AB8-D0C8-6C57-060B7AFC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72BA3CF2-C464-6D79-575C-5A4D1227A629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1C2C6-2EA6-E5EE-0430-CADEB008086F}"/>
              </a:ext>
            </a:extLst>
          </p:cNvPr>
          <p:cNvSpPr txBox="1"/>
          <p:nvPr/>
        </p:nvSpPr>
        <p:spPr>
          <a:xfrm>
            <a:off x="218947" y="1472650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Performance Prediction</a:t>
            </a:r>
            <a:endParaRPr lang="ko-KR" altLang="en-US" sz="1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ACEAD8-AD42-3027-A825-3DB7C1401DF3}"/>
                  </a:ext>
                </a:extLst>
              </p:cNvPr>
              <p:cNvSpPr txBox="1"/>
              <p:nvPr/>
            </p:nvSpPr>
            <p:spPr>
              <a:xfrm>
                <a:off x="1327260" y="5733525"/>
                <a:ext cx="454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+mn-ea"/>
                  </a:rPr>
                  <a:t>[PS Diagram of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+mn-ea"/>
                  </a:rPr>
                  <a:t>]</a:t>
                </a:r>
                <a:endParaRPr lang="ko-KR" altLang="en-US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ACEAD8-AD42-3027-A825-3DB7C1401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260" y="5733525"/>
                <a:ext cx="4546600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10">
            <a:extLst>
              <a:ext uri="{FF2B5EF4-FFF2-40B4-BE49-F238E27FC236}">
                <a16:creationId xmlns:a16="http://schemas.microsoft.com/office/drawing/2014/main" id="{6E69C6FC-3D64-F492-E1EC-8C80AC47FEBC}"/>
              </a:ext>
            </a:extLst>
          </p:cNvPr>
          <p:cNvSpPr txBox="1">
            <a:spLocks/>
          </p:cNvSpPr>
          <p:nvPr/>
        </p:nvSpPr>
        <p:spPr>
          <a:xfrm>
            <a:off x="218947" y="123570"/>
            <a:ext cx="8229549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4) Stabilization</a:t>
            </a:r>
            <a:endParaRPr 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B792C3-2267-595D-00FF-5DE00641C770}"/>
              </a:ext>
            </a:extLst>
          </p:cNvPr>
          <p:cNvSpPr txBox="1"/>
          <p:nvPr/>
        </p:nvSpPr>
        <p:spPr>
          <a:xfrm>
            <a:off x="137668" y="1103318"/>
            <a:ext cx="489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D. Analysis Model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14AB74-3FA7-0696-32AC-379B8EABF133}"/>
                  </a:ext>
                </a:extLst>
              </p:cNvPr>
              <p:cNvSpPr txBox="1"/>
              <p:nvPr/>
            </p:nvSpPr>
            <p:spPr>
              <a:xfrm>
                <a:off x="7468171" y="1874229"/>
                <a:ext cx="491814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+mn-ea"/>
                  </a:rPr>
                  <a:t>[Frequency Response of Command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)]</a:t>
                </a:r>
                <a:br>
                  <a:rPr lang="en-US" altLang="ko-KR" sz="1400" dirty="0">
                    <a:latin typeface="+mn-ea"/>
                  </a:rPr>
                </a:br>
                <a:r>
                  <a:rPr lang="en-US" altLang="ko-KR" sz="1400" dirty="0">
                    <a:latin typeface="+mn-ea"/>
                  </a:rPr>
                  <a:t>1. </a:t>
                </a:r>
                <a:r>
                  <a:rPr lang="ko-KR" altLang="en-US" sz="1400" dirty="0">
                    <a:latin typeface="+mn-ea"/>
                  </a:rPr>
                  <a:t>모터의 전달함수에서 </a:t>
                </a:r>
                <a:r>
                  <a:rPr lang="en-US" altLang="ko-KR" sz="1400" dirty="0">
                    <a:latin typeface="+mn-ea"/>
                  </a:rPr>
                  <a:t>phase</a:t>
                </a:r>
                <a:r>
                  <a:rPr lang="ko-KR" altLang="en-US" sz="1400" dirty="0">
                    <a:latin typeface="+mn-ea"/>
                  </a:rPr>
                  <a:t>가 고주파수에서</a:t>
                </a:r>
                <a:endParaRPr lang="en-US" altLang="ko-KR" sz="1400" dirty="0">
                  <a:latin typeface="+mn-ea"/>
                </a:endParaRPr>
              </a:p>
              <a:p>
                <a:pPr algn="ctr"/>
                <a:r>
                  <a:rPr lang="en-US" altLang="ko-KR" sz="1400" dirty="0">
                    <a:latin typeface="+mn-ea"/>
                  </a:rPr>
                  <a:t>2. </a:t>
                </a:r>
                <a:r>
                  <a:rPr lang="ko-KR" altLang="en-US" sz="1400" dirty="0">
                    <a:latin typeface="+mn-ea"/>
                  </a:rPr>
                  <a:t>피치에서 차이가 약간 있음</a:t>
                </a:r>
                <a:endParaRPr lang="en-US" altLang="ko-KR" sz="1400" dirty="0">
                  <a:latin typeface="+mn-ea"/>
                </a:endParaRPr>
              </a:p>
              <a:p>
                <a:pPr algn="ctr"/>
                <a:r>
                  <a:rPr lang="ko-KR" altLang="en-US" sz="1400" dirty="0">
                    <a:latin typeface="+mn-ea"/>
                  </a:rPr>
                  <a:t> </a:t>
                </a:r>
                <a:br>
                  <a:rPr lang="en-US" altLang="ko-KR" sz="1400" dirty="0">
                    <a:latin typeface="+mn-ea"/>
                  </a:rPr>
                </a:br>
                <a:br>
                  <a:rPr lang="en-US" altLang="ko-KR" sz="1400" dirty="0">
                    <a:latin typeface="+mn-ea"/>
                  </a:rPr>
                </a:br>
                <a:endParaRPr lang="ko-KR" altLang="en-US" sz="1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14AB74-3FA7-0696-32AC-379B8EABF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171" y="1874229"/>
                <a:ext cx="4918142" cy="1384995"/>
              </a:xfrm>
              <a:prstGeom prst="rect">
                <a:avLst/>
              </a:prstGeom>
              <a:blipFill>
                <a:blip r:embed="rId4"/>
                <a:stretch>
                  <a:fillRect t="-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21F4E9AC-000B-22A3-29D1-316F4A595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97" y="1874229"/>
            <a:ext cx="6969924" cy="367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95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01E6D-A98D-C0FE-CFF0-13034B2D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115F4151-80BF-C0B8-D1EC-2F957FFD6F5C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B8530E-0334-E369-8662-4FF39033F3D8}"/>
              </a:ext>
            </a:extLst>
          </p:cNvPr>
          <p:cNvSpPr txBox="1"/>
          <p:nvPr/>
        </p:nvSpPr>
        <p:spPr>
          <a:xfrm>
            <a:off x="137668" y="1103318"/>
            <a:ext cx="308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A. Parameter boundary 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64C83D-CEE2-0094-6299-2ED3E1A6A2BA}"/>
              </a:ext>
            </a:extLst>
          </p:cNvPr>
          <p:cNvSpPr txBox="1"/>
          <p:nvPr/>
        </p:nvSpPr>
        <p:spPr>
          <a:xfrm>
            <a:off x="531749" y="1703483"/>
            <a:ext cx="11128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- </a:t>
            </a:r>
            <a:r>
              <a:rPr lang="en-US" altLang="ko-KR" sz="1500" dirty="0">
                <a:ea typeface="HY견고딕" panose="02030600000101010101" pitchFamily="18" charset="-127"/>
              </a:rPr>
              <a:t>Selection of the Control Structure</a:t>
            </a:r>
            <a:endParaRPr lang="ko-KR" altLang="en-US" sz="1500" dirty="0"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88A09-C93D-6463-F389-22BCB49C84BD}"/>
              </a:ext>
            </a:extLst>
          </p:cNvPr>
          <p:cNvSpPr txBox="1"/>
          <p:nvPr/>
        </p:nvSpPr>
        <p:spPr>
          <a:xfrm>
            <a:off x="1122590" y="2168600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Relative stability</a:t>
            </a:r>
            <a:endParaRPr lang="ko-KR" altLang="en-US" sz="1500" b="1" dirty="0"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4C5822-E7DB-750B-C0DF-8720DCDEEA2F}"/>
                  </a:ext>
                </a:extLst>
              </p:cNvPr>
              <p:cNvSpPr txBox="1"/>
              <p:nvPr/>
            </p:nvSpPr>
            <p:spPr>
              <a:xfrm>
                <a:off x="1677677" y="2983536"/>
                <a:ext cx="11128502" cy="687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p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𝑒</m:t>
                        </m:r>
                      </m:e>
                      <m:sup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(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</m:ctrlPr>
                          </m:fPr>
                          <m:num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ea typeface="HY견고딕" panose="02030600000101010101" pitchFamily="18" charset="-127"/>
                              </a:rPr>
                              <m:t>𝜁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HY견고딕" panose="02030600000101010101" pitchFamily="18" charset="-127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HY견고딕" panose="02030600000101010101" pitchFamily="18" charset="-127"/>
                                  </a:rPr>
                                  <m:t>1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HY견고딕" panose="02030600000101010101" pitchFamily="18" charset="-127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HY견고딕" panose="02030600000101010101" pitchFamily="18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HY견고딕" panose="02030600000101010101" pitchFamily="18" charset="-127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HY견고딕" panose="02030600000101010101" pitchFamily="18" charset="-127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)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𝜋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altLang="ko-KR" dirty="0">
                    <a:ea typeface="HY견고딕" panose="02030600000101010101" pitchFamily="18" charset="-127"/>
                  </a:rPr>
                  <a:t> ,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𝑐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&gt;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5912</m:t>
                    </m:r>
                  </m:oMath>
                </a14:m>
                <a:r>
                  <a:rPr lang="ko-KR" altLang="en-US" dirty="0">
                    <a:ea typeface="HY견고딕" panose="02030600000101010101" pitchFamily="18" charset="-127"/>
                  </a:rPr>
                  <a:t> </a:t>
                </a:r>
                <a:r>
                  <a:rPr lang="en-US" altLang="ko-KR" dirty="0">
                    <a:ea typeface="HY견고딕" panose="02030600000101010101" pitchFamily="18" charset="-127"/>
                  </a:rPr>
                  <a:t>or</a:t>
                </a:r>
                <a:r>
                  <a:rPr lang="ko-KR" altLang="en-US" dirty="0">
                    <a:ea typeface="HY견고딕" panose="02030600000101010101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𝑐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&lt;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5912</m:t>
                    </m:r>
                  </m:oMath>
                </a14:m>
                <a:endParaRPr lang="ko-KR" altLang="en-US" dirty="0"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284080-B2FE-6C3C-4FCF-EF48B3507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677" y="2983536"/>
                <a:ext cx="11128502" cy="687624"/>
              </a:xfrm>
              <a:prstGeom prst="rect">
                <a:avLst/>
              </a:prstGeom>
              <a:blipFill>
                <a:blip r:embed="rId3"/>
                <a:stretch>
                  <a:fillRect b="-123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0223EA-E0A6-8D17-EE12-7B4DAB1D45B9}"/>
                  </a:ext>
                </a:extLst>
              </p:cNvPr>
              <p:cNvSpPr txBox="1"/>
              <p:nvPr/>
            </p:nvSpPr>
            <p:spPr>
              <a:xfrm>
                <a:off x="1677677" y="4236982"/>
                <a:ext cx="6105524" cy="533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𝑟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6546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&gt;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26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546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 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𝑟𝑎𝑑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/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𝑠𝑒𝑐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]</m:t>
                    </m:r>
                  </m:oMath>
                </a14:m>
                <a:r>
                  <a:rPr lang="en-US" altLang="ko-KR" sz="1500" dirty="0"/>
                  <a:t>	</a:t>
                </a:r>
                <a:r>
                  <a:rPr lang="ko-KR" altLang="en-US" sz="1500" dirty="0"/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0223EA-E0A6-8D17-EE12-7B4DAB1D4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677" y="4236982"/>
                <a:ext cx="6105524" cy="533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A05E1B9-4C68-161D-5B53-474EC7240409}"/>
              </a:ext>
            </a:extLst>
          </p:cNvPr>
          <p:cNvCxnSpPr/>
          <p:nvPr/>
        </p:nvCxnSpPr>
        <p:spPr>
          <a:xfrm flipV="1">
            <a:off x="9241549" y="2116322"/>
            <a:ext cx="0" cy="231518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59C9D01-8B08-6FB9-3E5E-E2D5DC18AB0A}"/>
              </a:ext>
            </a:extLst>
          </p:cNvPr>
          <p:cNvCxnSpPr/>
          <p:nvPr/>
        </p:nvCxnSpPr>
        <p:spPr>
          <a:xfrm>
            <a:off x="8093685" y="3290126"/>
            <a:ext cx="2412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BD130AF-EE33-C955-93DE-7A917FA5E0D6}"/>
              </a:ext>
            </a:extLst>
          </p:cNvPr>
          <p:cNvCxnSpPr>
            <a:cxnSpLocks/>
          </p:cNvCxnSpPr>
          <p:nvPr/>
        </p:nvCxnSpPr>
        <p:spPr>
          <a:xfrm flipH="1" flipV="1">
            <a:off x="8384907" y="2164960"/>
            <a:ext cx="856642" cy="112516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6C6C168-058C-B2F5-9312-BE94A8FCBE96}"/>
              </a:ext>
            </a:extLst>
          </p:cNvPr>
          <p:cNvCxnSpPr/>
          <p:nvPr/>
        </p:nvCxnSpPr>
        <p:spPr>
          <a:xfrm flipH="1">
            <a:off x="8384907" y="3290126"/>
            <a:ext cx="856642" cy="11268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B568A14-96F7-E4E4-0B5D-12119A53AF8F}"/>
                  </a:ext>
                </a:extLst>
              </p:cNvPr>
              <p:cNvSpPr txBox="1"/>
              <p:nvPr/>
            </p:nvSpPr>
            <p:spPr>
              <a:xfrm>
                <a:off x="8093685" y="1948506"/>
                <a:ext cx="77514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5912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8A6E34-6CB2-7684-C3B5-E83F90264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685" y="1948506"/>
                <a:ext cx="775149" cy="169277"/>
              </a:xfrm>
              <a:prstGeom prst="rect">
                <a:avLst/>
              </a:prstGeom>
              <a:blipFill>
                <a:blip r:embed="rId5"/>
                <a:stretch>
                  <a:fillRect l="-4724" r="-3150" b="-40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58B10B-9221-8010-ED6A-8E7DF27538BC}"/>
                  </a:ext>
                </a:extLst>
              </p:cNvPr>
              <p:cNvSpPr txBox="1"/>
              <p:nvPr/>
            </p:nvSpPr>
            <p:spPr>
              <a:xfrm>
                <a:off x="8093685" y="4416926"/>
                <a:ext cx="88094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&lt;−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5912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B2B463-DAF8-9148-6140-0E026AE09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685" y="4416926"/>
                <a:ext cx="880947" cy="169277"/>
              </a:xfrm>
              <a:prstGeom prst="rect">
                <a:avLst/>
              </a:prstGeom>
              <a:blipFill>
                <a:blip r:embed="rId6"/>
                <a:stretch>
                  <a:fillRect l="-4167" r="-3472" b="-40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타원 25">
            <a:extLst>
              <a:ext uri="{FF2B5EF4-FFF2-40B4-BE49-F238E27FC236}">
                <a16:creationId xmlns:a16="http://schemas.microsoft.com/office/drawing/2014/main" id="{0E04E6E3-126A-6341-2D87-A65D1523242A}"/>
              </a:ext>
            </a:extLst>
          </p:cNvPr>
          <p:cNvSpPr/>
          <p:nvPr/>
        </p:nvSpPr>
        <p:spPr>
          <a:xfrm>
            <a:off x="8510722" y="2534292"/>
            <a:ext cx="1440000" cy="144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C1450A7-043C-A222-7DFC-69029D6A7B80}"/>
                  </a:ext>
                </a:extLst>
              </p:cNvPr>
              <p:cNvSpPr txBox="1"/>
              <p:nvPr/>
            </p:nvSpPr>
            <p:spPr>
              <a:xfrm>
                <a:off x="9532771" y="2420349"/>
                <a:ext cx="81291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546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C1450A7-043C-A222-7DFC-69029D6A7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771" y="2420349"/>
                <a:ext cx="812915" cy="169277"/>
              </a:xfrm>
              <a:prstGeom prst="rect">
                <a:avLst/>
              </a:prstGeom>
              <a:blipFill>
                <a:blip r:embed="rId7"/>
                <a:stretch>
                  <a:fillRect l="-752" r="-3759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B5A9112D-ACAF-E410-14CE-7A1A5853413F}"/>
                  </a:ext>
                </a:extLst>
              </p14:cNvPr>
              <p14:cNvContentPartPr/>
              <p14:nvPr/>
            </p14:nvContentPartPr>
            <p14:xfrm>
              <a:off x="8400502" y="2853780"/>
              <a:ext cx="378360" cy="72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10A8E966-CA40-4B4D-B969-9E29B7D4C4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94376" y="2841540"/>
                <a:ext cx="390612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B6D8DBD6-A9F4-58AD-8B70-9BE7911E3547}"/>
                  </a:ext>
                </a:extLst>
              </p14:cNvPr>
              <p14:cNvContentPartPr/>
              <p14:nvPr/>
            </p14:nvContentPartPr>
            <p14:xfrm>
              <a:off x="8338222" y="3049980"/>
              <a:ext cx="294480" cy="7704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2D65AE41-A0EF-FAF6-4E02-50FC2C4BCC0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32109" y="3043860"/>
                <a:ext cx="306705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그룹 45">
            <a:extLst>
              <a:ext uri="{FF2B5EF4-FFF2-40B4-BE49-F238E27FC236}">
                <a16:creationId xmlns:a16="http://schemas.microsoft.com/office/drawing/2014/main" id="{A8BD2F44-4D4F-4EBC-923E-DBA1A24C37A3}"/>
              </a:ext>
            </a:extLst>
          </p:cNvPr>
          <p:cNvGrpSpPr/>
          <p:nvPr/>
        </p:nvGrpSpPr>
        <p:grpSpPr>
          <a:xfrm>
            <a:off x="8534422" y="3224940"/>
            <a:ext cx="241200" cy="45000"/>
            <a:chOff x="8255290" y="3041180"/>
            <a:chExt cx="241200" cy="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AF705074-3AFC-67BA-C4A5-1DF140F98B4F}"/>
                    </a:ext>
                  </a:extLst>
                </p14:cNvPr>
                <p14:cNvContentPartPr/>
                <p14:nvPr/>
              </p14:nvContentPartPr>
              <p14:xfrm>
                <a:off x="8255290" y="3041180"/>
                <a:ext cx="190080" cy="360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C7C0C73C-D8A4-5769-D21D-684F194757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49170" y="3035060"/>
                  <a:ext cx="2023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13BC99B5-7992-CDDC-1997-B3AA0FB9E481}"/>
                    </a:ext>
                  </a:extLst>
                </p14:cNvPr>
                <p14:cNvContentPartPr/>
                <p14:nvPr/>
              </p14:nvContentPartPr>
              <p14:xfrm>
                <a:off x="8351050" y="3085820"/>
                <a:ext cx="145440" cy="36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B66D3DD6-34FB-3E77-0B2B-6C2E4C484E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44930" y="3079700"/>
                  <a:ext cx="15768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2C390BD2-4784-10F3-9769-D3E79B05E237}"/>
                  </a:ext>
                </a:extLst>
              </p14:cNvPr>
              <p14:cNvContentPartPr/>
              <p14:nvPr/>
            </p14:nvContentPartPr>
            <p14:xfrm>
              <a:off x="8384662" y="3202980"/>
              <a:ext cx="292320" cy="12960"/>
            </p14:xfrm>
          </p:contentPart>
        </mc:Choice>
        <mc:Fallback xmlns=""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5FA895D7-6022-3CB7-4F13-5C26DF9BCA0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78542" y="3196860"/>
                <a:ext cx="3045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34C83584-04A6-C0C0-B070-AA4A8E8B6C34}"/>
                  </a:ext>
                </a:extLst>
              </p14:cNvPr>
              <p14:cNvContentPartPr/>
              <p14:nvPr/>
            </p14:nvContentPartPr>
            <p14:xfrm>
              <a:off x="8457382" y="3355260"/>
              <a:ext cx="334440" cy="49392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90B115C2-9196-C326-B0EC-535DAC5A92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51262" y="3349144"/>
                <a:ext cx="346680" cy="506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C0CB2328-7FDF-56BF-E8C0-CF9F8D7C62C3}"/>
                  </a:ext>
                </a:extLst>
              </p14:cNvPr>
              <p14:cNvContentPartPr/>
              <p14:nvPr/>
            </p14:nvContentPartPr>
            <p14:xfrm>
              <a:off x="8827102" y="3844140"/>
              <a:ext cx="399600" cy="196200"/>
            </p14:xfrm>
          </p:contentPart>
        </mc:Choice>
        <mc:Fallback xmlns=""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FD0F6E47-E06D-F5F1-5EFD-5D14B5C8B28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20982" y="3838009"/>
                <a:ext cx="411840" cy="208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B2879952-B4A3-EBDA-6E95-F64D9993C2B7}"/>
                  </a:ext>
                </a:extLst>
              </p14:cNvPr>
              <p14:cNvContentPartPr/>
              <p14:nvPr/>
            </p14:nvContentPartPr>
            <p14:xfrm>
              <a:off x="9254249" y="2511600"/>
              <a:ext cx="764640" cy="151596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11375B5F-ADC6-5D2D-F85B-E4C5B1EB3AB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48129" y="2505480"/>
                <a:ext cx="776880" cy="152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그룹 52">
            <a:extLst>
              <a:ext uri="{FF2B5EF4-FFF2-40B4-BE49-F238E27FC236}">
                <a16:creationId xmlns:a16="http://schemas.microsoft.com/office/drawing/2014/main" id="{CFA322CE-3F82-CAAA-71B3-0DA9A8EA682A}"/>
              </a:ext>
            </a:extLst>
          </p:cNvPr>
          <p:cNvGrpSpPr/>
          <p:nvPr/>
        </p:nvGrpSpPr>
        <p:grpSpPr>
          <a:xfrm>
            <a:off x="8432542" y="2472900"/>
            <a:ext cx="765720" cy="574920"/>
            <a:chOff x="8153410" y="2289140"/>
            <a:chExt cx="765720" cy="57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1F922F73-AFFD-75F6-7BDD-3EF08C2F824D}"/>
                    </a:ext>
                  </a:extLst>
                </p14:cNvPr>
                <p14:cNvContentPartPr/>
                <p14:nvPr/>
              </p14:nvContentPartPr>
              <p14:xfrm>
                <a:off x="8200930" y="2727260"/>
                <a:ext cx="308160" cy="36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B3EEC199-7EA4-87AC-30B1-D0C30B6A02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94810" y="2721140"/>
                  <a:ext cx="320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DAE5759E-314B-4CE7-2AF6-30F0358ED6B2}"/>
                    </a:ext>
                  </a:extLst>
                </p14:cNvPr>
                <p14:cNvContentPartPr/>
                <p14:nvPr/>
              </p14:nvContentPartPr>
              <p14:xfrm>
                <a:off x="8153410" y="2784500"/>
                <a:ext cx="295560" cy="3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4F9540B1-3DD6-05CD-FC78-E2FBE07BD7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47290" y="2778380"/>
                  <a:ext cx="307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629079B0-A3B7-C0BC-538C-D1AA070E9DE1}"/>
                    </a:ext>
                  </a:extLst>
                </p14:cNvPr>
                <p14:cNvContentPartPr/>
                <p14:nvPr/>
              </p14:nvContentPartPr>
              <p14:xfrm>
                <a:off x="8300650" y="2841380"/>
                <a:ext cx="221400" cy="684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375CCBE7-8882-AED3-824E-8A13C4E37B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94530" y="2834920"/>
                  <a:ext cx="233640" cy="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064D8C3E-A68E-4379-E64C-6B03058215A9}"/>
                    </a:ext>
                  </a:extLst>
                </p14:cNvPr>
                <p14:cNvContentPartPr/>
                <p14:nvPr/>
              </p14:nvContentPartPr>
              <p14:xfrm>
                <a:off x="8532130" y="2863700"/>
                <a:ext cx="367560" cy="3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B0AD879B-22F3-82DE-C140-07A92ECE372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26010" y="2857580"/>
                  <a:ext cx="379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6FB38E56-657D-DB1A-AA3B-99E15FF0C172}"/>
                    </a:ext>
                  </a:extLst>
                </p14:cNvPr>
                <p14:cNvContentPartPr/>
                <p14:nvPr/>
              </p14:nvContentPartPr>
              <p14:xfrm>
                <a:off x="8363290" y="2289140"/>
                <a:ext cx="555840" cy="36972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403A8FF9-B41B-656B-0964-5CA33F524B6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57174" y="2283026"/>
                  <a:ext cx="568072" cy="381948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E8C9A12F-F372-2F83-9E1B-AF3356E76D1A}"/>
              </a:ext>
            </a:extLst>
          </p:cNvPr>
          <p:cNvCxnSpPr/>
          <p:nvPr/>
        </p:nvCxnSpPr>
        <p:spPr>
          <a:xfrm>
            <a:off x="9980345" y="3290126"/>
            <a:ext cx="592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1DBF1B7-7B5E-8561-70C8-0C9704A2E795}"/>
                  </a:ext>
                </a:extLst>
              </p:cNvPr>
              <p:cNvSpPr txBox="1"/>
              <p:nvPr/>
            </p:nvSpPr>
            <p:spPr>
              <a:xfrm>
                <a:off x="10506145" y="3115792"/>
                <a:ext cx="2220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6903381-E13A-0A7A-F621-D5406E70A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145" y="3115792"/>
                <a:ext cx="222047" cy="276999"/>
              </a:xfrm>
              <a:prstGeom prst="rect">
                <a:avLst/>
              </a:prstGeom>
              <a:blipFill>
                <a:blip r:embed="rId34"/>
                <a:stretch>
                  <a:fillRect l="-8108" r="-5405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DDA4971-1E8B-4D33-5896-51724FDCD244}"/>
                  </a:ext>
                </a:extLst>
              </p:cNvPr>
              <p:cNvSpPr txBox="1"/>
              <p:nvPr/>
            </p:nvSpPr>
            <p:spPr>
              <a:xfrm>
                <a:off x="9073105" y="1854008"/>
                <a:ext cx="3368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D36B01A-230F-9E2C-5B59-8A1BAE505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105" y="1854008"/>
                <a:ext cx="336887" cy="276999"/>
              </a:xfrm>
              <a:prstGeom prst="rect">
                <a:avLst/>
              </a:prstGeom>
              <a:blipFill>
                <a:blip r:embed="rId35"/>
                <a:stretch>
                  <a:fillRect l="-19643" r="-5357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31AE887-B21C-A7C6-3B3D-784FB6D05F9D}"/>
              </a:ext>
            </a:extLst>
          </p:cNvPr>
          <p:cNvSpPr/>
          <p:nvPr/>
        </p:nvSpPr>
        <p:spPr>
          <a:xfrm>
            <a:off x="7641166" y="2124151"/>
            <a:ext cx="1168799" cy="2330576"/>
          </a:xfrm>
          <a:custGeom>
            <a:avLst/>
            <a:gdLst>
              <a:gd name="csX0" fmla="*/ 0 w 1145001"/>
              <a:gd name="csY0" fmla="*/ 190837 h 2197636"/>
              <a:gd name="csX1" fmla="*/ 190837 w 1145001"/>
              <a:gd name="csY1" fmla="*/ 0 h 2197636"/>
              <a:gd name="csX2" fmla="*/ 954164 w 1145001"/>
              <a:gd name="csY2" fmla="*/ 0 h 2197636"/>
              <a:gd name="csX3" fmla="*/ 1145001 w 1145001"/>
              <a:gd name="csY3" fmla="*/ 190837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001"/>
              <a:gd name="csY0" fmla="*/ 190837 h 2197636"/>
              <a:gd name="csX1" fmla="*/ 190837 w 1145001"/>
              <a:gd name="csY1" fmla="*/ 0 h 2197636"/>
              <a:gd name="csX2" fmla="*/ 740156 w 1145001"/>
              <a:gd name="csY2" fmla="*/ 492868 h 2197636"/>
              <a:gd name="csX3" fmla="*/ 1145001 w 1145001"/>
              <a:gd name="csY3" fmla="*/ 190837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001"/>
              <a:gd name="csY0" fmla="*/ 190837 h 2197636"/>
              <a:gd name="csX1" fmla="*/ 190837 w 1145001"/>
              <a:gd name="csY1" fmla="*/ 0 h 2197636"/>
              <a:gd name="csX2" fmla="*/ 740156 w 1145001"/>
              <a:gd name="csY2" fmla="*/ 492868 h 2197636"/>
              <a:gd name="csX3" fmla="*/ 593767 w 1145001"/>
              <a:gd name="csY3" fmla="*/ 761527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001"/>
              <a:gd name="csY0" fmla="*/ 190837 h 2197636"/>
              <a:gd name="csX1" fmla="*/ 190837 w 1145001"/>
              <a:gd name="csY1" fmla="*/ 0 h 2197636"/>
              <a:gd name="csX2" fmla="*/ 740156 w 1145001"/>
              <a:gd name="csY2" fmla="*/ 492868 h 2197636"/>
              <a:gd name="csX3" fmla="*/ 477035 w 1145001"/>
              <a:gd name="csY3" fmla="*/ 774498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001"/>
              <a:gd name="csY0" fmla="*/ 190837 h 2197636"/>
              <a:gd name="csX1" fmla="*/ 190837 w 1145001"/>
              <a:gd name="csY1" fmla="*/ 0 h 2197636"/>
              <a:gd name="csX2" fmla="*/ 740156 w 1145001"/>
              <a:gd name="csY2" fmla="*/ 492868 h 2197636"/>
              <a:gd name="csX3" fmla="*/ 477035 w 1145001"/>
              <a:gd name="csY3" fmla="*/ 774498 h 2197636"/>
              <a:gd name="csX4" fmla="*/ 1145001 w 1145001"/>
              <a:gd name="csY4" fmla="*/ 2006799 h 2197636"/>
              <a:gd name="csX5" fmla="*/ 954164 w 1145001"/>
              <a:gd name="csY5" fmla="*/ 2197636 h 2197636"/>
              <a:gd name="csX6" fmla="*/ 190837 w 1145001"/>
              <a:gd name="csY6" fmla="*/ 2197636 h 2197636"/>
              <a:gd name="csX7" fmla="*/ 0 w 1145001"/>
              <a:gd name="csY7" fmla="*/ 2006799 h 2197636"/>
              <a:gd name="csX8" fmla="*/ 0 w 1145001"/>
              <a:gd name="csY8" fmla="*/ 190837 h 2197636"/>
              <a:gd name="csX0" fmla="*/ 0 w 1145921"/>
              <a:gd name="csY0" fmla="*/ 190837 h 2197636"/>
              <a:gd name="csX1" fmla="*/ 190837 w 1145921"/>
              <a:gd name="csY1" fmla="*/ 0 h 2197636"/>
              <a:gd name="csX2" fmla="*/ 740156 w 1145921"/>
              <a:gd name="csY2" fmla="*/ 492868 h 2197636"/>
              <a:gd name="csX3" fmla="*/ 477035 w 1145921"/>
              <a:gd name="csY3" fmla="*/ 774498 h 2197636"/>
              <a:gd name="csX4" fmla="*/ 520950 w 1145921"/>
              <a:gd name="csY4" fmla="*/ 1463060 h 2197636"/>
              <a:gd name="csX5" fmla="*/ 1145001 w 1145921"/>
              <a:gd name="csY5" fmla="*/ 2006799 h 2197636"/>
              <a:gd name="csX6" fmla="*/ 954164 w 1145921"/>
              <a:gd name="csY6" fmla="*/ 2197636 h 2197636"/>
              <a:gd name="csX7" fmla="*/ 190837 w 1145921"/>
              <a:gd name="csY7" fmla="*/ 2197636 h 2197636"/>
              <a:gd name="csX8" fmla="*/ 0 w 1145921"/>
              <a:gd name="csY8" fmla="*/ 2006799 h 2197636"/>
              <a:gd name="csX9" fmla="*/ 0 w 1145921"/>
              <a:gd name="csY9" fmla="*/ 190837 h 2197636"/>
              <a:gd name="csX0" fmla="*/ 0 w 974304"/>
              <a:gd name="csY0" fmla="*/ 190837 h 2197636"/>
              <a:gd name="csX1" fmla="*/ 190837 w 974304"/>
              <a:gd name="csY1" fmla="*/ 0 h 2197636"/>
              <a:gd name="csX2" fmla="*/ 740156 w 974304"/>
              <a:gd name="csY2" fmla="*/ 492868 h 2197636"/>
              <a:gd name="csX3" fmla="*/ 477035 w 974304"/>
              <a:gd name="csY3" fmla="*/ 774498 h 2197636"/>
              <a:gd name="csX4" fmla="*/ 520950 w 974304"/>
              <a:gd name="csY4" fmla="*/ 1463060 h 2197636"/>
              <a:gd name="csX5" fmla="*/ 716984 w 974304"/>
              <a:gd name="csY5" fmla="*/ 1714969 h 2197636"/>
              <a:gd name="csX6" fmla="*/ 954164 w 974304"/>
              <a:gd name="csY6" fmla="*/ 2197636 h 2197636"/>
              <a:gd name="csX7" fmla="*/ 190837 w 974304"/>
              <a:gd name="csY7" fmla="*/ 2197636 h 2197636"/>
              <a:gd name="csX8" fmla="*/ 0 w 974304"/>
              <a:gd name="csY8" fmla="*/ 2006799 h 2197636"/>
              <a:gd name="csX9" fmla="*/ 0 w 974304"/>
              <a:gd name="csY9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520950 w 759110"/>
              <a:gd name="csY4" fmla="*/ 1463060 h 2197636"/>
              <a:gd name="csX5" fmla="*/ 716984 w 759110"/>
              <a:gd name="csY5" fmla="*/ 1714969 h 2197636"/>
              <a:gd name="csX6" fmla="*/ 467781 w 759110"/>
              <a:gd name="csY6" fmla="*/ 1918777 h 2197636"/>
              <a:gd name="csX7" fmla="*/ 190837 w 759110"/>
              <a:gd name="csY7" fmla="*/ 2197636 h 2197636"/>
              <a:gd name="csX8" fmla="*/ 0 w 759110"/>
              <a:gd name="csY8" fmla="*/ 2006799 h 2197636"/>
              <a:gd name="csX9" fmla="*/ 0 w 759110"/>
              <a:gd name="csY9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520950 w 759110"/>
              <a:gd name="csY4" fmla="*/ 1463060 h 2197636"/>
              <a:gd name="csX5" fmla="*/ 716984 w 759110"/>
              <a:gd name="csY5" fmla="*/ 1714969 h 2197636"/>
              <a:gd name="csX6" fmla="*/ 467781 w 759110"/>
              <a:gd name="csY6" fmla="*/ 1918777 h 2197636"/>
              <a:gd name="csX7" fmla="*/ 190837 w 759110"/>
              <a:gd name="csY7" fmla="*/ 2197636 h 2197636"/>
              <a:gd name="csX8" fmla="*/ 0 w 759110"/>
              <a:gd name="csY8" fmla="*/ 2006799 h 2197636"/>
              <a:gd name="csX9" fmla="*/ 0 w 759110"/>
              <a:gd name="csY9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520950 w 759110"/>
              <a:gd name="csY4" fmla="*/ 1463060 h 2197636"/>
              <a:gd name="csX5" fmla="*/ 716984 w 759110"/>
              <a:gd name="csY5" fmla="*/ 1714969 h 2197636"/>
              <a:gd name="csX6" fmla="*/ 344564 w 759110"/>
              <a:gd name="csY6" fmla="*/ 2184666 h 2197636"/>
              <a:gd name="csX7" fmla="*/ 190837 w 759110"/>
              <a:gd name="csY7" fmla="*/ 2197636 h 2197636"/>
              <a:gd name="csX8" fmla="*/ 0 w 759110"/>
              <a:gd name="csY8" fmla="*/ 2006799 h 2197636"/>
              <a:gd name="csX9" fmla="*/ 0 w 759110"/>
              <a:gd name="csY9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426601 w 759110"/>
              <a:gd name="csY4" fmla="*/ 1055083 h 2197636"/>
              <a:gd name="csX5" fmla="*/ 520950 w 759110"/>
              <a:gd name="csY5" fmla="*/ 1463060 h 2197636"/>
              <a:gd name="csX6" fmla="*/ 716984 w 759110"/>
              <a:gd name="csY6" fmla="*/ 1714969 h 2197636"/>
              <a:gd name="csX7" fmla="*/ 344564 w 759110"/>
              <a:gd name="csY7" fmla="*/ 2184666 h 2197636"/>
              <a:gd name="csX8" fmla="*/ 190837 w 759110"/>
              <a:gd name="csY8" fmla="*/ 2197636 h 2197636"/>
              <a:gd name="csX9" fmla="*/ 0 w 759110"/>
              <a:gd name="csY9" fmla="*/ 2006799 h 2197636"/>
              <a:gd name="csX10" fmla="*/ 0 w 759110"/>
              <a:gd name="csY10" fmla="*/ 190837 h 2197636"/>
              <a:gd name="csX0" fmla="*/ 0 w 759110"/>
              <a:gd name="csY0" fmla="*/ 190837 h 2197636"/>
              <a:gd name="csX1" fmla="*/ 190837 w 759110"/>
              <a:gd name="csY1" fmla="*/ 0 h 2197636"/>
              <a:gd name="csX2" fmla="*/ 740156 w 759110"/>
              <a:gd name="csY2" fmla="*/ 492868 h 2197636"/>
              <a:gd name="csX3" fmla="*/ 477035 w 759110"/>
              <a:gd name="csY3" fmla="*/ 774498 h 2197636"/>
              <a:gd name="csX4" fmla="*/ 426601 w 759110"/>
              <a:gd name="csY4" fmla="*/ 1055083 h 2197636"/>
              <a:gd name="csX5" fmla="*/ 520950 w 759110"/>
              <a:gd name="csY5" fmla="*/ 1463060 h 2197636"/>
              <a:gd name="csX6" fmla="*/ 716984 w 759110"/>
              <a:gd name="csY6" fmla="*/ 1714969 h 2197636"/>
              <a:gd name="csX7" fmla="*/ 344564 w 759110"/>
              <a:gd name="csY7" fmla="*/ 2184666 h 2197636"/>
              <a:gd name="csX8" fmla="*/ 190837 w 759110"/>
              <a:gd name="csY8" fmla="*/ 2197636 h 2197636"/>
              <a:gd name="csX9" fmla="*/ 0 w 759110"/>
              <a:gd name="csY9" fmla="*/ 2006799 h 2197636"/>
              <a:gd name="csX10" fmla="*/ 0 w 759110"/>
              <a:gd name="csY10" fmla="*/ 190837 h 2197636"/>
              <a:gd name="csX0" fmla="*/ 0 w 760168"/>
              <a:gd name="csY0" fmla="*/ 190837 h 2197636"/>
              <a:gd name="csX1" fmla="*/ 190837 w 760168"/>
              <a:gd name="csY1" fmla="*/ 0 h 2197636"/>
              <a:gd name="csX2" fmla="*/ 740156 w 760168"/>
              <a:gd name="csY2" fmla="*/ 492868 h 2197636"/>
              <a:gd name="csX3" fmla="*/ 500319 w 760168"/>
              <a:gd name="csY3" fmla="*/ 791431 h 2197636"/>
              <a:gd name="csX4" fmla="*/ 426601 w 760168"/>
              <a:gd name="csY4" fmla="*/ 1055083 h 2197636"/>
              <a:gd name="csX5" fmla="*/ 520950 w 760168"/>
              <a:gd name="csY5" fmla="*/ 1463060 h 2197636"/>
              <a:gd name="csX6" fmla="*/ 716984 w 760168"/>
              <a:gd name="csY6" fmla="*/ 1714969 h 2197636"/>
              <a:gd name="csX7" fmla="*/ 344564 w 760168"/>
              <a:gd name="csY7" fmla="*/ 2184666 h 2197636"/>
              <a:gd name="csX8" fmla="*/ 190837 w 760168"/>
              <a:gd name="csY8" fmla="*/ 2197636 h 2197636"/>
              <a:gd name="csX9" fmla="*/ 0 w 760168"/>
              <a:gd name="csY9" fmla="*/ 2006799 h 2197636"/>
              <a:gd name="csX10" fmla="*/ 0 w 760168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6656 w 719527"/>
              <a:gd name="csY2" fmla="*/ 490751 h 2197636"/>
              <a:gd name="csX3" fmla="*/ 500319 w 719527"/>
              <a:gd name="csY3" fmla="*/ 79143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6656 w 719527"/>
              <a:gd name="csY2" fmla="*/ 490751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6656 w 719527"/>
              <a:gd name="csY2" fmla="*/ 490751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7101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7101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4985 h 2197636"/>
              <a:gd name="csX3" fmla="*/ 538419 w 719527"/>
              <a:gd name="csY3" fmla="*/ 708881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4985 h 2197636"/>
              <a:gd name="csX3" fmla="*/ 559586 w 719527"/>
              <a:gd name="csY3" fmla="*/ 668664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670306 w 719527"/>
              <a:gd name="csY2" fmla="*/ 494985 h 2197636"/>
              <a:gd name="csX3" fmla="*/ 559586 w 719527"/>
              <a:gd name="csY3" fmla="*/ 668664 h 2197636"/>
              <a:gd name="csX4" fmla="*/ 426601 w 719527"/>
              <a:gd name="csY4" fmla="*/ 1055083 h 2197636"/>
              <a:gd name="csX5" fmla="*/ 520950 w 719527"/>
              <a:gd name="csY5" fmla="*/ 1463060 h 2197636"/>
              <a:gd name="csX6" fmla="*/ 716984 w 719527"/>
              <a:gd name="csY6" fmla="*/ 1714969 h 2197636"/>
              <a:gd name="csX7" fmla="*/ 344564 w 719527"/>
              <a:gd name="csY7" fmla="*/ 2184666 h 2197636"/>
              <a:gd name="csX8" fmla="*/ 190837 w 719527"/>
              <a:gd name="csY8" fmla="*/ 2197636 h 2197636"/>
              <a:gd name="csX9" fmla="*/ 0 w 719527"/>
              <a:gd name="csY9" fmla="*/ 2006799 h 2197636"/>
              <a:gd name="csX10" fmla="*/ 0 w 719527"/>
              <a:gd name="csY10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526085 w 719527"/>
              <a:gd name="csY2" fmla="*/ 293083 h 2197636"/>
              <a:gd name="csX3" fmla="*/ 670306 w 719527"/>
              <a:gd name="csY3" fmla="*/ 494985 h 2197636"/>
              <a:gd name="csX4" fmla="*/ 559586 w 719527"/>
              <a:gd name="csY4" fmla="*/ 668664 h 2197636"/>
              <a:gd name="csX5" fmla="*/ 426601 w 719527"/>
              <a:gd name="csY5" fmla="*/ 1055083 h 2197636"/>
              <a:gd name="csX6" fmla="*/ 520950 w 719527"/>
              <a:gd name="csY6" fmla="*/ 1463060 h 2197636"/>
              <a:gd name="csX7" fmla="*/ 716984 w 719527"/>
              <a:gd name="csY7" fmla="*/ 1714969 h 2197636"/>
              <a:gd name="csX8" fmla="*/ 344564 w 719527"/>
              <a:gd name="csY8" fmla="*/ 2184666 h 2197636"/>
              <a:gd name="csX9" fmla="*/ 190837 w 719527"/>
              <a:gd name="csY9" fmla="*/ 2197636 h 2197636"/>
              <a:gd name="csX10" fmla="*/ 0 w 719527"/>
              <a:gd name="csY10" fmla="*/ 2006799 h 2197636"/>
              <a:gd name="csX11" fmla="*/ 0 w 719527"/>
              <a:gd name="csY11" fmla="*/ 190837 h 2197636"/>
              <a:gd name="csX0" fmla="*/ 0 w 719527"/>
              <a:gd name="csY0" fmla="*/ 190837 h 2197636"/>
              <a:gd name="csX1" fmla="*/ 190837 w 719527"/>
              <a:gd name="csY1" fmla="*/ 0 h 2197636"/>
              <a:gd name="csX2" fmla="*/ 526085 w 719527"/>
              <a:gd name="csY2" fmla="*/ 293083 h 2197636"/>
              <a:gd name="csX3" fmla="*/ 670306 w 719527"/>
              <a:gd name="csY3" fmla="*/ 494985 h 2197636"/>
              <a:gd name="csX4" fmla="*/ 559586 w 719527"/>
              <a:gd name="csY4" fmla="*/ 668664 h 2197636"/>
              <a:gd name="csX5" fmla="*/ 426601 w 719527"/>
              <a:gd name="csY5" fmla="*/ 1055083 h 2197636"/>
              <a:gd name="csX6" fmla="*/ 520950 w 719527"/>
              <a:gd name="csY6" fmla="*/ 1463060 h 2197636"/>
              <a:gd name="csX7" fmla="*/ 716984 w 719527"/>
              <a:gd name="csY7" fmla="*/ 1714969 h 2197636"/>
              <a:gd name="csX8" fmla="*/ 344564 w 719527"/>
              <a:gd name="csY8" fmla="*/ 2184666 h 2197636"/>
              <a:gd name="csX9" fmla="*/ 190837 w 719527"/>
              <a:gd name="csY9" fmla="*/ 2197636 h 2197636"/>
              <a:gd name="csX10" fmla="*/ 0 w 719527"/>
              <a:gd name="csY10" fmla="*/ 2006799 h 2197636"/>
              <a:gd name="csX11" fmla="*/ 0 w 719527"/>
              <a:gd name="csY11" fmla="*/ 190837 h 219763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26601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30835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30835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30835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27"/>
              <a:gd name="csY0" fmla="*/ 235287 h 2242086"/>
              <a:gd name="csX1" fmla="*/ 243753 w 719527"/>
              <a:gd name="csY1" fmla="*/ 0 h 2242086"/>
              <a:gd name="csX2" fmla="*/ 526085 w 719527"/>
              <a:gd name="csY2" fmla="*/ 337533 h 2242086"/>
              <a:gd name="csX3" fmla="*/ 670306 w 719527"/>
              <a:gd name="csY3" fmla="*/ 539435 h 2242086"/>
              <a:gd name="csX4" fmla="*/ 559586 w 719527"/>
              <a:gd name="csY4" fmla="*/ 713114 h 2242086"/>
              <a:gd name="csX5" fmla="*/ 430835 w 719527"/>
              <a:gd name="csY5" fmla="*/ 1099533 h 2242086"/>
              <a:gd name="csX6" fmla="*/ 520950 w 719527"/>
              <a:gd name="csY6" fmla="*/ 1507510 h 2242086"/>
              <a:gd name="csX7" fmla="*/ 716984 w 719527"/>
              <a:gd name="csY7" fmla="*/ 1759419 h 2242086"/>
              <a:gd name="csX8" fmla="*/ 344564 w 719527"/>
              <a:gd name="csY8" fmla="*/ 2229116 h 2242086"/>
              <a:gd name="csX9" fmla="*/ 190837 w 719527"/>
              <a:gd name="csY9" fmla="*/ 2242086 h 2242086"/>
              <a:gd name="csX10" fmla="*/ 0 w 719527"/>
              <a:gd name="csY10" fmla="*/ 2051249 h 2242086"/>
              <a:gd name="csX11" fmla="*/ 0 w 719527"/>
              <a:gd name="csY11" fmla="*/ 235287 h 2242086"/>
              <a:gd name="csX0" fmla="*/ 0 w 719553"/>
              <a:gd name="csY0" fmla="*/ 235287 h 2242086"/>
              <a:gd name="csX1" fmla="*/ 243753 w 719553"/>
              <a:gd name="csY1" fmla="*/ 0 h 2242086"/>
              <a:gd name="csX2" fmla="*/ 526085 w 719553"/>
              <a:gd name="csY2" fmla="*/ 337533 h 2242086"/>
              <a:gd name="csX3" fmla="*/ 670306 w 719553"/>
              <a:gd name="csY3" fmla="*/ 539435 h 2242086"/>
              <a:gd name="csX4" fmla="*/ 559586 w 719553"/>
              <a:gd name="csY4" fmla="*/ 713114 h 2242086"/>
              <a:gd name="csX5" fmla="*/ 430835 w 719553"/>
              <a:gd name="csY5" fmla="*/ 1099533 h 2242086"/>
              <a:gd name="csX6" fmla="*/ 523067 w 719553"/>
              <a:gd name="csY6" fmla="*/ 1490577 h 2242086"/>
              <a:gd name="csX7" fmla="*/ 716984 w 719553"/>
              <a:gd name="csY7" fmla="*/ 1759419 h 2242086"/>
              <a:gd name="csX8" fmla="*/ 344564 w 719553"/>
              <a:gd name="csY8" fmla="*/ 2229116 h 2242086"/>
              <a:gd name="csX9" fmla="*/ 190837 w 719553"/>
              <a:gd name="csY9" fmla="*/ 2242086 h 2242086"/>
              <a:gd name="csX10" fmla="*/ 0 w 719553"/>
              <a:gd name="csY10" fmla="*/ 2051249 h 2242086"/>
              <a:gd name="csX11" fmla="*/ 0 w 719553"/>
              <a:gd name="csY11" fmla="*/ 235287 h 2242086"/>
              <a:gd name="csX0" fmla="*/ 0 w 719722"/>
              <a:gd name="csY0" fmla="*/ 235287 h 2242086"/>
              <a:gd name="csX1" fmla="*/ 243753 w 719722"/>
              <a:gd name="csY1" fmla="*/ 0 h 2242086"/>
              <a:gd name="csX2" fmla="*/ 526085 w 719722"/>
              <a:gd name="csY2" fmla="*/ 337533 h 2242086"/>
              <a:gd name="csX3" fmla="*/ 670306 w 719722"/>
              <a:gd name="csY3" fmla="*/ 539435 h 2242086"/>
              <a:gd name="csX4" fmla="*/ 559586 w 719722"/>
              <a:gd name="csY4" fmla="*/ 713114 h 2242086"/>
              <a:gd name="csX5" fmla="*/ 430835 w 719722"/>
              <a:gd name="csY5" fmla="*/ 1099533 h 2242086"/>
              <a:gd name="csX6" fmla="*/ 523067 w 719722"/>
              <a:gd name="csY6" fmla="*/ 1490577 h 2242086"/>
              <a:gd name="csX7" fmla="*/ 716984 w 719722"/>
              <a:gd name="csY7" fmla="*/ 1759419 h 2242086"/>
              <a:gd name="csX8" fmla="*/ 344564 w 719722"/>
              <a:gd name="csY8" fmla="*/ 2229116 h 2242086"/>
              <a:gd name="csX9" fmla="*/ 190837 w 719722"/>
              <a:gd name="csY9" fmla="*/ 2242086 h 2242086"/>
              <a:gd name="csX10" fmla="*/ 0 w 719722"/>
              <a:gd name="csY10" fmla="*/ 2051249 h 2242086"/>
              <a:gd name="csX11" fmla="*/ 0 w 719722"/>
              <a:gd name="csY11" fmla="*/ 235287 h 2242086"/>
              <a:gd name="csX0" fmla="*/ 0 w 713468"/>
              <a:gd name="csY0" fmla="*/ 235287 h 2242086"/>
              <a:gd name="csX1" fmla="*/ 243753 w 713468"/>
              <a:gd name="csY1" fmla="*/ 0 h 2242086"/>
              <a:gd name="csX2" fmla="*/ 526085 w 713468"/>
              <a:gd name="csY2" fmla="*/ 337533 h 2242086"/>
              <a:gd name="csX3" fmla="*/ 670306 w 713468"/>
              <a:gd name="csY3" fmla="*/ 539435 h 2242086"/>
              <a:gd name="csX4" fmla="*/ 559586 w 713468"/>
              <a:gd name="csY4" fmla="*/ 713114 h 2242086"/>
              <a:gd name="csX5" fmla="*/ 430835 w 713468"/>
              <a:gd name="csY5" fmla="*/ 1099533 h 2242086"/>
              <a:gd name="csX6" fmla="*/ 523067 w 713468"/>
              <a:gd name="csY6" fmla="*/ 1490577 h 2242086"/>
              <a:gd name="csX7" fmla="*/ 710634 w 713468"/>
              <a:gd name="csY7" fmla="*/ 1721319 h 2242086"/>
              <a:gd name="csX8" fmla="*/ 344564 w 713468"/>
              <a:gd name="csY8" fmla="*/ 2229116 h 2242086"/>
              <a:gd name="csX9" fmla="*/ 190837 w 713468"/>
              <a:gd name="csY9" fmla="*/ 2242086 h 2242086"/>
              <a:gd name="csX10" fmla="*/ 0 w 713468"/>
              <a:gd name="csY10" fmla="*/ 2051249 h 2242086"/>
              <a:gd name="csX11" fmla="*/ 0 w 713468"/>
              <a:gd name="csY11" fmla="*/ 235287 h 2242086"/>
              <a:gd name="csX0" fmla="*/ 0 w 710763"/>
              <a:gd name="csY0" fmla="*/ 235287 h 2242086"/>
              <a:gd name="csX1" fmla="*/ 243753 w 710763"/>
              <a:gd name="csY1" fmla="*/ 0 h 2242086"/>
              <a:gd name="csX2" fmla="*/ 526085 w 710763"/>
              <a:gd name="csY2" fmla="*/ 337533 h 2242086"/>
              <a:gd name="csX3" fmla="*/ 670306 w 710763"/>
              <a:gd name="csY3" fmla="*/ 539435 h 2242086"/>
              <a:gd name="csX4" fmla="*/ 559586 w 710763"/>
              <a:gd name="csY4" fmla="*/ 713114 h 2242086"/>
              <a:gd name="csX5" fmla="*/ 430835 w 710763"/>
              <a:gd name="csY5" fmla="*/ 1099533 h 2242086"/>
              <a:gd name="csX6" fmla="*/ 523067 w 710763"/>
              <a:gd name="csY6" fmla="*/ 1490577 h 2242086"/>
              <a:gd name="csX7" fmla="*/ 710634 w 710763"/>
              <a:gd name="csY7" fmla="*/ 1721319 h 2242086"/>
              <a:gd name="csX8" fmla="*/ 344564 w 710763"/>
              <a:gd name="csY8" fmla="*/ 2229116 h 2242086"/>
              <a:gd name="csX9" fmla="*/ 190837 w 710763"/>
              <a:gd name="csY9" fmla="*/ 2242086 h 2242086"/>
              <a:gd name="csX10" fmla="*/ 0 w 710763"/>
              <a:gd name="csY10" fmla="*/ 2051249 h 2242086"/>
              <a:gd name="csX11" fmla="*/ 0 w 710763"/>
              <a:gd name="csY11" fmla="*/ 235287 h 2242086"/>
              <a:gd name="csX0" fmla="*/ 0 w 738259"/>
              <a:gd name="csY0" fmla="*/ 235287 h 2242086"/>
              <a:gd name="csX1" fmla="*/ 243753 w 738259"/>
              <a:gd name="csY1" fmla="*/ 0 h 2242086"/>
              <a:gd name="csX2" fmla="*/ 526085 w 738259"/>
              <a:gd name="csY2" fmla="*/ 337533 h 2242086"/>
              <a:gd name="csX3" fmla="*/ 670306 w 738259"/>
              <a:gd name="csY3" fmla="*/ 539435 h 2242086"/>
              <a:gd name="csX4" fmla="*/ 559586 w 738259"/>
              <a:gd name="csY4" fmla="*/ 713114 h 2242086"/>
              <a:gd name="csX5" fmla="*/ 430835 w 738259"/>
              <a:gd name="csY5" fmla="*/ 1099533 h 2242086"/>
              <a:gd name="csX6" fmla="*/ 523067 w 738259"/>
              <a:gd name="csY6" fmla="*/ 1490577 h 2242086"/>
              <a:gd name="csX7" fmla="*/ 738151 w 738259"/>
              <a:gd name="csY7" fmla="*/ 1731902 h 2242086"/>
              <a:gd name="csX8" fmla="*/ 344564 w 738259"/>
              <a:gd name="csY8" fmla="*/ 2229116 h 2242086"/>
              <a:gd name="csX9" fmla="*/ 190837 w 738259"/>
              <a:gd name="csY9" fmla="*/ 2242086 h 2242086"/>
              <a:gd name="csX10" fmla="*/ 0 w 738259"/>
              <a:gd name="csY10" fmla="*/ 2051249 h 2242086"/>
              <a:gd name="csX11" fmla="*/ 0 w 738259"/>
              <a:gd name="csY11" fmla="*/ 235287 h 2242086"/>
              <a:gd name="csX0" fmla="*/ 0 w 738151"/>
              <a:gd name="csY0" fmla="*/ 235287 h 2242086"/>
              <a:gd name="csX1" fmla="*/ 243753 w 738151"/>
              <a:gd name="csY1" fmla="*/ 0 h 2242086"/>
              <a:gd name="csX2" fmla="*/ 526085 w 738151"/>
              <a:gd name="csY2" fmla="*/ 337533 h 2242086"/>
              <a:gd name="csX3" fmla="*/ 670306 w 738151"/>
              <a:gd name="csY3" fmla="*/ 539435 h 2242086"/>
              <a:gd name="csX4" fmla="*/ 559586 w 738151"/>
              <a:gd name="csY4" fmla="*/ 713114 h 2242086"/>
              <a:gd name="csX5" fmla="*/ 430835 w 738151"/>
              <a:gd name="csY5" fmla="*/ 1099533 h 2242086"/>
              <a:gd name="csX6" fmla="*/ 523067 w 738151"/>
              <a:gd name="csY6" fmla="*/ 1490577 h 2242086"/>
              <a:gd name="csX7" fmla="*/ 738151 w 738151"/>
              <a:gd name="csY7" fmla="*/ 1731902 h 2242086"/>
              <a:gd name="csX8" fmla="*/ 344564 w 738151"/>
              <a:gd name="csY8" fmla="*/ 2229116 h 2242086"/>
              <a:gd name="csX9" fmla="*/ 190837 w 738151"/>
              <a:gd name="csY9" fmla="*/ 2242086 h 2242086"/>
              <a:gd name="csX10" fmla="*/ 0 w 738151"/>
              <a:gd name="csY10" fmla="*/ 2051249 h 2242086"/>
              <a:gd name="csX11" fmla="*/ 0 w 738151"/>
              <a:gd name="csY11" fmla="*/ 235287 h 2242086"/>
              <a:gd name="csX0" fmla="*/ 0 w 738151"/>
              <a:gd name="csY0" fmla="*/ 235287 h 2242086"/>
              <a:gd name="csX1" fmla="*/ 243753 w 738151"/>
              <a:gd name="csY1" fmla="*/ 0 h 2242086"/>
              <a:gd name="csX2" fmla="*/ 526085 w 738151"/>
              <a:gd name="csY2" fmla="*/ 337533 h 2242086"/>
              <a:gd name="csX3" fmla="*/ 670306 w 738151"/>
              <a:gd name="csY3" fmla="*/ 539435 h 2242086"/>
              <a:gd name="csX4" fmla="*/ 559586 w 738151"/>
              <a:gd name="csY4" fmla="*/ 713114 h 2242086"/>
              <a:gd name="csX5" fmla="*/ 430835 w 738151"/>
              <a:gd name="csY5" fmla="*/ 1099533 h 2242086"/>
              <a:gd name="csX6" fmla="*/ 523067 w 738151"/>
              <a:gd name="csY6" fmla="*/ 1490577 h 2242086"/>
              <a:gd name="csX7" fmla="*/ 738151 w 738151"/>
              <a:gd name="csY7" fmla="*/ 1731902 h 2242086"/>
              <a:gd name="csX8" fmla="*/ 344564 w 738151"/>
              <a:gd name="csY8" fmla="*/ 2229116 h 2242086"/>
              <a:gd name="csX9" fmla="*/ 190837 w 738151"/>
              <a:gd name="csY9" fmla="*/ 2242086 h 2242086"/>
              <a:gd name="csX10" fmla="*/ 0 w 738151"/>
              <a:gd name="csY10" fmla="*/ 2051249 h 2242086"/>
              <a:gd name="csX11" fmla="*/ 0 w 738151"/>
              <a:gd name="csY11" fmla="*/ 235287 h 2242086"/>
              <a:gd name="csX0" fmla="*/ 0 w 738151"/>
              <a:gd name="csY0" fmla="*/ 235287 h 2328446"/>
              <a:gd name="csX1" fmla="*/ 243753 w 738151"/>
              <a:gd name="csY1" fmla="*/ 0 h 2328446"/>
              <a:gd name="csX2" fmla="*/ 526085 w 738151"/>
              <a:gd name="csY2" fmla="*/ 337533 h 2328446"/>
              <a:gd name="csX3" fmla="*/ 670306 w 738151"/>
              <a:gd name="csY3" fmla="*/ 539435 h 2328446"/>
              <a:gd name="csX4" fmla="*/ 559586 w 738151"/>
              <a:gd name="csY4" fmla="*/ 713114 h 2328446"/>
              <a:gd name="csX5" fmla="*/ 430835 w 738151"/>
              <a:gd name="csY5" fmla="*/ 1099533 h 2328446"/>
              <a:gd name="csX6" fmla="*/ 523067 w 738151"/>
              <a:gd name="csY6" fmla="*/ 1490577 h 2328446"/>
              <a:gd name="csX7" fmla="*/ 738151 w 738151"/>
              <a:gd name="csY7" fmla="*/ 1731902 h 2328446"/>
              <a:gd name="csX8" fmla="*/ 344564 w 738151"/>
              <a:gd name="csY8" fmla="*/ 2229116 h 2328446"/>
              <a:gd name="csX9" fmla="*/ 200997 w 738151"/>
              <a:gd name="csY9" fmla="*/ 2328446 h 2328446"/>
              <a:gd name="csX10" fmla="*/ 0 w 738151"/>
              <a:gd name="csY10" fmla="*/ 2051249 h 2328446"/>
              <a:gd name="csX11" fmla="*/ 0 w 738151"/>
              <a:gd name="csY11" fmla="*/ 235287 h 2328446"/>
              <a:gd name="csX0" fmla="*/ 0 w 738151"/>
              <a:gd name="csY0" fmla="*/ 235287 h 2329799"/>
              <a:gd name="csX1" fmla="*/ 243753 w 738151"/>
              <a:gd name="csY1" fmla="*/ 0 h 2329799"/>
              <a:gd name="csX2" fmla="*/ 526085 w 738151"/>
              <a:gd name="csY2" fmla="*/ 337533 h 2329799"/>
              <a:gd name="csX3" fmla="*/ 670306 w 738151"/>
              <a:gd name="csY3" fmla="*/ 539435 h 2329799"/>
              <a:gd name="csX4" fmla="*/ 559586 w 738151"/>
              <a:gd name="csY4" fmla="*/ 713114 h 2329799"/>
              <a:gd name="csX5" fmla="*/ 430835 w 738151"/>
              <a:gd name="csY5" fmla="*/ 1099533 h 2329799"/>
              <a:gd name="csX6" fmla="*/ 523067 w 738151"/>
              <a:gd name="csY6" fmla="*/ 1490577 h 2329799"/>
              <a:gd name="csX7" fmla="*/ 738151 w 738151"/>
              <a:gd name="csY7" fmla="*/ 1731902 h 2329799"/>
              <a:gd name="csX8" fmla="*/ 344564 w 738151"/>
              <a:gd name="csY8" fmla="*/ 2229116 h 2329799"/>
              <a:gd name="csX9" fmla="*/ 200997 w 738151"/>
              <a:gd name="csY9" fmla="*/ 2328446 h 2329799"/>
              <a:gd name="csX10" fmla="*/ 0 w 738151"/>
              <a:gd name="csY10" fmla="*/ 2051249 h 2329799"/>
              <a:gd name="csX11" fmla="*/ 0 w 738151"/>
              <a:gd name="csY11" fmla="*/ 235287 h 2329799"/>
              <a:gd name="csX0" fmla="*/ 0 w 738151"/>
              <a:gd name="csY0" fmla="*/ 235287 h 2330165"/>
              <a:gd name="csX1" fmla="*/ 243753 w 738151"/>
              <a:gd name="csY1" fmla="*/ 0 h 2330165"/>
              <a:gd name="csX2" fmla="*/ 526085 w 738151"/>
              <a:gd name="csY2" fmla="*/ 337533 h 2330165"/>
              <a:gd name="csX3" fmla="*/ 670306 w 738151"/>
              <a:gd name="csY3" fmla="*/ 539435 h 2330165"/>
              <a:gd name="csX4" fmla="*/ 559586 w 738151"/>
              <a:gd name="csY4" fmla="*/ 713114 h 2330165"/>
              <a:gd name="csX5" fmla="*/ 430835 w 738151"/>
              <a:gd name="csY5" fmla="*/ 1099533 h 2330165"/>
              <a:gd name="csX6" fmla="*/ 523067 w 738151"/>
              <a:gd name="csY6" fmla="*/ 1490577 h 2330165"/>
              <a:gd name="csX7" fmla="*/ 738151 w 738151"/>
              <a:gd name="csY7" fmla="*/ 1731902 h 2330165"/>
              <a:gd name="csX8" fmla="*/ 339802 w 738151"/>
              <a:gd name="csY8" fmla="*/ 2248166 h 2330165"/>
              <a:gd name="csX9" fmla="*/ 200997 w 738151"/>
              <a:gd name="csY9" fmla="*/ 2328446 h 2330165"/>
              <a:gd name="csX10" fmla="*/ 0 w 738151"/>
              <a:gd name="csY10" fmla="*/ 2051249 h 2330165"/>
              <a:gd name="csX11" fmla="*/ 0 w 738151"/>
              <a:gd name="csY11" fmla="*/ 235287 h 2330165"/>
              <a:gd name="csX0" fmla="*/ 0 w 738151"/>
              <a:gd name="csY0" fmla="*/ 235287 h 2330576"/>
              <a:gd name="csX1" fmla="*/ 243753 w 738151"/>
              <a:gd name="csY1" fmla="*/ 0 h 2330576"/>
              <a:gd name="csX2" fmla="*/ 526085 w 738151"/>
              <a:gd name="csY2" fmla="*/ 337533 h 2330576"/>
              <a:gd name="csX3" fmla="*/ 670306 w 738151"/>
              <a:gd name="csY3" fmla="*/ 539435 h 2330576"/>
              <a:gd name="csX4" fmla="*/ 559586 w 738151"/>
              <a:gd name="csY4" fmla="*/ 713114 h 2330576"/>
              <a:gd name="csX5" fmla="*/ 430835 w 738151"/>
              <a:gd name="csY5" fmla="*/ 1099533 h 2330576"/>
              <a:gd name="csX6" fmla="*/ 523067 w 738151"/>
              <a:gd name="csY6" fmla="*/ 1490577 h 2330576"/>
              <a:gd name="csX7" fmla="*/ 738151 w 738151"/>
              <a:gd name="csY7" fmla="*/ 1731902 h 2330576"/>
              <a:gd name="csX8" fmla="*/ 339802 w 738151"/>
              <a:gd name="csY8" fmla="*/ 2248166 h 2330576"/>
              <a:gd name="csX9" fmla="*/ 200997 w 738151"/>
              <a:gd name="csY9" fmla="*/ 2328446 h 2330576"/>
              <a:gd name="csX10" fmla="*/ 0 w 738151"/>
              <a:gd name="csY10" fmla="*/ 2051249 h 2330576"/>
              <a:gd name="csX11" fmla="*/ 0 w 738151"/>
              <a:gd name="csY11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432515 w 1170666"/>
              <a:gd name="csY10" fmla="*/ 2051249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432515 w 1170666"/>
              <a:gd name="csY10" fmla="*/ 2051249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432515 w 1170666"/>
              <a:gd name="csY10" fmla="*/ 2051249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432515 w 1170666"/>
              <a:gd name="csY0" fmla="*/ 2352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432515 w 1170666"/>
              <a:gd name="csY12" fmla="*/ 2352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81634 w 1170666"/>
              <a:gd name="csY10" fmla="*/ 2059715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39233 w 1170666"/>
              <a:gd name="csY10" fmla="*/ 2076649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39233 w 1170666"/>
              <a:gd name="csY10" fmla="*/ 2076649 h 2330576"/>
              <a:gd name="csX11" fmla="*/ 0 w 1170666"/>
              <a:gd name="csY11" fmla="*/ 1127049 h 2330576"/>
              <a:gd name="csX12" fmla="*/ 347713 w 1170666"/>
              <a:gd name="csY12" fmla="*/ 286087 h 2330576"/>
              <a:gd name="csX0" fmla="*/ 347713 w 1170666"/>
              <a:gd name="csY0" fmla="*/ 286087 h 2330576"/>
              <a:gd name="csX1" fmla="*/ 676268 w 1170666"/>
              <a:gd name="csY1" fmla="*/ 0 h 2330576"/>
              <a:gd name="csX2" fmla="*/ 958600 w 1170666"/>
              <a:gd name="csY2" fmla="*/ 337533 h 2330576"/>
              <a:gd name="csX3" fmla="*/ 1102821 w 1170666"/>
              <a:gd name="csY3" fmla="*/ 539435 h 2330576"/>
              <a:gd name="csX4" fmla="*/ 992101 w 1170666"/>
              <a:gd name="csY4" fmla="*/ 713114 h 2330576"/>
              <a:gd name="csX5" fmla="*/ 863350 w 1170666"/>
              <a:gd name="csY5" fmla="*/ 1099533 h 2330576"/>
              <a:gd name="csX6" fmla="*/ 955582 w 1170666"/>
              <a:gd name="csY6" fmla="*/ 1490577 h 2330576"/>
              <a:gd name="csX7" fmla="*/ 1170666 w 1170666"/>
              <a:gd name="csY7" fmla="*/ 1731902 h 2330576"/>
              <a:gd name="csX8" fmla="*/ 772317 w 1170666"/>
              <a:gd name="csY8" fmla="*/ 2248166 h 2330576"/>
              <a:gd name="csX9" fmla="*/ 633512 w 1170666"/>
              <a:gd name="csY9" fmla="*/ 2328446 h 2330576"/>
              <a:gd name="csX10" fmla="*/ 339233 w 1170666"/>
              <a:gd name="csY10" fmla="*/ 2076649 h 2330576"/>
              <a:gd name="csX11" fmla="*/ 0 w 1170666"/>
              <a:gd name="csY11" fmla="*/ 1127049 h 2330576"/>
              <a:gd name="csX12" fmla="*/ 347713 w 1170666"/>
              <a:gd name="csY12" fmla="*/ 286087 h 2330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70666" h="2330576">
                <a:moveTo>
                  <a:pt x="347713" y="286087"/>
                </a:moveTo>
                <a:cubicBezTo>
                  <a:pt x="407074" y="197624"/>
                  <a:pt x="570872" y="0"/>
                  <a:pt x="676268" y="0"/>
                </a:cubicBezTo>
                <a:cubicBezTo>
                  <a:pt x="755835" y="23391"/>
                  <a:pt x="840589" y="178836"/>
                  <a:pt x="958600" y="337533"/>
                </a:cubicBezTo>
                <a:cubicBezTo>
                  <a:pt x="1038511" y="420030"/>
                  <a:pt x="1089124" y="483188"/>
                  <a:pt x="1102821" y="539435"/>
                </a:cubicBezTo>
                <a:cubicBezTo>
                  <a:pt x="1206100" y="554252"/>
                  <a:pt x="1036551" y="633118"/>
                  <a:pt x="992101" y="713114"/>
                </a:cubicBezTo>
                <a:cubicBezTo>
                  <a:pt x="949366" y="800466"/>
                  <a:pt x="885664" y="940323"/>
                  <a:pt x="863350" y="1099533"/>
                </a:cubicBezTo>
                <a:cubicBezTo>
                  <a:pt x="870669" y="1214293"/>
                  <a:pt x="916710" y="1378479"/>
                  <a:pt x="955582" y="1490577"/>
                </a:cubicBezTo>
                <a:cubicBezTo>
                  <a:pt x="1007154" y="1592092"/>
                  <a:pt x="1150255" y="1698958"/>
                  <a:pt x="1170666" y="1731902"/>
                </a:cubicBezTo>
                <a:cubicBezTo>
                  <a:pt x="1096582" y="1794965"/>
                  <a:pt x="851772" y="2202770"/>
                  <a:pt x="772317" y="2248166"/>
                </a:cubicBezTo>
                <a:cubicBezTo>
                  <a:pt x="740336" y="2295564"/>
                  <a:pt x="722008" y="2341056"/>
                  <a:pt x="633512" y="2328446"/>
                </a:cubicBezTo>
                <a:cubicBezTo>
                  <a:pt x="528116" y="2328446"/>
                  <a:pt x="428274" y="2186278"/>
                  <a:pt x="339233" y="2076649"/>
                </a:cubicBezTo>
                <a:cubicBezTo>
                  <a:pt x="46658" y="1779871"/>
                  <a:pt x="4248" y="1470393"/>
                  <a:pt x="0" y="1127049"/>
                </a:cubicBezTo>
                <a:cubicBezTo>
                  <a:pt x="115904" y="846728"/>
                  <a:pt x="180928" y="549475"/>
                  <a:pt x="347713" y="28608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4507A3-3444-5055-10EB-A17FBFBBEACA}"/>
                  </a:ext>
                </a:extLst>
              </p:cNvPr>
              <p:cNvSpPr txBox="1"/>
              <p:nvPr/>
            </p:nvSpPr>
            <p:spPr>
              <a:xfrm>
                <a:off x="1371507" y="2631186"/>
                <a:ext cx="14058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𝐎𝐒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ko-KR" altLang="en-US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00F446-35E2-7650-28B4-470CB70E4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507" y="2631186"/>
                <a:ext cx="1405833" cy="276999"/>
              </a:xfrm>
              <a:prstGeom prst="rect">
                <a:avLst/>
              </a:prstGeom>
              <a:blipFill>
                <a:blip r:embed="rId36"/>
                <a:stretch>
                  <a:fillRect l="-6494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1C135F-5917-1D2E-DAD4-62E01665AEB5}"/>
                  </a:ext>
                </a:extLst>
              </p:cNvPr>
              <p:cNvSpPr txBox="1"/>
              <p:nvPr/>
            </p:nvSpPr>
            <p:spPr>
              <a:xfrm>
                <a:off x="1371507" y="3823666"/>
                <a:ext cx="24781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ko-KR" altLang="en-US" b="1" dirty="0"/>
                  <a:t> </a:t>
                </a:r>
                <a:r>
                  <a:rPr lang="en-US" altLang="ko-KR" b="1" dirty="0"/>
                  <a:t>[sec]</a:t>
                </a:r>
                <a:endParaRPr lang="ko-KR" altLang="en-US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1C135F-5917-1D2E-DAD4-62E01665A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507" y="3823666"/>
                <a:ext cx="2478179" cy="276999"/>
              </a:xfrm>
              <a:prstGeom prst="rect">
                <a:avLst/>
              </a:prstGeom>
              <a:blipFill>
                <a:blip r:embed="rId37"/>
                <a:stretch>
                  <a:fillRect l="-3440" t="-28261" r="-5160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bject 10">
            <a:extLst>
              <a:ext uri="{FF2B5EF4-FFF2-40B4-BE49-F238E27FC236}">
                <a16:creationId xmlns:a16="http://schemas.microsoft.com/office/drawing/2014/main" id="{6A63124C-B8E4-0242-2495-97791A15EAEE}"/>
              </a:ext>
            </a:extLst>
          </p:cNvPr>
          <p:cNvSpPr txBox="1">
            <a:spLocks/>
          </p:cNvSpPr>
          <p:nvPr/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4290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10AF-4302-59AF-4D7B-33E3FE1CA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76AFEE7A-8C5B-73E4-E73D-0096D65B5A0E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8B6458-122A-9141-36A1-1F619C2F1087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B. Selecting parameters &amp; Controller 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17788-A45C-478D-367C-4A18EFC6B7D7}"/>
              </a:ext>
            </a:extLst>
          </p:cNvPr>
          <p:cNvSpPr txBox="1"/>
          <p:nvPr/>
        </p:nvSpPr>
        <p:spPr>
          <a:xfrm>
            <a:off x="531748" y="1505100"/>
            <a:ext cx="11128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PI 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선정한 이유 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- DC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성분이 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0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이다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. W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무한대가 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1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이다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. </a:t>
            </a:r>
            <a:r>
              <a:rPr lang="ko-KR" altLang="en-US" sz="1500" b="1" dirty="0">
                <a:latin typeface="+mn-ea"/>
                <a:ea typeface="HY견고딕" panose="02030600000101010101" pitchFamily="18" charset="-127"/>
              </a:rPr>
              <a:t>우리가 논하는 것은 중간 뿐이다</a:t>
            </a: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500" b="1" dirty="0">
                <a:latin typeface="+mn-ea"/>
                <a:ea typeface="HY견고딕" panose="02030600000101010101" pitchFamily="18" charset="-127"/>
              </a:rPr>
              <a:t> </a:t>
            </a:r>
            <a:endParaRPr lang="ko-KR" altLang="en-US" sz="15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FCE2C514-30F4-6EC6-0203-6F74F63B65F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32406" y="3558089"/>
              <a:ext cx="8927187" cy="263604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3970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3165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𝒄𝒍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𝑪𝑳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ko-KR" alt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𝑷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𝒋</m:t>
                                            </m:r>
                                            <m:r>
                                              <a:rPr lang="en-US" altLang="ko-KR" b="1" i="1" smtClean="0"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𝝎</m:t>
                                        </m:r>
                                      </m:e>
                                      <m:sub>
                                        <m: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  <m:t>𝒎𝒂𝒙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2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200" b="0" i="1" dirty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+(1+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FCE2C514-30F4-6EC6-0203-6F74F63B65F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32406" y="3558089"/>
              <a:ext cx="8927187" cy="2636046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253665891"/>
                        </a:ext>
                      </a:extLst>
                    </a:gridCol>
                    <a:gridCol w="1822873">
                      <a:extLst>
                        <a:ext uri="{9D8B030D-6E8A-4147-A177-3AD203B41FA5}">
                          <a16:colId xmlns:a16="http://schemas.microsoft.com/office/drawing/2014/main" val="1068100870"/>
                        </a:ext>
                      </a:extLst>
                    </a:gridCol>
                    <a:gridCol w="1039706">
                      <a:extLst>
                        <a:ext uri="{9D8B030D-6E8A-4147-A177-3AD203B41FA5}">
                          <a16:colId xmlns:a16="http://schemas.microsoft.com/office/drawing/2014/main" val="54542897"/>
                        </a:ext>
                      </a:extLst>
                    </a:gridCol>
                    <a:gridCol w="1431650">
                      <a:extLst>
                        <a:ext uri="{9D8B030D-6E8A-4147-A177-3AD203B41FA5}">
                          <a16:colId xmlns:a16="http://schemas.microsoft.com/office/drawing/2014/main" val="557469793"/>
                        </a:ext>
                      </a:extLst>
                    </a:gridCol>
                    <a:gridCol w="1240365">
                      <a:extLst>
                        <a:ext uri="{9D8B030D-6E8A-4147-A177-3AD203B41FA5}">
                          <a16:colId xmlns:a16="http://schemas.microsoft.com/office/drawing/2014/main" val="1477586229"/>
                        </a:ext>
                      </a:extLst>
                    </a:gridCol>
                    <a:gridCol w="1472353">
                      <a:extLst>
                        <a:ext uri="{9D8B030D-6E8A-4147-A177-3AD203B41FA5}">
                          <a16:colId xmlns:a16="http://schemas.microsoft.com/office/drawing/2014/main" val="3247568034"/>
                        </a:ext>
                      </a:extLst>
                    </a:gridCol>
                  </a:tblGrid>
                  <a:tr h="39039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563" r="-366667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1563" r="-285000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1563" r="-402941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051" t="-1563" r="-190254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448" t="-1563" r="-121182" b="-7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6198" t="-1563" r="-1653" b="-72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959291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69892" r="-366667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69892" r="-285000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69892" r="-402941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051" t="-69892" r="-190254" b="-3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43989149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171739" r="-366667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171739" r="-285000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171739" r="-402941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051" t="-171739" r="-190254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448" t="-171739" r="-121182" b="-3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1365978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268817" r="-366667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268817" r="-285000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268817" r="-402941" b="-197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1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6969310"/>
                      </a:ext>
                    </a:extLst>
                  </a:tr>
                  <a:tr h="5614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7" t="-372826" r="-36666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33" t="-372826" r="-285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353" t="-372826" r="-40294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</a:t>
                          </a:r>
                          <a:endParaRPr lang="ko-KR" alt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3448" t="-372826" r="-12118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69878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bject 10">
            <a:extLst>
              <a:ext uri="{FF2B5EF4-FFF2-40B4-BE49-F238E27FC236}">
                <a16:creationId xmlns:a16="http://schemas.microsoft.com/office/drawing/2014/main" id="{93B830CE-CCD6-34C6-1E5B-8FC40F6350D5}"/>
              </a:ext>
            </a:extLst>
          </p:cNvPr>
          <p:cNvSpPr txBox="1">
            <a:spLocks/>
          </p:cNvSpPr>
          <p:nvPr/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0971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A411-1C3D-BD10-6A55-D407D53A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57E181C5-E9CD-A470-16EA-D09D961EDEF1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EE8C39-6B41-78E6-45B1-848FEB15778A}"/>
              </a:ext>
            </a:extLst>
          </p:cNvPr>
          <p:cNvSpPr txBox="1"/>
          <p:nvPr/>
        </p:nvSpPr>
        <p:spPr>
          <a:xfrm>
            <a:off x="137668" y="1103318"/>
            <a:ext cx="6453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623F3-1451-1446-F984-FEE5E9896A07}"/>
              </a:ext>
            </a:extLst>
          </p:cNvPr>
          <p:cNvSpPr txBox="1"/>
          <p:nvPr/>
        </p:nvSpPr>
        <p:spPr>
          <a:xfrm>
            <a:off x="531749" y="1684433"/>
            <a:ext cx="11128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- </a:t>
            </a:r>
            <a:r>
              <a:rPr lang="en-US" altLang="ko-KR" sz="1500" dirty="0">
                <a:ea typeface="HY견고딕" panose="02030600000101010101" pitchFamily="18" charset="-127"/>
              </a:rPr>
              <a:t>Selection of the Control Structure</a:t>
            </a:r>
            <a:endParaRPr lang="ko-KR" altLang="en-US" sz="1500" dirty="0"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930D38-A77B-47EA-FC5A-4E6EDB39A7FB}"/>
                  </a:ext>
                </a:extLst>
              </p:cNvPr>
              <p:cNvSpPr txBox="1"/>
              <p:nvPr/>
            </p:nvSpPr>
            <p:spPr>
              <a:xfrm>
                <a:off x="1122590" y="3194120"/>
                <a:ext cx="9424908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500" dirty="0"/>
                  <a:t>The PID controller shapes the closed-loop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sz="15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ko-KR" altLang="ar-AE" sz="1500" i="1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</m:oMath>
                </a14:m>
                <a:r>
                  <a:rPr lang="en-US" altLang="ko-KR" sz="1500" dirty="0"/>
                  <a:t> by determining its pole–zero structure.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500" dirty="0"/>
                  <a:t>By adjusting the pole-zero placement of the closed-loop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500" dirty="0"/>
                  <a:t>, the system characteristics can be shaped.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677914-8CCB-70E2-5DE4-88AEDCC08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590" y="3194120"/>
                <a:ext cx="9424908" cy="784830"/>
              </a:xfrm>
              <a:prstGeom prst="rect">
                <a:avLst/>
              </a:prstGeom>
              <a:blipFill>
                <a:blip r:embed="rId3"/>
                <a:stretch>
                  <a:fillRect l="-194" t="-1550" b="-69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AB2460C-A699-00F1-B773-D6D022D4E3B5}"/>
              </a:ext>
            </a:extLst>
          </p:cNvPr>
          <p:cNvSpPr txBox="1"/>
          <p:nvPr/>
        </p:nvSpPr>
        <p:spPr>
          <a:xfrm>
            <a:off x="888674" y="2004677"/>
            <a:ext cx="61055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Closed-Loop System Shaping Using PID Control</a:t>
            </a:r>
            <a:endParaRPr lang="ko-KR" alt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423CD2-C0FA-0A5E-DE36-B594A471FB15}"/>
                  </a:ext>
                </a:extLst>
              </p:cNvPr>
              <p:cNvSpPr txBox="1"/>
              <p:nvPr/>
            </p:nvSpPr>
            <p:spPr>
              <a:xfrm>
                <a:off x="1504026" y="2436585"/>
                <a:ext cx="9183948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𝑐𝑙</m:t>
                          </m:r>
                        </m:sub>
                      </m:sSub>
                      <m:d>
                        <m:d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∎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)(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89E18F-D366-05C2-2FDF-18D3D0BD6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026" y="2436585"/>
                <a:ext cx="9183948" cy="6712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62C90F-9314-E54F-45CF-5B2698909E1A}"/>
                  </a:ext>
                </a:extLst>
              </p:cNvPr>
              <p:cNvSpPr txBox="1"/>
              <p:nvPr/>
            </p:nvSpPr>
            <p:spPr>
              <a:xfrm>
                <a:off x="1388533" y="4192161"/>
                <a:ext cx="2283254" cy="443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C1E546-A4C1-DE33-799D-E538EC28B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533" y="4192161"/>
                <a:ext cx="2283254" cy="443711"/>
              </a:xfrm>
              <a:prstGeom prst="rect">
                <a:avLst/>
              </a:prstGeom>
              <a:blipFill>
                <a:blip r:embed="rId5"/>
                <a:stretch>
                  <a:fillRect l="-5882" t="-1389" r="-535" b="-9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E0DFE3-9C2A-340D-8ED0-20A22C4D3216}"/>
                  </a:ext>
                </a:extLst>
              </p:cNvPr>
              <p:cNvSpPr txBox="1"/>
              <p:nvPr/>
            </p:nvSpPr>
            <p:spPr>
              <a:xfrm>
                <a:off x="1388533" y="4813313"/>
                <a:ext cx="2179636" cy="471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F9DD03-9E69-1334-95A7-D92A4418A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533" y="4813313"/>
                <a:ext cx="2179636" cy="471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956ECC-99DF-CB28-0620-95AA8048FDEF}"/>
                  </a:ext>
                </a:extLst>
              </p:cNvPr>
              <p:cNvSpPr txBox="1"/>
              <p:nvPr/>
            </p:nvSpPr>
            <p:spPr>
              <a:xfrm>
                <a:off x="1388533" y="5469795"/>
                <a:ext cx="1347485" cy="471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C1C905-6D9D-A06C-CABA-359F382E4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533" y="5469795"/>
                <a:ext cx="1347485" cy="471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150DF3EE-639C-9D4C-F42F-D271E170ED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3721" y="3964725"/>
            <a:ext cx="7074962" cy="2168780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BC397B55-30BE-6303-514D-43D7CF23368F}"/>
              </a:ext>
            </a:extLst>
          </p:cNvPr>
          <p:cNvSpPr txBox="1">
            <a:spLocks/>
          </p:cNvSpPr>
          <p:nvPr/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718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4C84B-58C1-2D0B-2894-332805449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370E47E7-351D-FFB6-BE82-BBD44F67BF1E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E62F86-837F-5B43-D3EE-6A74BD53F0D7}"/>
              </a:ext>
            </a:extLst>
          </p:cNvPr>
          <p:cNvSpPr txBox="1"/>
          <p:nvPr/>
        </p:nvSpPr>
        <p:spPr>
          <a:xfrm>
            <a:off x="137668" y="1103318"/>
            <a:ext cx="605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CDA73A-49F1-7A3B-923F-83E649DE3CE7}"/>
                  </a:ext>
                </a:extLst>
              </p:cNvPr>
              <p:cNvSpPr txBox="1"/>
              <p:nvPr/>
            </p:nvSpPr>
            <p:spPr>
              <a:xfrm>
                <a:off x="531749" y="1703483"/>
                <a:ext cx="111285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+mn-ea"/>
                  </a:rPr>
                  <a:t>- Natural frequency </a:t>
                </a:r>
                <a14:m>
                  <m:oMath xmlns:m="http://schemas.openxmlformats.org/officeDocument/2006/math">
                    <m:r>
                      <a:rPr lang="en-US" altLang="ko-KR" sz="1500" b="1" dirty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( </m:t>
                    </m:r>
                    <m:sSub>
                      <m:sSubPr>
                        <m:ctrlPr>
                          <a:rPr lang="en-US" altLang="ko-KR" sz="15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sz="15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ko-KR" sz="15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ko-KR" sz="1500" b="1" i="1" dirty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 )</m:t>
                    </m:r>
                  </m:oMath>
                </a14:m>
                <a:endParaRPr lang="ko-KR" altLang="en-US" sz="1500" b="1" dirty="0"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9C44DD-8957-3A8E-738B-451F7C0BE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49" y="1703483"/>
                <a:ext cx="11128502" cy="369332"/>
              </a:xfrm>
              <a:prstGeom prst="rect">
                <a:avLst/>
              </a:prstGeom>
              <a:blipFill>
                <a:blip r:embed="rId3"/>
                <a:stretch>
                  <a:fillRect l="-43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30ADDD9-03D9-B59A-5304-2E2CC8C8919D}"/>
              </a:ext>
            </a:extLst>
          </p:cNvPr>
          <p:cNvSpPr txBox="1"/>
          <p:nvPr/>
        </p:nvSpPr>
        <p:spPr>
          <a:xfrm>
            <a:off x="1122590" y="2168600"/>
            <a:ext cx="9424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 higher natural frequency results in a shorter rise time of the system response, while a lower natural frequency leads to a slower rise time.</a:t>
            </a:r>
            <a:endParaRPr lang="ko-KR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35B039-10C5-D0FF-81FE-2DEB5BE920EB}"/>
                  </a:ext>
                </a:extLst>
              </p:cNvPr>
              <p:cNvSpPr txBox="1"/>
              <p:nvPr/>
            </p:nvSpPr>
            <p:spPr>
              <a:xfrm>
                <a:off x="2283923" y="5906517"/>
                <a:ext cx="7624154" cy="317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/>
                  <a:t>[Effect of Natural frequency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400" dirty="0"/>
                  <a:t>) on System Dynamics: Time Response and Pole Locations]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40A36C-A7BC-EDC5-AA89-FA09CAD6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923" y="5906517"/>
                <a:ext cx="7624154" cy="317844"/>
              </a:xfrm>
              <a:prstGeom prst="rect">
                <a:avLst/>
              </a:prstGeom>
              <a:blipFill>
                <a:blip r:embed="rId4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B09D2D-E793-2CA9-FD7A-AABA47D3A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49" y="3151882"/>
            <a:ext cx="5807712" cy="2602800"/>
          </a:xfrm>
          <a:prstGeom prst="rect">
            <a:avLst/>
          </a:prstGeom>
        </p:spPr>
      </p:pic>
      <p:pic>
        <p:nvPicPr>
          <p:cNvPr id="5" name="그림 4" descr="텍스트, 그래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9203D2-7F44-F513-5A8C-48C1E42845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436" y="3151882"/>
            <a:ext cx="4814028" cy="2602800"/>
          </a:xfrm>
          <a:prstGeom prst="rect">
            <a:avLst/>
          </a:prstGeom>
        </p:spPr>
      </p:pic>
      <p:sp>
        <p:nvSpPr>
          <p:cNvPr id="8" name="object 10">
            <a:extLst>
              <a:ext uri="{FF2B5EF4-FFF2-40B4-BE49-F238E27FC236}">
                <a16:creationId xmlns:a16="http://schemas.microsoft.com/office/drawing/2014/main" id="{F7EDE573-BBCC-6BE1-BB71-DE370C107C3D}"/>
              </a:ext>
            </a:extLst>
          </p:cNvPr>
          <p:cNvSpPr txBox="1">
            <a:spLocks/>
          </p:cNvSpPr>
          <p:nvPr/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9427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93615-D5DF-DAC6-9025-787DD130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C532757F-42B2-14A9-6A00-9E294F456635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0CF1DB-D79F-DD7E-5B06-00CBECE5E177}"/>
              </a:ext>
            </a:extLst>
          </p:cNvPr>
          <p:cNvSpPr txBox="1"/>
          <p:nvPr/>
        </p:nvSpPr>
        <p:spPr>
          <a:xfrm>
            <a:off x="137668" y="1103318"/>
            <a:ext cx="6053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45EEA2-20AD-0C84-3F9A-B127B76F43FF}"/>
                  </a:ext>
                </a:extLst>
              </p:cNvPr>
              <p:cNvSpPr txBox="1"/>
              <p:nvPr/>
            </p:nvSpPr>
            <p:spPr>
              <a:xfrm>
                <a:off x="531749" y="1703483"/>
                <a:ext cx="111285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+mn-ea"/>
                  </a:rPr>
                  <a:t>- Natural frequency </a:t>
                </a:r>
                <a14:m>
                  <m:oMath xmlns:m="http://schemas.openxmlformats.org/officeDocument/2006/math">
                    <m:r>
                      <a:rPr lang="en-US" altLang="ko-KR" sz="1500" b="1" dirty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( </m:t>
                    </m:r>
                    <m:sSub>
                      <m:sSubPr>
                        <m:ctrlPr>
                          <a:rPr lang="en-US" altLang="ko-KR" sz="15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sz="15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ko-KR" sz="15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ko-KR" sz="1500" b="1" i="1" dirty="0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 )</m:t>
                    </m:r>
                  </m:oMath>
                </a14:m>
                <a:endParaRPr lang="ko-KR" altLang="en-US" sz="1500" b="1" dirty="0"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9C44DD-8957-3A8E-738B-451F7C0BE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49" y="1703483"/>
                <a:ext cx="11128502" cy="369332"/>
              </a:xfrm>
              <a:prstGeom prst="rect">
                <a:avLst/>
              </a:prstGeom>
              <a:blipFill>
                <a:blip r:embed="rId3"/>
                <a:stretch>
                  <a:fillRect l="-43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F8DDFF-9FF4-EA49-D781-6E895827ADB3}"/>
              </a:ext>
            </a:extLst>
          </p:cNvPr>
          <p:cNvSpPr txBox="1"/>
          <p:nvPr/>
        </p:nvSpPr>
        <p:spPr>
          <a:xfrm>
            <a:off x="1122590" y="2168600"/>
            <a:ext cx="9424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 higher natural frequency results in a shorter rise time of the system response, while a lower natural frequency leads to a slower rise time.</a:t>
            </a:r>
            <a:endParaRPr lang="ko-KR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9711A5-668F-F940-0BC2-F5BCE61FE042}"/>
                  </a:ext>
                </a:extLst>
              </p:cNvPr>
              <p:cNvSpPr txBox="1"/>
              <p:nvPr/>
            </p:nvSpPr>
            <p:spPr>
              <a:xfrm>
                <a:off x="2283923" y="5906517"/>
                <a:ext cx="7624154" cy="317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400" dirty="0"/>
                  <a:t>[Effect of Natural frequency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400" dirty="0"/>
                  <a:t>) on System Dynamics: Time Response and Pole Locations]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40A36C-A7BC-EDC5-AA89-FA09CAD6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923" y="5906517"/>
                <a:ext cx="7624154" cy="317844"/>
              </a:xfrm>
              <a:prstGeom prst="rect">
                <a:avLst/>
              </a:prstGeom>
              <a:blipFill>
                <a:blip r:embed="rId4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09B7B6-22A2-DB17-2FFE-2AB4F4532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49" y="3151882"/>
            <a:ext cx="5807712" cy="2602800"/>
          </a:xfrm>
          <a:prstGeom prst="rect">
            <a:avLst/>
          </a:prstGeom>
        </p:spPr>
      </p:pic>
      <p:pic>
        <p:nvPicPr>
          <p:cNvPr id="5" name="그림 4" descr="텍스트, 그래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36AFB4-0ECF-A4CA-1C21-2F706BC52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436" y="3151882"/>
            <a:ext cx="4814028" cy="260280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2E6D9692-148A-BDED-32A8-588171B30E90}"/>
              </a:ext>
            </a:extLst>
          </p:cNvPr>
          <p:cNvGrpSpPr/>
          <p:nvPr/>
        </p:nvGrpSpPr>
        <p:grpSpPr>
          <a:xfrm>
            <a:off x="1136370" y="3841370"/>
            <a:ext cx="3983760" cy="1933200"/>
            <a:chOff x="1136370" y="3841370"/>
            <a:chExt cx="3983760" cy="19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64C128A9-2A44-5643-D443-F2E8D112C01A}"/>
                    </a:ext>
                  </a:extLst>
                </p14:cNvPr>
                <p14:cNvContentPartPr/>
                <p14:nvPr/>
              </p14:nvContentPartPr>
              <p14:xfrm>
                <a:off x="1164450" y="4095530"/>
                <a:ext cx="75960" cy="10706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64C128A9-2A44-5643-D443-F2E8D112C01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55450" y="4086890"/>
                  <a:ext cx="93600" cy="10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737EC29-4356-4490-D3A6-C693E5BA7F00}"/>
                    </a:ext>
                  </a:extLst>
                </p14:cNvPr>
                <p14:cNvContentPartPr/>
                <p14:nvPr/>
              </p14:nvContentPartPr>
              <p14:xfrm>
                <a:off x="1136370" y="3983570"/>
                <a:ext cx="681120" cy="847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737EC29-4356-4490-D3A6-C693E5BA7F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7730" y="3974930"/>
                  <a:ext cx="698760" cy="86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EB1888F-B7DE-AA5F-DDD1-2F65379386B3}"/>
                    </a:ext>
                  </a:extLst>
                </p14:cNvPr>
                <p14:cNvContentPartPr/>
                <p14:nvPr/>
              </p14:nvContentPartPr>
              <p14:xfrm>
                <a:off x="2040690" y="4335650"/>
                <a:ext cx="195480" cy="10512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EB1888F-B7DE-AA5F-DDD1-2F65379386B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31690" y="4327010"/>
                  <a:ext cx="213120" cy="10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FA15F58-289F-7EBF-2DF0-C028C6015293}"/>
                    </a:ext>
                  </a:extLst>
                </p14:cNvPr>
                <p14:cNvContentPartPr/>
                <p14:nvPr/>
              </p14:nvContentPartPr>
              <p14:xfrm>
                <a:off x="2352810" y="4217930"/>
                <a:ext cx="898200" cy="15566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FA15F58-289F-7EBF-2DF0-C028C601529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44170" y="4208930"/>
                  <a:ext cx="915840" cy="15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D96D6D23-E3C9-C791-F78B-7B9B81A999E8}"/>
                    </a:ext>
                  </a:extLst>
                </p14:cNvPr>
                <p14:cNvContentPartPr/>
                <p14:nvPr/>
              </p14:nvContentPartPr>
              <p14:xfrm>
                <a:off x="3256410" y="4127210"/>
                <a:ext cx="414720" cy="7056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D96D6D23-E3C9-C791-F78B-7B9B81A999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47770" y="4118570"/>
                  <a:ext cx="43236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F9A8091-DC44-8BE3-EB5C-54B3F413A502}"/>
                    </a:ext>
                  </a:extLst>
                </p14:cNvPr>
                <p14:cNvContentPartPr/>
                <p14:nvPr/>
              </p14:nvContentPartPr>
              <p14:xfrm>
                <a:off x="3765090" y="3841370"/>
                <a:ext cx="360" cy="709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F9A8091-DC44-8BE3-EB5C-54B3F413A5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56450" y="3832730"/>
                  <a:ext cx="18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0E463A8-00B9-277F-72D2-FDA91F36E9D1}"/>
                    </a:ext>
                  </a:extLst>
                </p14:cNvPr>
                <p14:cNvContentPartPr/>
                <p14:nvPr/>
              </p14:nvContentPartPr>
              <p14:xfrm>
                <a:off x="3752130" y="4050890"/>
                <a:ext cx="102240" cy="3769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0E463A8-00B9-277F-72D2-FDA91F36E9D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43130" y="4042250"/>
                  <a:ext cx="1198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D12E8CA-BD77-6D25-EFC1-BAF53B4D0350}"/>
                    </a:ext>
                  </a:extLst>
                </p14:cNvPr>
                <p14:cNvContentPartPr/>
                <p14:nvPr/>
              </p14:nvContentPartPr>
              <p14:xfrm>
                <a:off x="4177650" y="4000130"/>
                <a:ext cx="170280" cy="3776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D12E8CA-BD77-6D25-EFC1-BAF53B4D03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68650" y="3991490"/>
                  <a:ext cx="1879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95D7A00-1E9B-EA9D-1AE7-6D316162BCE7}"/>
                    </a:ext>
                  </a:extLst>
                </p14:cNvPr>
                <p14:cNvContentPartPr/>
                <p14:nvPr/>
              </p14:nvContentPartPr>
              <p14:xfrm>
                <a:off x="4266930" y="4019570"/>
                <a:ext cx="719280" cy="1144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95D7A00-1E9B-EA9D-1AE7-6D316162BCE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58290" y="4010570"/>
                  <a:ext cx="736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5043C13-D506-6964-65C7-F1A4F242B0C1}"/>
                    </a:ext>
                  </a:extLst>
                </p14:cNvPr>
                <p14:cNvContentPartPr/>
                <p14:nvPr/>
              </p14:nvContentPartPr>
              <p14:xfrm>
                <a:off x="4775250" y="3892130"/>
                <a:ext cx="344880" cy="606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5043C13-D506-6964-65C7-F1A4F242B0C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66610" y="3883490"/>
                  <a:ext cx="362520" cy="62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25CA963-5363-74B7-A31E-28274C4534D7}"/>
              </a:ext>
            </a:extLst>
          </p:cNvPr>
          <p:cNvGrpSpPr/>
          <p:nvPr/>
        </p:nvGrpSpPr>
        <p:grpSpPr>
          <a:xfrm>
            <a:off x="7596210" y="3517730"/>
            <a:ext cx="1504080" cy="947520"/>
            <a:chOff x="7596210" y="3517730"/>
            <a:chExt cx="1504080" cy="9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5D922DC-0D71-91BB-4FF5-1B8AE7020DF2}"/>
                    </a:ext>
                  </a:extLst>
                </p14:cNvPr>
                <p14:cNvContentPartPr/>
                <p14:nvPr/>
              </p14:nvContentPartPr>
              <p14:xfrm>
                <a:off x="7666050" y="3517730"/>
                <a:ext cx="169920" cy="9475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5D922DC-0D71-91BB-4FF5-1B8AE7020DF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57410" y="3509090"/>
                  <a:ext cx="187560" cy="9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549A02D-A7E4-3A65-D449-0377B0005C17}"/>
                    </a:ext>
                  </a:extLst>
                </p14:cNvPr>
                <p14:cNvContentPartPr/>
                <p14:nvPr/>
              </p14:nvContentPartPr>
              <p14:xfrm>
                <a:off x="7596210" y="3625010"/>
                <a:ext cx="386280" cy="6800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549A02D-A7E4-3A65-D449-0377B0005C1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87570" y="3616010"/>
                  <a:ext cx="40392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AD927BB-5A99-9F97-80F2-B1261B2671B8}"/>
                    </a:ext>
                  </a:extLst>
                </p14:cNvPr>
                <p14:cNvContentPartPr/>
                <p14:nvPr/>
              </p14:nvContentPartPr>
              <p14:xfrm>
                <a:off x="8040450" y="3909770"/>
                <a:ext cx="256320" cy="1512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AD927BB-5A99-9F97-80F2-B1261B2671B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031450" y="3901130"/>
                  <a:ext cx="273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9A4807E-4404-944A-9650-53831957262D}"/>
                    </a:ext>
                  </a:extLst>
                </p14:cNvPr>
                <p14:cNvContentPartPr/>
                <p14:nvPr/>
              </p14:nvContentPartPr>
              <p14:xfrm>
                <a:off x="8518890" y="3612770"/>
                <a:ext cx="230400" cy="6458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9A4807E-4404-944A-9650-5383195726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10250" y="3604130"/>
                  <a:ext cx="24804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9CD22C42-C0F2-39F2-5A74-D0996156D17F}"/>
                    </a:ext>
                  </a:extLst>
                </p14:cNvPr>
                <p14:cNvContentPartPr/>
                <p14:nvPr/>
              </p14:nvContentPartPr>
              <p14:xfrm>
                <a:off x="8823090" y="3840650"/>
                <a:ext cx="277200" cy="3409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9CD22C42-C0F2-39F2-5A74-D0996156D17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814450" y="3831650"/>
                  <a:ext cx="294840" cy="358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object 10">
            <a:extLst>
              <a:ext uri="{FF2B5EF4-FFF2-40B4-BE49-F238E27FC236}">
                <a16:creationId xmlns:a16="http://schemas.microsoft.com/office/drawing/2014/main" id="{C3854C67-6F8F-7381-DE16-D1BB4F9CD862}"/>
              </a:ext>
            </a:extLst>
          </p:cNvPr>
          <p:cNvSpPr txBox="1">
            <a:spLocks/>
          </p:cNvSpPr>
          <p:nvPr/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90699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D0DA0-FAE6-E266-5094-82D07B6A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A61E19F0-8464-97BD-CD83-9518B6B5F2B3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6AB6C2-93DA-F84D-C5D6-2F6D419AD649}"/>
              </a:ext>
            </a:extLst>
          </p:cNvPr>
          <p:cNvSpPr txBox="1"/>
          <p:nvPr/>
        </p:nvSpPr>
        <p:spPr>
          <a:xfrm>
            <a:off x="137668" y="1103318"/>
            <a:ext cx="116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2AE84B-D8A6-8883-43FC-3B80D7D273C8}"/>
                  </a:ext>
                </a:extLst>
              </p:cNvPr>
              <p:cNvSpPr txBox="1"/>
              <p:nvPr/>
            </p:nvSpPr>
            <p:spPr>
              <a:xfrm>
                <a:off x="531749" y="1739832"/>
                <a:ext cx="11128502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500" b="1" dirty="0">
                    <a:latin typeface="+mn-ea"/>
                  </a:rPr>
                  <a:t>-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𝑮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HY견고딕" panose="02030600000101010101" pitchFamily="18" charset="-127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(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𝒔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  <a:ea typeface="HY견고딕" panose="02030600000101010101" pitchFamily="18" charset="-127"/>
                      </a:rPr>
                      <m:t>)</m:t>
                    </m:r>
                  </m:oMath>
                </a14:m>
                <a:r>
                  <a:rPr lang="en-US" altLang="ko-KR" sz="1500" b="1" dirty="0">
                    <a:latin typeface="+mn-ea"/>
                  </a:rPr>
                  <a:t> </a:t>
                </a:r>
                <a:endParaRPr lang="ko-KR" altLang="en-US" sz="1500" b="1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EB0AF1-135C-428F-AD2B-D0AFF8F79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49" y="1739832"/>
                <a:ext cx="11128502" cy="332912"/>
              </a:xfrm>
              <a:prstGeom prst="rect">
                <a:avLst/>
              </a:prstGeom>
              <a:blipFill>
                <a:blip r:embed="rId3"/>
                <a:stretch>
                  <a:fillRect l="-219" t="-1818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CE1E4B-985D-02FA-2161-D59E787BB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78" y="2436217"/>
            <a:ext cx="3842272" cy="24350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8CCB859B-8554-ED3C-4907-C0D7CDA8EB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71918" y="2535007"/>
              <a:ext cx="5878122" cy="225025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59374">
                      <a:extLst>
                        <a:ext uri="{9D8B030D-6E8A-4147-A177-3AD203B41FA5}">
                          <a16:colId xmlns:a16="http://schemas.microsoft.com/office/drawing/2014/main" val="2110442842"/>
                        </a:ext>
                      </a:extLst>
                    </a:gridCol>
                    <a:gridCol w="1959374">
                      <a:extLst>
                        <a:ext uri="{9D8B030D-6E8A-4147-A177-3AD203B41FA5}">
                          <a16:colId xmlns:a16="http://schemas.microsoft.com/office/drawing/2014/main" val="4284830943"/>
                        </a:ext>
                      </a:extLst>
                    </a:gridCol>
                    <a:gridCol w="1959374">
                      <a:extLst>
                        <a:ext uri="{9D8B030D-6E8A-4147-A177-3AD203B41FA5}">
                          <a16:colId xmlns:a16="http://schemas.microsoft.com/office/drawing/2014/main" val="3915205744"/>
                        </a:ext>
                      </a:extLst>
                    </a:gridCol>
                  </a:tblGrid>
                  <a:tr h="29675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500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𝒎𝒂𝒙</m:t>
                                    </m:r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𝒄𝒎𝒅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𝒎𝒊𝒏</m:t>
                                    </m:r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500" b="1" i="1" smtClean="0">
                                        <a:latin typeface="Cambria Math" panose="02040503050406030204" pitchFamily="18" charset="0"/>
                                      </a:rPr>
                                      <m:t>𝒄𝒎𝒅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4889167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5.000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5.067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2.208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0915338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6.000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4.213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3.055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9070882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7.000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4.102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3.163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2920855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8.000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4.930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2.413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17450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9.000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5.897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1.445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7500019"/>
                      </a:ext>
                    </a:extLst>
                  </a:tr>
                  <a:tr h="2872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10.000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6.958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0.428 [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5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altLang="ko-KR" sz="15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64177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8CCB859B-8554-ED3C-4907-C0D7CDA8EB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71918" y="2535007"/>
              <a:ext cx="5878122" cy="225025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59374">
                      <a:extLst>
                        <a:ext uri="{9D8B030D-6E8A-4147-A177-3AD203B41FA5}">
                          <a16:colId xmlns:a16="http://schemas.microsoft.com/office/drawing/2014/main" val="2110442842"/>
                        </a:ext>
                      </a:extLst>
                    </a:gridCol>
                    <a:gridCol w="1959374">
                      <a:extLst>
                        <a:ext uri="{9D8B030D-6E8A-4147-A177-3AD203B41FA5}">
                          <a16:colId xmlns:a16="http://schemas.microsoft.com/office/drawing/2014/main" val="4284830943"/>
                        </a:ext>
                      </a:extLst>
                    </a:gridCol>
                    <a:gridCol w="1959374">
                      <a:extLst>
                        <a:ext uri="{9D8B030D-6E8A-4147-A177-3AD203B41FA5}">
                          <a16:colId xmlns:a16="http://schemas.microsoft.com/office/drawing/2014/main" val="3915205744"/>
                        </a:ext>
                      </a:extLst>
                    </a:gridCol>
                  </a:tblGrid>
                  <a:tr h="3300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1852" r="-200932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1852" r="-101558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852" r="-1242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4889167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103774" r="-200932" b="-5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103774" r="-101558" b="-5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03774" r="-1242" b="-5113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0915338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203774" r="-200932" b="-4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203774" r="-101558" b="-4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203774" r="-1242" b="-4113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9070882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309615" r="-200932" b="-3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309615" r="-101558" b="-3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309615" r="-1242" b="-31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920855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401887" r="-200932" b="-2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401887" r="-101558" b="-2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401887" r="-1242" b="-213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7450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511538" r="-200932" b="-1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511538" r="-101558" b="-1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511538" r="-1242" b="-117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500019"/>
                      </a:ext>
                    </a:extLst>
                  </a:tr>
                  <a:tr h="3200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311" t="-600000" r="-200932" b="-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623" t="-600000" r="-101558" b="-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600000" r="-1242" b="-150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4177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bject 10">
            <a:extLst>
              <a:ext uri="{FF2B5EF4-FFF2-40B4-BE49-F238E27FC236}">
                <a16:creationId xmlns:a16="http://schemas.microsoft.com/office/drawing/2014/main" id="{27908AEA-7AAB-391F-C297-89050F2CC790}"/>
              </a:ext>
            </a:extLst>
          </p:cNvPr>
          <p:cNvSpPr txBox="1">
            <a:spLocks/>
          </p:cNvSpPr>
          <p:nvPr/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1AA66B-DB2F-CC31-A055-52F66B49A725}"/>
              </a:ext>
            </a:extLst>
          </p:cNvPr>
          <p:cNvSpPr txBox="1"/>
          <p:nvPr/>
        </p:nvSpPr>
        <p:spPr>
          <a:xfrm>
            <a:off x="6156679" y="5297482"/>
            <a:ext cx="530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교집합 없다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5582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6D13-8AD1-69B4-AA68-FF64BFF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5B2DA1DE-1100-690A-83F0-FDDE43671957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092DBE-8735-B601-F225-87F3E2CF74CF}"/>
              </a:ext>
            </a:extLst>
          </p:cNvPr>
          <p:cNvSpPr txBox="1"/>
          <p:nvPr/>
        </p:nvSpPr>
        <p:spPr>
          <a:xfrm>
            <a:off x="137668" y="1103318"/>
            <a:ext cx="6447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C. Tendency of parameters (Design Model)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898B7F-BDF1-BADD-7CAE-1F1CCFEF3568}"/>
              </a:ext>
            </a:extLst>
          </p:cNvPr>
          <p:cNvSpPr txBox="1"/>
          <p:nvPr/>
        </p:nvSpPr>
        <p:spPr>
          <a:xfrm>
            <a:off x="531749" y="1703483"/>
            <a:ext cx="111285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- </a:t>
            </a:r>
            <a:r>
              <a:rPr lang="en-US" altLang="ko-KR" sz="1500" dirty="0">
                <a:ea typeface="HY견고딕" panose="02030600000101010101" pitchFamily="18" charset="-127"/>
              </a:rPr>
              <a:t>Selection of the Control Structure</a:t>
            </a:r>
            <a:endParaRPr lang="ko-KR" altLang="en-US" sz="1500" dirty="0"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48B5F-A957-BFE0-9676-1F711434F2B0}"/>
              </a:ext>
            </a:extLst>
          </p:cNvPr>
          <p:cNvSpPr txBox="1"/>
          <p:nvPr/>
        </p:nvSpPr>
        <p:spPr>
          <a:xfrm>
            <a:off x="1122590" y="2168600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Set gain</a:t>
            </a:r>
            <a:endParaRPr lang="ko-KR" altLang="en-US" sz="1500" b="1" dirty="0"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81750C-38D4-D28F-5F0B-8C6CAA854BEE}"/>
                  </a:ext>
                </a:extLst>
              </p:cNvPr>
              <p:cNvSpPr txBox="1"/>
              <p:nvPr/>
            </p:nvSpPr>
            <p:spPr>
              <a:xfrm>
                <a:off x="2163590" y="2542693"/>
                <a:ext cx="2151486" cy="76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[−]</m:t>
                    </m:r>
                  </m:oMath>
                </a14:m>
                <a:r>
                  <a:rPr lang="en-US" altLang="ko-KR" sz="2000" dirty="0"/>
                  <a:t>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sz="20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81750C-38D4-D28F-5F0B-8C6CAA854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590" y="2542693"/>
                <a:ext cx="2151486" cy="761106"/>
              </a:xfrm>
              <a:prstGeom prst="rect">
                <a:avLst/>
              </a:prstGeom>
              <a:blipFill>
                <a:blip r:embed="rId3"/>
                <a:stretch>
                  <a:fillRect l="-5382" r="-567" b="-144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145;p5">
            <a:extLst>
              <a:ext uri="{FF2B5EF4-FFF2-40B4-BE49-F238E27FC236}">
                <a16:creationId xmlns:a16="http://schemas.microsoft.com/office/drawing/2014/main" id="{92B5DC8C-8220-DDEB-4040-FD23E2F1FE4C}"/>
              </a:ext>
            </a:extLst>
          </p:cNvPr>
          <p:cNvSpPr/>
          <p:nvPr/>
        </p:nvSpPr>
        <p:spPr>
          <a:xfrm>
            <a:off x="4504756" y="3007958"/>
            <a:ext cx="452963" cy="138349"/>
          </a:xfrm>
          <a:prstGeom prst="rightArrow">
            <a:avLst>
              <a:gd name="adj1" fmla="val 20129"/>
              <a:gd name="adj2" fmla="val 73896"/>
            </a:avLst>
          </a:prstGeom>
          <a:solidFill>
            <a:schemeClr val="dk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1D1D83-DECF-0FE2-5602-48F631AE0674}"/>
                  </a:ext>
                </a:extLst>
              </p:cNvPr>
              <p:cNvSpPr txBox="1"/>
              <p:nvPr/>
            </p:nvSpPr>
            <p:spPr>
              <a:xfrm>
                <a:off x="2096681" y="4739018"/>
                <a:ext cx="2094291" cy="982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sec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OS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3214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</m:oMath>
                </a14:m>
                <a:r>
                  <a:rPr lang="en-US" altLang="ko-KR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0789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DFC0C8-2A6E-93FC-D5FB-E55CD602C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681" y="4739018"/>
                <a:ext cx="2094291" cy="982833"/>
              </a:xfrm>
              <a:prstGeom prst="rect">
                <a:avLst/>
              </a:prstGeom>
              <a:blipFill>
                <a:blip r:embed="rId5"/>
                <a:stretch>
                  <a:fillRect l="-4373" b="-4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13B5C70-4AF3-A90F-A6D2-3B924A74A1C8}"/>
              </a:ext>
            </a:extLst>
          </p:cNvPr>
          <p:cNvSpPr txBox="1"/>
          <p:nvPr/>
        </p:nvSpPr>
        <p:spPr>
          <a:xfrm>
            <a:off x="1122590" y="4152702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Performance Prediction</a:t>
            </a:r>
            <a:endParaRPr lang="ko-KR" altLang="en-US" sz="1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C50AEE-409D-C5FB-B757-EF8298002950}"/>
                  </a:ext>
                </a:extLst>
              </p:cNvPr>
              <p:cNvSpPr txBox="1"/>
              <p:nvPr/>
            </p:nvSpPr>
            <p:spPr>
              <a:xfrm>
                <a:off x="4957719" y="4735089"/>
                <a:ext cx="2984791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GM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INF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PM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87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4589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deg</m:t>
                        </m:r>
                      </m:e>
                    </m:d>
                  </m:oMath>
                </a14:m>
                <a:r>
                  <a:rPr lang="en-US" altLang="ko-KR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Bandwidth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54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∕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sec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266B1-2353-66C4-0AA3-A132F8611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719" y="4735089"/>
                <a:ext cx="2984791" cy="830997"/>
              </a:xfrm>
              <a:prstGeom prst="rect">
                <a:avLst/>
              </a:prstGeom>
              <a:blipFill>
                <a:blip r:embed="rId6"/>
                <a:stretch>
                  <a:fillRect l="-2857" r="-408" b="-132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382CE9E-7592-F8C4-C1C0-1F1BD78675EF}"/>
                  </a:ext>
                </a:extLst>
              </p:cNvPr>
              <p:cNvSpPr txBox="1"/>
              <p:nvPr/>
            </p:nvSpPr>
            <p:spPr>
              <a:xfrm>
                <a:off x="5697486" y="2907022"/>
                <a:ext cx="3269100" cy="471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dirty="0"/>
                  <a:t>정 </a:t>
                </a:r>
                <a:r>
                  <a:rPr lang="en-US" altLang="ko-KR" dirty="0"/>
                  <a:t>[-]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382CE9E-7592-F8C4-C1C0-1F1BD7867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486" y="2907022"/>
                <a:ext cx="3269100" cy="471604"/>
              </a:xfrm>
              <a:prstGeom prst="rect">
                <a:avLst/>
              </a:prstGeom>
              <a:blipFill>
                <a:blip r:embed="rId7"/>
                <a:stretch>
                  <a:fillRect r="-3731" b="-64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9EADA-8A73-C481-EBB9-0BD2E56EEEDD}"/>
                  </a:ext>
                </a:extLst>
              </p:cNvPr>
              <p:cNvSpPr txBox="1"/>
              <p:nvPr/>
            </p:nvSpPr>
            <p:spPr>
              <a:xfrm>
                <a:off x="5697486" y="3563504"/>
                <a:ext cx="3370474" cy="471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2907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찾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아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9EADA-8A73-C481-EBB9-0BD2E56EE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486" y="3563504"/>
                <a:ext cx="3370474" cy="4716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그룹 31">
            <a:extLst>
              <a:ext uri="{FF2B5EF4-FFF2-40B4-BE49-F238E27FC236}">
                <a16:creationId xmlns:a16="http://schemas.microsoft.com/office/drawing/2014/main" id="{7197AB78-455B-D5C4-F962-B989998428A7}"/>
              </a:ext>
            </a:extLst>
          </p:cNvPr>
          <p:cNvGrpSpPr/>
          <p:nvPr/>
        </p:nvGrpSpPr>
        <p:grpSpPr>
          <a:xfrm>
            <a:off x="2434170" y="4622520"/>
            <a:ext cx="2702880" cy="957960"/>
            <a:chOff x="2434170" y="4622520"/>
            <a:chExt cx="2702880" cy="9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69F4D59-C591-1763-C8D6-DCD52ACFF969}"/>
                    </a:ext>
                  </a:extLst>
                </p14:cNvPr>
                <p14:cNvContentPartPr/>
                <p14:nvPr/>
              </p14:nvContentPartPr>
              <p14:xfrm>
                <a:off x="2434170" y="4825560"/>
                <a:ext cx="133200" cy="3290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69F4D59-C591-1763-C8D6-DCD52ACFF9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25530" y="4816920"/>
                  <a:ext cx="1508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CF68E97-DEB3-282E-5AB3-7DFB6A2D9192}"/>
                    </a:ext>
                  </a:extLst>
                </p14:cNvPr>
                <p14:cNvContentPartPr/>
                <p14:nvPr/>
              </p14:nvContentPartPr>
              <p14:xfrm>
                <a:off x="2565210" y="4820520"/>
                <a:ext cx="673560" cy="4046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CF68E97-DEB3-282E-5AB3-7DFB6A2D919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56570" y="4811520"/>
                  <a:ext cx="6912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7CB628F-F44A-A026-F941-2F89422F32E7}"/>
                    </a:ext>
                  </a:extLst>
                </p14:cNvPr>
                <p14:cNvContentPartPr/>
                <p14:nvPr/>
              </p14:nvContentPartPr>
              <p14:xfrm>
                <a:off x="3289170" y="4711440"/>
                <a:ext cx="306360" cy="4669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7CB628F-F44A-A026-F941-2F89422F32E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80530" y="4702800"/>
                  <a:ext cx="32400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8779951-10EF-7095-B08F-4CAE28905B9D}"/>
                    </a:ext>
                  </a:extLst>
                </p14:cNvPr>
                <p14:cNvContentPartPr/>
                <p14:nvPr/>
              </p14:nvContentPartPr>
              <p14:xfrm>
                <a:off x="2876250" y="5330280"/>
                <a:ext cx="457560" cy="2502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8779951-10EF-7095-B08F-4CAE28905B9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67610" y="5321640"/>
                  <a:ext cx="4752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7E7F8066-5AE3-6EF5-6D16-325EE9804B04}"/>
                    </a:ext>
                  </a:extLst>
                </p14:cNvPr>
                <p14:cNvContentPartPr/>
                <p14:nvPr/>
              </p14:nvContentPartPr>
              <p14:xfrm>
                <a:off x="3378090" y="5352600"/>
                <a:ext cx="262440" cy="1040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7E7F8066-5AE3-6EF5-6D16-325EE9804B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69450" y="5343960"/>
                  <a:ext cx="280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7BBC45F-DF90-7B28-5493-79F0ED1D39BF}"/>
                    </a:ext>
                  </a:extLst>
                </p14:cNvPr>
                <p14:cNvContentPartPr/>
                <p14:nvPr/>
              </p14:nvContentPartPr>
              <p14:xfrm>
                <a:off x="3708210" y="4769400"/>
                <a:ext cx="265680" cy="4935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7BBC45F-DF90-7B28-5493-79F0ED1D39B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99570" y="4760760"/>
                  <a:ext cx="28332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6E70A1A-1166-A7BD-AEA6-A0556B97A168}"/>
                    </a:ext>
                  </a:extLst>
                </p14:cNvPr>
                <p14:cNvContentPartPr/>
                <p14:nvPr/>
              </p14:nvContentPartPr>
              <p14:xfrm>
                <a:off x="4063890" y="4798560"/>
                <a:ext cx="154080" cy="1162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6E70A1A-1166-A7BD-AEA6-A0556B97A16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55250" y="4789920"/>
                  <a:ext cx="171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A8352792-8CCC-1C6C-0DD6-FE20AA95C50D}"/>
                    </a:ext>
                  </a:extLst>
                </p14:cNvPr>
                <p14:cNvContentPartPr/>
                <p14:nvPr/>
              </p14:nvContentPartPr>
              <p14:xfrm>
                <a:off x="4228050" y="4755720"/>
                <a:ext cx="32760" cy="2070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A8352792-8CCC-1C6C-0DD6-FE20AA95C50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19410" y="4747080"/>
                  <a:ext cx="50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541D06B-10F3-D1C8-53F1-BB48491F9445}"/>
                    </a:ext>
                  </a:extLst>
                </p14:cNvPr>
                <p14:cNvContentPartPr/>
                <p14:nvPr/>
              </p14:nvContentPartPr>
              <p14:xfrm>
                <a:off x="4298610" y="4768680"/>
                <a:ext cx="28440" cy="4269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541D06B-10F3-D1C8-53F1-BB48491F944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89970" y="4760040"/>
                  <a:ext cx="4608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BD94AA4C-E15F-417F-4587-D212B63BA76A}"/>
                    </a:ext>
                  </a:extLst>
                </p14:cNvPr>
                <p14:cNvContentPartPr/>
                <p14:nvPr/>
              </p14:nvContentPartPr>
              <p14:xfrm>
                <a:off x="4442250" y="4622520"/>
                <a:ext cx="275760" cy="3135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BD94AA4C-E15F-417F-4587-D212B63BA76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33250" y="4613880"/>
                  <a:ext cx="2934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D2C7065-D745-E714-4874-5D4478026DB5}"/>
                    </a:ext>
                  </a:extLst>
                </p14:cNvPr>
                <p14:cNvContentPartPr/>
                <p14:nvPr/>
              </p14:nvContentPartPr>
              <p14:xfrm>
                <a:off x="4768410" y="4635120"/>
                <a:ext cx="298800" cy="799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D2C7065-D745-E714-4874-5D4478026DB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59770" y="4626480"/>
                  <a:ext cx="316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7C54860-8C8E-AA5E-0CF4-CDB4D1474936}"/>
                    </a:ext>
                  </a:extLst>
                </p14:cNvPr>
                <p14:cNvContentPartPr/>
                <p14:nvPr/>
              </p14:nvContentPartPr>
              <p14:xfrm>
                <a:off x="4176930" y="4860480"/>
                <a:ext cx="893160" cy="2638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7C54860-8C8E-AA5E-0CF4-CDB4D147493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67930" y="4851840"/>
                  <a:ext cx="9108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BCEFB1E-11AB-349E-1006-1D8C68CB0D86}"/>
                    </a:ext>
                  </a:extLst>
                </p14:cNvPr>
                <p14:cNvContentPartPr/>
                <p14:nvPr/>
              </p14:nvContentPartPr>
              <p14:xfrm>
                <a:off x="5022930" y="5022480"/>
                <a:ext cx="114120" cy="4712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BCEFB1E-11AB-349E-1006-1D8C68CB0D8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14290" y="5013840"/>
                  <a:ext cx="131760" cy="48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1A19C3B-DF63-17AE-3105-9195D79A4426}"/>
              </a:ext>
            </a:extLst>
          </p:cNvPr>
          <p:cNvGrpSpPr/>
          <p:nvPr/>
        </p:nvGrpSpPr>
        <p:grpSpPr>
          <a:xfrm>
            <a:off x="5511450" y="4562760"/>
            <a:ext cx="1073520" cy="1020960"/>
            <a:chOff x="5511450" y="4562760"/>
            <a:chExt cx="1073520" cy="10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CF28E7F-B7D2-8773-D350-5945BC87B1EA}"/>
                    </a:ext>
                  </a:extLst>
                </p14:cNvPr>
                <p14:cNvContentPartPr/>
                <p14:nvPr/>
              </p14:nvContentPartPr>
              <p14:xfrm>
                <a:off x="5511450" y="4562760"/>
                <a:ext cx="313560" cy="4532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ACF28E7F-B7D2-8773-D350-5945BC87B1E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02810" y="4554120"/>
                  <a:ext cx="3312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D1CCDB9-05A2-E167-FB80-9011540E712B}"/>
                    </a:ext>
                  </a:extLst>
                </p14:cNvPr>
                <p14:cNvContentPartPr/>
                <p14:nvPr/>
              </p14:nvContentPartPr>
              <p14:xfrm>
                <a:off x="5714850" y="4668960"/>
                <a:ext cx="342720" cy="1382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D1CCDB9-05A2-E167-FB80-9011540E712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06210" y="4659960"/>
                  <a:ext cx="360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4054813-4E0B-53AF-1A79-B875896DCBF9}"/>
                    </a:ext>
                  </a:extLst>
                </p14:cNvPr>
                <p14:cNvContentPartPr/>
                <p14:nvPr/>
              </p14:nvContentPartPr>
              <p14:xfrm>
                <a:off x="5741490" y="4571760"/>
                <a:ext cx="567720" cy="10119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4054813-4E0B-53AF-1A79-B875896DCBF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32850" y="4563120"/>
                  <a:ext cx="585360" cy="10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2F2B7E5F-3C5D-F729-AD74-EA3C0C8620A0}"/>
                    </a:ext>
                  </a:extLst>
                </p14:cNvPr>
                <p14:cNvContentPartPr/>
                <p14:nvPr/>
              </p14:nvContentPartPr>
              <p14:xfrm>
                <a:off x="6555810" y="5575080"/>
                <a:ext cx="29160" cy="28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2F2B7E5F-3C5D-F729-AD74-EA3C0C8620A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46810" y="5566440"/>
                  <a:ext cx="46800" cy="20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object 10">
            <a:extLst>
              <a:ext uri="{FF2B5EF4-FFF2-40B4-BE49-F238E27FC236}">
                <a16:creationId xmlns:a16="http://schemas.microsoft.com/office/drawing/2014/main" id="{D724F38E-2F62-A03E-E455-01C7DF0E92B6}"/>
              </a:ext>
            </a:extLst>
          </p:cNvPr>
          <p:cNvSpPr txBox="1">
            <a:spLocks/>
          </p:cNvSpPr>
          <p:nvPr/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2451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FF71-5FF8-2AD2-53F1-E3001C5D0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E6A484E1-020D-C97E-6B7B-74BF218F3A89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B200A2-DBF6-7D6C-1B0A-390B0F39841E}"/>
              </a:ext>
            </a:extLst>
          </p:cNvPr>
          <p:cNvSpPr txBox="1"/>
          <p:nvPr/>
        </p:nvSpPr>
        <p:spPr>
          <a:xfrm>
            <a:off x="137668" y="1103318"/>
            <a:ext cx="489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D. Analysis Model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 descr="도표, 평면도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DBDC01-B71E-0591-077B-F838FFDD0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47" y="1744500"/>
            <a:ext cx="11744325" cy="4181475"/>
          </a:xfrm>
          <a:prstGeom prst="rect">
            <a:avLst/>
          </a:prstGeom>
        </p:spPr>
      </p:pic>
      <p:sp>
        <p:nvSpPr>
          <p:cNvPr id="5" name="object 10">
            <a:extLst>
              <a:ext uri="{FF2B5EF4-FFF2-40B4-BE49-F238E27FC236}">
                <a16:creationId xmlns:a16="http://schemas.microsoft.com/office/drawing/2014/main" id="{812876F2-E151-31AF-C2A2-78ADD81305D3}"/>
              </a:ext>
            </a:extLst>
          </p:cNvPr>
          <p:cNvSpPr txBox="1">
            <a:spLocks/>
          </p:cNvSpPr>
          <p:nvPr/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819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1702-E869-89BC-EF1A-82CBBCBF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5917534F-B948-B79D-BA68-A73BBCFFC048}"/>
              </a:ext>
            </a:extLst>
          </p:cNvPr>
          <p:cNvSpPr/>
          <p:nvPr/>
        </p:nvSpPr>
        <p:spPr>
          <a:xfrm>
            <a:off x="4572" y="748283"/>
            <a:ext cx="12187555" cy="64135"/>
          </a:xfrm>
          <a:custGeom>
            <a:avLst/>
            <a:gdLst/>
            <a:ahLst/>
            <a:cxnLst/>
            <a:rect l="l" t="t" r="r" b="b"/>
            <a:pathLst>
              <a:path w="12187555" h="64134">
                <a:moveTo>
                  <a:pt x="12187428" y="0"/>
                </a:moveTo>
                <a:lnTo>
                  <a:pt x="0" y="0"/>
                </a:lnTo>
                <a:lnTo>
                  <a:pt x="0" y="64008"/>
                </a:lnTo>
                <a:lnTo>
                  <a:pt x="12187428" y="64008"/>
                </a:lnTo>
                <a:lnTo>
                  <a:pt x="12187428" y="0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0753AC-1E0F-E687-A0B2-C035576A343B}"/>
              </a:ext>
            </a:extLst>
          </p:cNvPr>
          <p:cNvSpPr txBox="1"/>
          <p:nvPr/>
        </p:nvSpPr>
        <p:spPr>
          <a:xfrm>
            <a:off x="218947" y="1472650"/>
            <a:ext cx="94249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500" b="1" dirty="0">
                <a:ea typeface="HY견고딕" panose="02030600000101010101" pitchFamily="18" charset="-127"/>
              </a:rPr>
              <a:t>Performance Prediction</a:t>
            </a:r>
            <a:endParaRPr lang="ko-KR" altLang="en-US" sz="16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78DD83-62CD-8EFD-EFD1-0965FC90597C}"/>
                  </a:ext>
                </a:extLst>
              </p:cNvPr>
              <p:cNvSpPr txBox="1"/>
              <p:nvPr/>
            </p:nvSpPr>
            <p:spPr>
              <a:xfrm>
                <a:off x="1327260" y="5733525"/>
                <a:ext cx="454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+mn-ea"/>
                  </a:rPr>
                  <a:t>[PS Diagram of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+mn-ea"/>
                  </a:rPr>
                  <a:t>]</a:t>
                </a:r>
                <a:endParaRPr lang="ko-KR" altLang="en-US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78DD83-62CD-8EFD-EFD1-0965FC905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260" y="5733525"/>
                <a:ext cx="4546600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B533502-8DAB-D8E1-9032-C9474D89F9CE}"/>
              </a:ext>
            </a:extLst>
          </p:cNvPr>
          <p:cNvSpPr txBox="1"/>
          <p:nvPr/>
        </p:nvSpPr>
        <p:spPr>
          <a:xfrm>
            <a:off x="137668" y="1103318"/>
            <a:ext cx="489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D. Analysis Model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016863-E5D0-0F9D-A9D1-EA2FEC4C8217}"/>
                  </a:ext>
                </a:extLst>
              </p:cNvPr>
              <p:cNvSpPr txBox="1"/>
              <p:nvPr/>
            </p:nvSpPr>
            <p:spPr>
              <a:xfrm>
                <a:off x="7468171" y="1874229"/>
                <a:ext cx="491814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latin typeface="+mn-ea"/>
                  </a:rPr>
                  <a:t>[Frequency Response of Command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𝑐𝑚𝑑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+mn-ea"/>
                  </a:rPr>
                  <a:t>)]</a:t>
                </a:r>
                <a:br>
                  <a:rPr lang="en-US" altLang="ko-KR" sz="1400" dirty="0">
                    <a:latin typeface="+mn-ea"/>
                  </a:rPr>
                </a:br>
                <a:r>
                  <a:rPr lang="en-US" altLang="ko-KR" sz="1400" dirty="0">
                    <a:latin typeface="+mn-ea"/>
                  </a:rPr>
                  <a:t>1. </a:t>
                </a:r>
                <a:r>
                  <a:rPr lang="ko-KR" altLang="en-US" sz="1400" dirty="0">
                    <a:latin typeface="+mn-ea"/>
                  </a:rPr>
                  <a:t>모터의 전달함수에서 </a:t>
                </a:r>
                <a:r>
                  <a:rPr lang="en-US" altLang="ko-KR" sz="1400" dirty="0">
                    <a:latin typeface="+mn-ea"/>
                  </a:rPr>
                  <a:t>phase</a:t>
                </a:r>
                <a:r>
                  <a:rPr lang="ko-KR" altLang="en-US" sz="1400" dirty="0">
                    <a:latin typeface="+mn-ea"/>
                  </a:rPr>
                  <a:t>가 고주파수에서</a:t>
                </a:r>
                <a:endParaRPr lang="en-US" altLang="ko-KR" sz="1400" dirty="0">
                  <a:latin typeface="+mn-ea"/>
                </a:endParaRPr>
              </a:p>
              <a:p>
                <a:pPr algn="ctr"/>
                <a:r>
                  <a:rPr lang="en-US" altLang="ko-KR" sz="1400" dirty="0">
                    <a:latin typeface="+mn-ea"/>
                  </a:rPr>
                  <a:t>2. </a:t>
                </a:r>
                <a:r>
                  <a:rPr lang="ko-KR" altLang="en-US" sz="1400" dirty="0">
                    <a:latin typeface="+mn-ea"/>
                  </a:rPr>
                  <a:t>피치에서 차이가 약간 있음</a:t>
                </a:r>
                <a:endParaRPr lang="en-US" altLang="ko-KR" sz="1400" dirty="0">
                  <a:latin typeface="+mn-ea"/>
                </a:endParaRPr>
              </a:p>
              <a:p>
                <a:pPr algn="ctr"/>
                <a:r>
                  <a:rPr lang="ko-KR" altLang="en-US" sz="1400" dirty="0">
                    <a:latin typeface="+mn-ea"/>
                  </a:rPr>
                  <a:t> </a:t>
                </a:r>
                <a:br>
                  <a:rPr lang="en-US" altLang="ko-KR" sz="1400" dirty="0">
                    <a:latin typeface="+mn-ea"/>
                  </a:rPr>
                </a:br>
                <a:br>
                  <a:rPr lang="en-US" altLang="ko-KR" sz="1400" dirty="0">
                    <a:latin typeface="+mn-ea"/>
                  </a:rPr>
                </a:br>
                <a:endParaRPr lang="ko-KR" altLang="en-US" sz="1400" dirty="0"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016863-E5D0-0F9D-A9D1-EA2FEC4C8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171" y="1874229"/>
                <a:ext cx="4918142" cy="1384995"/>
              </a:xfrm>
              <a:prstGeom prst="rect">
                <a:avLst/>
              </a:prstGeom>
              <a:blipFill>
                <a:blip r:embed="rId4"/>
                <a:stretch>
                  <a:fillRect t="-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FF55CFD9-2A99-EF8E-68C0-9E25DF964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97" y="1874229"/>
            <a:ext cx="6969924" cy="3679075"/>
          </a:xfrm>
          <a:prstGeom prst="rect">
            <a:avLst/>
          </a:prstGeom>
        </p:spPr>
      </p:pic>
      <p:sp>
        <p:nvSpPr>
          <p:cNvPr id="2" name="object 10">
            <a:extLst>
              <a:ext uri="{FF2B5EF4-FFF2-40B4-BE49-F238E27FC236}">
                <a16:creationId xmlns:a16="http://schemas.microsoft.com/office/drawing/2014/main" id="{063D8BD5-CCAB-B247-8118-7C28C28BF582}"/>
              </a:ext>
            </a:extLst>
          </p:cNvPr>
          <p:cNvSpPr txBox="1">
            <a:spLocks/>
          </p:cNvSpPr>
          <p:nvPr/>
        </p:nvSpPr>
        <p:spPr>
          <a:xfrm>
            <a:off x="218947" y="148193"/>
            <a:ext cx="8229549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3) Designation</a:t>
            </a:r>
            <a:endParaRPr lang="ko-KR" altLang="en-US" sz="3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0181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D7A7D5A3BD626498D681E60E254D89F" ma:contentTypeVersion="10" ma:contentTypeDescription="새 문서를 만듭니다." ma:contentTypeScope="" ma:versionID="d92d4494e363fed0291aa30c82fe87da">
  <xsd:schema xmlns:xsd="http://www.w3.org/2001/XMLSchema" xmlns:xs="http://www.w3.org/2001/XMLSchema" xmlns:p="http://schemas.microsoft.com/office/2006/metadata/properties" xmlns:ns3="744cba57-df2f-4e0c-9eaf-013e099084ea" targetNamespace="http://schemas.microsoft.com/office/2006/metadata/properties" ma:root="true" ma:fieldsID="b358b59ce008e02007384ff8f418ae99" ns3:_="">
    <xsd:import namespace="744cba57-df2f-4e0c-9eaf-013e099084e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4cba57-df2f-4e0c-9eaf-013e099084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525725-D203-4A97-917A-1A5E0FB64F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4cba57-df2f-4e0c-9eaf-013e099084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FC55A9-90F0-41E2-BD5C-C24A05E02A6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744cba57-df2f-4e0c-9eaf-013e099084ea"/>
    <ds:schemaRef ds:uri="http://purl.org/dc/dcmitype/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5AA88AE-32B8-432A-8570-AB4EC8CD2C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16482</TotalTime>
  <Words>2193</Words>
  <Application>Microsoft Office PowerPoint</Application>
  <PresentationFormat>와이드스크린</PresentationFormat>
  <Paragraphs>411</Paragraphs>
  <Slides>35</Slides>
  <Notes>33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3" baseType="lpstr">
      <vt:lpstr>HY견고딕</vt:lpstr>
      <vt:lpstr>맑은 고딕</vt:lpstr>
      <vt:lpstr>맑은 고딕</vt:lpstr>
      <vt:lpstr>Arial</vt:lpstr>
      <vt:lpstr>Cambria Math</vt:lpstr>
      <vt:lpstr>Wingdings</vt:lpstr>
      <vt:lpstr>Wingdings 2</vt:lpstr>
      <vt:lpstr>Office 테마</vt:lpstr>
      <vt:lpstr>PowerPoint 프레젠테이션</vt:lpstr>
      <vt:lpstr>Contents</vt:lpstr>
      <vt:lpstr>1) Motor Dynamics Modeling</vt:lpstr>
      <vt:lpstr>1) Motor Dynamics Modeling</vt:lpstr>
      <vt:lpstr>1) Motor Dynamics Modeling</vt:lpstr>
      <vt:lpstr>1) Motor Dynamics Modeling</vt:lpstr>
      <vt:lpstr>2) Gimbal Modeling </vt:lpstr>
      <vt:lpstr>2) Gimbal Modeling </vt:lpstr>
      <vt:lpstr>2) Gimbal Modeling </vt:lpstr>
      <vt:lpstr>2) Gimbal Modeling </vt:lpstr>
      <vt:lpstr>2) Gimbal Modeling </vt:lpstr>
      <vt:lpstr>1) Motor Dynamics Modeling</vt:lpstr>
      <vt:lpstr>2) Gimbal Modeling </vt:lpstr>
      <vt:lpstr>2) Gimbal Modeling </vt:lpstr>
      <vt:lpstr>4) Stabilization</vt:lpstr>
      <vt:lpstr>4) Stabilization</vt:lpstr>
      <vt:lpstr>4) Stabilization</vt:lpstr>
      <vt:lpstr>4) Stabilization</vt:lpstr>
      <vt:lpstr>4) Stabilization</vt:lpstr>
      <vt:lpstr>4) Stabilization</vt:lpstr>
      <vt:lpstr>4) Stabilization</vt:lpstr>
      <vt:lpstr>4) Stabilization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</dc:title>
  <dc:creator>최윤석</dc:creator>
  <cp:lastModifiedBy>이주영/22200576</cp:lastModifiedBy>
  <cp:revision>134</cp:revision>
  <dcterms:created xsi:type="dcterms:W3CDTF">2022-06-21T08:33:11Z</dcterms:created>
  <dcterms:modified xsi:type="dcterms:W3CDTF">2026-06-24T14:26:34Z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0x010100BD7A7D5A3BD626498D681E60E254D89F</vt:lpwstr>
  </property>
</Properties>
</file>