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7" r:id="rId5"/>
    <p:sldId id="268" r:id="rId6"/>
    <p:sldId id="269" r:id="rId7"/>
    <p:sldId id="270" r:id="rId8"/>
    <p:sldId id="271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EDFB14-0B5D-E9E2-70B3-534DD4E50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814CF08-C484-08CA-836A-0CE8886710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75A3F9-E376-0FF9-12C9-67134D71D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5D9E-C40D-4D28-B16B-EB443FB349EC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F6FC8C-437F-B905-C496-C2C9B36AE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F2886F-5D54-7C9F-0AAD-814D727F9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A77D-0336-422F-B2A3-7551C8AC1E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0686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1D97F7-A38F-260A-1138-646F7601F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A08B18-423B-3B01-255B-035601B3B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9788AE-3B74-3518-D485-296485B69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5D9E-C40D-4D28-B16B-EB443FB349EC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4AE4C5-8E51-792F-B752-14E68EDEB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DAC16A-1A72-34AA-2E6E-CC43D058E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A77D-0336-422F-B2A3-7551C8AC1E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2649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1F5A01-C7F1-2A6D-D6D4-0C1DA5A79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789CA7-CF45-F3AD-2473-FFF692819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C70695-2A86-6017-02F8-7266A68C0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5D9E-C40D-4D28-B16B-EB443FB349EC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5A9557-DF59-29C7-F29E-52936A1EC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884432-2D57-054C-C8AC-81CCD77DA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A77D-0336-422F-B2A3-7551C8AC1E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3817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454172-6E43-5A10-071C-45B908D7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1F2848-9217-501D-6762-DBF3B82055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FDBFA04-E6B1-C5D4-AF85-26DA9EFF22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9D6965-80DA-9C41-91A3-B772296BE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5D9E-C40D-4D28-B16B-EB443FB349EC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4B2598-A512-1BA8-43AA-117739484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76D33F-E7DA-A76E-1C91-690FC09CC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A77D-0336-422F-B2A3-7551C8AC1E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5409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5C8EDC-DF3A-FFC7-1939-D44932E08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D6C58B-F30E-286A-BAC5-A0FB12E20B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EABE1DA-C5E0-4EDC-C0B7-D689AF471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BFDAE62-7B00-9A75-14D6-B865A4EDA3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011EC78-E5B3-5326-D687-ABCE74DDDA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54344C3-199A-D383-E400-5D6F4472E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5D9E-C40D-4D28-B16B-EB443FB349EC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A513FBA-EAF2-5959-693B-114FF25D7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824AB34-1B20-364A-9122-E983307BF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A77D-0336-422F-B2A3-7551C8AC1E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1955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D7597B-6088-717A-B2A1-21E036DBC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6B288AA-ADAD-AD81-4C3B-8BF8B39F8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5D9E-C40D-4D28-B16B-EB443FB349EC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CD7F42D-AC41-050F-1B84-233C6DC13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6DA6D8-8E6F-1FC5-3592-FBD37B173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A77D-0336-422F-B2A3-7551C8AC1E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8579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03D1482-74C2-90FF-606A-8AC754500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5D9E-C40D-4D28-B16B-EB443FB349EC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2C9BF6E-C1C5-BF5D-773F-71990E4C5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27A192-E8C7-F9E2-9A55-208D8640A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A77D-0336-422F-B2A3-7551C8AC1E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7410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2F1BE3-21F1-A92F-CA42-AA9129385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DFDF63-38F8-42B1-A00D-C50D70B7D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BDEE12-CCA2-4571-BD4F-3428F402B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1C393A-A6E5-0936-F8FC-BDCCABFE0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5D9E-C40D-4D28-B16B-EB443FB349EC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A15D43-15C3-C6E0-9C4A-F1BF1C5F8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D5ED95-60E2-1D8F-F5B9-39FA5AE8E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A77D-0336-422F-B2A3-7551C8AC1E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3768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4ABD32-96E9-1679-B095-E150F8BCB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7D26677-7C2A-4B7C-8773-53BF3830E8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709DDA-BF67-13CA-85C3-DC8F5B1A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EF7E1F-BC9F-BC28-2854-8A4897282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5D9E-C40D-4D28-B16B-EB443FB349EC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0897A6-1C60-146B-1A36-4D6EE64F9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7822D5-082A-1E9A-91DB-C17D585A4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A77D-0336-422F-B2A3-7551C8AC1E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3384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D92C01-D98F-38D6-8567-FE7A30405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08DBC49-5E03-770F-46DE-15D0E90B5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F2D663-3673-B82B-AE9D-67493FD9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5D9E-C40D-4D28-B16B-EB443FB349EC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DDB0E3-000B-1C25-47ED-C06618FE6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0562F8-46C0-303C-2FAB-32125A7C4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A77D-0336-422F-B2A3-7551C8AC1E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195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C91A2B9-6C64-43F1-4DAA-B793BFDCA4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B581DB-8F63-2AA6-DBD5-1E6DA9D058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E003C3-D8FB-E14A-6437-FABEE3112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5D9E-C40D-4D28-B16B-EB443FB349EC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BEA49C-D68A-CEEB-CF88-B0D87B008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57F24A-1451-8809-5E48-E1765FABC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9A77D-0336-422F-B2A3-7551C8AC1E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1758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3E3367A-8D15-4886-1C79-5FEE25A0B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D5E8B8-8E3C-792A-DD7D-E494058AD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B5AAC1-6002-5CB3-34EA-657FFFAAB9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F75D9E-C40D-4D28-B16B-EB443FB349EC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8AD6CA-4B21-D125-4F9B-73CC890132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374739-C8AD-406C-798F-9C6312DEE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89A77D-0336-422F-B2A3-7551C8AC1E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921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1149BCDA-A993-A614-BE9A-A4CD1AD45C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altLang="ko-KR" i="1" dirty="0"/>
              <a:t>Student ID: 22200576, 22400448</a:t>
            </a:r>
            <a:endParaRPr lang="ko-KR" altLang="ko-KR" dirty="0"/>
          </a:p>
          <a:p>
            <a:pPr algn="r"/>
            <a:r>
              <a:rPr lang="en-US" altLang="ko-KR" i="1" dirty="0"/>
              <a:t>Name: </a:t>
            </a:r>
            <a:r>
              <a:rPr lang="ko-KR" altLang="ko-KR" dirty="0"/>
              <a:t>이주영</a:t>
            </a:r>
            <a:r>
              <a:rPr lang="en-US" altLang="ko-KR" dirty="0"/>
              <a:t>, </a:t>
            </a:r>
            <a:r>
              <a:rPr lang="ko-KR" altLang="ko-KR" dirty="0" err="1"/>
              <a:t>오유성</a:t>
            </a:r>
            <a:endParaRPr lang="ko-KR" altLang="ko-KR" dirty="0"/>
          </a:p>
          <a:p>
            <a:endParaRPr lang="ko-KR" altLang="en-US" dirty="0"/>
          </a:p>
        </p:txBody>
      </p:sp>
      <p:sp>
        <p:nvSpPr>
          <p:cNvPr id="4" name="AutoShape 237">
            <a:extLst>
              <a:ext uri="{FF2B5EF4-FFF2-40B4-BE49-F238E27FC236}">
                <a16:creationId xmlns:a16="http://schemas.microsoft.com/office/drawing/2014/main" id="{BDED3F54-B8EC-C9DD-4B71-A776C859854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524000" y="1427163"/>
            <a:ext cx="9144000" cy="1655762"/>
          </a:xfrm>
          <a:prstGeom prst="roundRect">
            <a:avLst>
              <a:gd name="adj" fmla="val 16667"/>
            </a:avLst>
          </a:prstGeom>
          <a:solidFill>
            <a:srgbClr val="272727"/>
          </a:solidFill>
          <a:ln w="38100">
            <a:solidFill>
              <a:srgbClr val="D8D8D8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28398" dir="3806097" algn="ctr" rotWithShape="0">
                    <a:srgbClr val="7F7F7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 latinLnBrk="1">
              <a:buNone/>
            </a:pPr>
            <a:r>
              <a:rPr lang="en-US" sz="4800" kern="10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LAB3. MOTOR VALIDATION</a:t>
            </a:r>
            <a:endParaRPr lang="ko-KR" sz="4800" kern="100" dirty="0"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586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B54A6B-9A2B-AE8F-277B-37B3F737B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200025"/>
            <a:ext cx="10515600" cy="1325563"/>
          </a:xfrm>
        </p:spPr>
        <p:txBody>
          <a:bodyPr/>
          <a:lstStyle/>
          <a:p>
            <a:r>
              <a:rPr lang="en-US" altLang="ko-KR" b="1" dirty="0"/>
              <a:t>Contents</a:t>
            </a:r>
            <a:br>
              <a:rPr lang="ko-KR" altLang="ko-KR" b="1" dirty="0"/>
            </a:b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F95ACF5-26AC-4E3C-42DD-9F0BE4A52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253331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arenR"/>
            </a:pPr>
            <a:r>
              <a:rPr lang="en-US" altLang="ko-KR" b="1" dirty="0"/>
              <a:t>Motor Linearization</a:t>
            </a:r>
            <a:endParaRPr lang="ko-KR" altLang="ko-KR" b="1" dirty="0"/>
          </a:p>
          <a:p>
            <a:pPr marL="514350" indent="-514350">
              <a:buFont typeface="+mj-lt"/>
              <a:buAutoNum type="arabicParenR"/>
            </a:pPr>
            <a:r>
              <a:rPr lang="en-US" altLang="ko-KR" b="1" dirty="0"/>
              <a:t>Motor Modeling</a:t>
            </a:r>
            <a:endParaRPr lang="ko-KR" altLang="ko-KR" b="1" dirty="0"/>
          </a:p>
          <a:p>
            <a:pPr marL="514350" indent="-514350">
              <a:buFont typeface="+mj-lt"/>
              <a:buAutoNum type="arabicParenR"/>
            </a:pPr>
            <a:r>
              <a:rPr lang="en-US" altLang="ko-KR" b="1" dirty="0"/>
              <a:t>Designation</a:t>
            </a:r>
          </a:p>
          <a:p>
            <a:pPr marL="514350" indent="-514350">
              <a:buFont typeface="+mj-lt"/>
              <a:buAutoNum type="arabicParenR"/>
            </a:pPr>
            <a:r>
              <a:rPr lang="en-US" altLang="ko-KR" b="1" dirty="0"/>
              <a:t>Stabilization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2FC53EA-3278-EEF9-4DD2-7BDA745E3299}"/>
              </a:ext>
            </a:extLst>
          </p:cNvPr>
          <p:cNvSpPr/>
          <p:nvPr/>
        </p:nvSpPr>
        <p:spPr>
          <a:xfrm>
            <a:off x="171450" y="905704"/>
            <a:ext cx="11458173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214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63332-C33F-FE2F-1C64-9DC5681D4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A77350-3CBF-6830-4737-4209621E5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200025"/>
            <a:ext cx="11576050" cy="1325563"/>
          </a:xfrm>
        </p:spPr>
        <p:txBody>
          <a:bodyPr>
            <a:normAutofit/>
          </a:bodyPr>
          <a:lstStyle/>
          <a:p>
            <a:r>
              <a:rPr lang="en-US" altLang="ko-KR" b="1" dirty="0"/>
              <a:t>1. Motor Linearization</a:t>
            </a:r>
            <a:br>
              <a:rPr lang="ko-KR" altLang="ko-KR" b="1" dirty="0"/>
            </a:b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4E93EF3-912A-9C15-FD9A-EE7171E02039}"/>
              </a:ext>
            </a:extLst>
          </p:cNvPr>
          <p:cNvSpPr/>
          <p:nvPr/>
        </p:nvSpPr>
        <p:spPr>
          <a:xfrm>
            <a:off x="171450" y="905704"/>
            <a:ext cx="11458173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D3CBF76-4296-9B93-4B02-045ADCA5B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208" y="1046773"/>
            <a:ext cx="10539626" cy="561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010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3D773-E1B6-E6AD-B894-1C1EEF9B4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0C1937-21D9-295A-ACD9-3FCD4EC2E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200025"/>
            <a:ext cx="11576050" cy="1325563"/>
          </a:xfrm>
        </p:spPr>
        <p:txBody>
          <a:bodyPr>
            <a:normAutofit/>
          </a:bodyPr>
          <a:lstStyle/>
          <a:p>
            <a:r>
              <a:rPr lang="en-US" altLang="ko-KR" b="1" dirty="0"/>
              <a:t>1. Motor Linearization</a:t>
            </a:r>
            <a:br>
              <a:rPr lang="ko-KR" altLang="ko-KR" b="1" dirty="0"/>
            </a:b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AF9A0FC-2DA8-81CC-981B-C13313E4E352}"/>
              </a:ext>
            </a:extLst>
          </p:cNvPr>
          <p:cNvSpPr/>
          <p:nvPr/>
        </p:nvSpPr>
        <p:spPr>
          <a:xfrm>
            <a:off x="171450" y="905704"/>
            <a:ext cx="11458173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17DD22B-344C-34D9-9072-DEF972028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672" y="1095082"/>
            <a:ext cx="10331728" cy="545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982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BB19F-64D6-90B5-1B84-CDF5D2D0D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5AC25D-E7CD-11C3-16FF-953368465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200025"/>
            <a:ext cx="11576050" cy="1325563"/>
          </a:xfrm>
        </p:spPr>
        <p:txBody>
          <a:bodyPr>
            <a:normAutofit/>
          </a:bodyPr>
          <a:lstStyle/>
          <a:p>
            <a:r>
              <a:rPr lang="en-US" altLang="ko-KR" b="1" dirty="0"/>
              <a:t>1. Motor Linearization</a:t>
            </a:r>
            <a:br>
              <a:rPr lang="ko-KR" altLang="ko-KR" b="1" dirty="0"/>
            </a:b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A7F1CFA-E0CA-F309-EC0A-89D037B9F7F2}"/>
              </a:ext>
            </a:extLst>
          </p:cNvPr>
          <p:cNvSpPr/>
          <p:nvPr/>
        </p:nvSpPr>
        <p:spPr>
          <a:xfrm>
            <a:off x="171450" y="905704"/>
            <a:ext cx="11458173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B1C18F2-9067-A2AE-1E8E-1971905C5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296" y="1218910"/>
            <a:ext cx="10846357" cy="563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959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3C1B2-6892-680D-3BDF-96314713C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2AA772-3ED0-89B6-6F4E-C72697E7C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200025"/>
            <a:ext cx="11576050" cy="1325563"/>
          </a:xfrm>
        </p:spPr>
        <p:txBody>
          <a:bodyPr>
            <a:normAutofit/>
          </a:bodyPr>
          <a:lstStyle/>
          <a:p>
            <a:r>
              <a:rPr lang="en-US" altLang="ko-KR" b="1" dirty="0"/>
              <a:t>1. Motor Linearization</a:t>
            </a:r>
            <a:br>
              <a:rPr lang="ko-KR" altLang="ko-KR" b="1" dirty="0"/>
            </a:b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81BE15A-2601-52A5-03CA-587238FC6C29}"/>
              </a:ext>
            </a:extLst>
          </p:cNvPr>
          <p:cNvSpPr/>
          <p:nvPr/>
        </p:nvSpPr>
        <p:spPr>
          <a:xfrm>
            <a:off x="171450" y="905704"/>
            <a:ext cx="11458173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38475D1-789D-A458-0685-238B55EFF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83" y="1320510"/>
            <a:ext cx="9973634" cy="518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795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3F069-58E5-E51F-6C55-417C3742A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FDB4F3-EC87-5D96-52E5-CF3D11BB6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200025"/>
            <a:ext cx="11576050" cy="1325563"/>
          </a:xfrm>
        </p:spPr>
        <p:txBody>
          <a:bodyPr>
            <a:normAutofit/>
          </a:bodyPr>
          <a:lstStyle/>
          <a:p>
            <a:r>
              <a:rPr lang="en-US" altLang="ko-KR" b="1" dirty="0"/>
              <a:t>2. Motor Modeling – </a:t>
            </a:r>
            <a:r>
              <a:rPr lang="ko-KR" altLang="en-US" b="1" dirty="0"/>
              <a:t>나중에 추가</a:t>
            </a:r>
            <a:br>
              <a:rPr lang="ko-KR" altLang="ko-KR" b="1" dirty="0"/>
            </a:b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DD21F72-2671-FF91-DE9B-A1416F669F64}"/>
              </a:ext>
            </a:extLst>
          </p:cNvPr>
          <p:cNvSpPr/>
          <p:nvPr/>
        </p:nvSpPr>
        <p:spPr>
          <a:xfrm>
            <a:off x="171450" y="905704"/>
            <a:ext cx="11458173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D47320-C152-9B5C-AD46-D191C1A65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851" y="1191750"/>
            <a:ext cx="9689840" cy="512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961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10702-C660-9F39-1CCF-12371AEFA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D53ECB-3C71-674B-6F1D-D9BDD630D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200025"/>
            <a:ext cx="11576050" cy="1325563"/>
          </a:xfrm>
        </p:spPr>
        <p:txBody>
          <a:bodyPr>
            <a:normAutofit/>
          </a:bodyPr>
          <a:lstStyle/>
          <a:p>
            <a:r>
              <a:rPr lang="en-US" altLang="ko-KR" b="1" dirty="0"/>
              <a:t>3. Designation</a:t>
            </a:r>
            <a:br>
              <a:rPr lang="ko-KR" altLang="ko-KR" b="1" dirty="0"/>
            </a:b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F9851A4-B7B3-5FBC-B928-7B412C9B8DF4}"/>
              </a:ext>
            </a:extLst>
          </p:cNvPr>
          <p:cNvSpPr/>
          <p:nvPr/>
        </p:nvSpPr>
        <p:spPr>
          <a:xfrm>
            <a:off x="171450" y="905704"/>
            <a:ext cx="11458173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9BC64B9-645E-690E-7F29-DCADFA07D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851" y="1191750"/>
            <a:ext cx="9689840" cy="512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867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914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6F13E69-46CC-4137-8D5F-1D02E198C621}">
  <we:reference id="f5f369e5-aa35-49d7-ad7b-638152ddb008" version="1.0.0.1" store="EXCatalog" storeType="EXCatalog"/>
  <we:alternateReferences>
    <we:reference id="WA200010001" version="1.0.0.1" store="ko-KR" storeType="OMEX"/>
  </we:alternateReferences>
  <we:properties>
    <we:property name="claude.fileId" value="&quot;d34a66db-45eb-4f6d-be0b-aa4d7ac3697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509</TotalTime>
  <Words>55</Words>
  <Application>Microsoft Office PowerPoint</Application>
  <PresentationFormat>와이드스크린</PresentationFormat>
  <Paragraphs>14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LAB3. MOTOR VALIDATION</vt:lpstr>
      <vt:lpstr>Contents </vt:lpstr>
      <vt:lpstr>1. Motor Linearization </vt:lpstr>
      <vt:lpstr>1. Motor Linearization </vt:lpstr>
      <vt:lpstr>1. Motor Linearization </vt:lpstr>
      <vt:lpstr>1. Motor Linearization </vt:lpstr>
      <vt:lpstr>2. Motor Modeling – 나중에 추가 </vt:lpstr>
      <vt:lpstr>3. Designation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이주영/22200576</dc:creator>
  <cp:lastModifiedBy>이주영/22200576</cp:lastModifiedBy>
  <cp:revision>11</cp:revision>
  <dcterms:created xsi:type="dcterms:W3CDTF">2026-05-11T01:32:43Z</dcterms:created>
  <dcterms:modified xsi:type="dcterms:W3CDTF">2026-06-22T09:48:41Z</dcterms:modified>
</cp:coreProperties>
</file>