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4"/>
    <p:sldMasterId id="2147483672" r:id="rId5"/>
  </p:sldMasterIdLst>
  <p:notesMasterIdLst>
    <p:notesMasterId r:id="rId13"/>
  </p:notesMasterIdLst>
  <p:sldIdLst>
    <p:sldId id="336" r:id="rId6"/>
    <p:sldId id="258" r:id="rId7"/>
    <p:sldId id="362" r:id="rId8"/>
    <p:sldId id="372" r:id="rId9"/>
    <p:sldId id="373" r:id="rId10"/>
    <p:sldId id="374" r:id="rId11"/>
    <p:sldId id="37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4B444"/>
    <a:srgbClr val="C3DAA4"/>
    <a:srgbClr val="66D096"/>
    <a:srgbClr val="FFFFFF"/>
    <a:srgbClr val="F2C558"/>
    <a:srgbClr val="D95319"/>
    <a:srgbClr val="6CFF6C"/>
    <a:srgbClr val="00FF00"/>
    <a:srgbClr val="555054"/>
    <a:srgbClr val="FF98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31" autoAdjust="0"/>
    <p:restoredTop sz="94776" autoAdjust="0"/>
  </p:normalViewPr>
  <p:slideViewPr>
    <p:cSldViewPr snapToGrid="0">
      <p:cViewPr varScale="1">
        <p:scale>
          <a:sx n="100" d="100"/>
          <a:sy n="100" d="100"/>
        </p:scale>
        <p:origin x="1368" y="4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90" d="100"/>
        <a:sy n="190" d="100"/>
      </p:scale>
      <p:origin x="0" y="0"/>
    </p:cViewPr>
  </p:sorterViewPr>
  <p:notesViewPr>
    <p:cSldViewPr snapToGrid="0">
      <p:cViewPr varScale="1">
        <p:scale>
          <a:sx n="122" d="100"/>
          <a:sy n="122" d="100"/>
        </p:scale>
        <p:origin x="1056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2.xml"/><Relationship Id="rId15" Type="http://schemas.openxmlformats.org/officeDocument/2006/relationships/viewProps" Target="viewProps.xml"/><Relationship Id="rId10" Type="http://schemas.openxmlformats.org/officeDocument/2006/relationships/slide" Target="slides/slide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F4BCEA-3FF4-4CB2-B00C-F3A2A72C868C}" type="datetimeFigureOut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89E238-56E2-498F-AF52-A01BE2759D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08153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89E238-56E2-498F-AF52-A01BE2759D45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73389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F15AFB-9CDE-E1BD-684A-E414795D2C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137B2BF-A42A-E135-34D3-33C22F616F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CC1BE4F-92F7-354A-8CA8-A4594F7181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 latinLnBrk="1">
              <a:lnSpc>
                <a:spcPct val="107000"/>
              </a:lnSpc>
              <a:spcAft>
                <a:spcPts val="800"/>
              </a:spcAft>
            </a:pPr>
            <a:endParaRPr lang="ko-KR" altLang="ko-KR" sz="1800" kern="1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839C02-D67D-4217-1F64-BD2685CD23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89E238-56E2-498F-AF52-A01BE2759D45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75407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AFFFC6-A7C3-6003-B764-890BE330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7AEDA85-0FD6-B95F-37A4-44C2344869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6FBC6C0-2082-89EE-7936-FD6F4A644D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 latinLnBrk="1">
              <a:lnSpc>
                <a:spcPct val="107000"/>
              </a:lnSpc>
              <a:spcAft>
                <a:spcPts val="800"/>
              </a:spcAft>
            </a:pPr>
            <a:endParaRPr lang="ko-KR" altLang="ko-KR" sz="1800" kern="1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57FA14-5EFF-AFB9-D77A-167B5188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89E238-56E2-498F-AF52-A01BE2759D45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25974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BDA33F-B5C3-9894-692C-B78BC3B99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8B010D0-4969-C31E-5478-B45CFAB3E8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C44FB05-2586-8C56-2831-776EF8C5C8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 latinLnBrk="1">
              <a:lnSpc>
                <a:spcPct val="107000"/>
              </a:lnSpc>
              <a:spcAft>
                <a:spcPts val="800"/>
              </a:spcAft>
            </a:pPr>
            <a:endParaRPr lang="ko-KR" altLang="ko-KR" sz="1800" kern="1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83604B-D9C3-33B0-8779-B01E4A64A1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89E238-56E2-498F-AF52-A01BE2759D45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79130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B5F9C-2324-5ABA-675D-82C45CEAB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1766512-6D1E-5637-7FB6-145B2BC2F7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0282F23-1481-2EB5-07C4-F32AE9B8E0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 latinLnBrk="1">
              <a:lnSpc>
                <a:spcPct val="107000"/>
              </a:lnSpc>
              <a:spcAft>
                <a:spcPts val="800"/>
              </a:spcAft>
            </a:pPr>
            <a:endParaRPr lang="ko-KR" altLang="ko-KR" sz="1800" kern="1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B7820B-2738-EB31-1F5A-31599CF83B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89E238-56E2-498F-AF52-A01BE2759D45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59029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974EB-9DA0-BE80-7C3F-E63C66CFCC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DC3DEA4-2F72-28E1-2724-0525E9A84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0F7F7E1-5278-7BBB-1F79-FD9FCAAD1D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 latinLnBrk="1">
              <a:lnSpc>
                <a:spcPct val="107000"/>
              </a:lnSpc>
              <a:spcAft>
                <a:spcPts val="800"/>
              </a:spcAft>
            </a:pPr>
            <a:endParaRPr lang="ko-KR" altLang="ko-KR" sz="1800" kern="1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B1F79FA-38AB-2B9F-6467-C361FE58E1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89E238-56E2-498F-AF52-A01BE2759D45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8705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5F3C2BC5-81DC-59CA-9420-BA29B86CE2A5}"/>
              </a:ext>
            </a:extLst>
          </p:cNvPr>
          <p:cNvSpPr txBox="1">
            <a:spLocks/>
          </p:cNvSpPr>
          <p:nvPr userDrawn="1"/>
        </p:nvSpPr>
        <p:spPr>
          <a:xfrm>
            <a:off x="0" y="6356351"/>
            <a:ext cx="9144000" cy="504000"/>
          </a:xfrm>
          <a:prstGeom prst="rect">
            <a:avLst/>
          </a:prstGeom>
          <a:solidFill>
            <a:srgbClr val="D0DBF0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2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692000" y="2243138"/>
            <a:ext cx="5760000" cy="394774"/>
          </a:xfrm>
        </p:spPr>
        <p:txBody>
          <a:bodyPr anchor="b">
            <a:noAutofit/>
          </a:bodyPr>
          <a:lstStyle>
            <a:lvl1pPr algn="ctr">
              <a:defRPr sz="2000" b="1">
                <a:solidFill>
                  <a:schemeClr val="bg2">
                    <a:lumMod val="25000"/>
                  </a:schemeClr>
                </a:solidFill>
                <a:latin typeface="+mj-lt"/>
                <a:ea typeface="휴먼둥근헤드라인" panose="02030504000101010101" pitchFamily="18" charset="-127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529551" y="3904234"/>
            <a:ext cx="4084899" cy="307313"/>
          </a:xfrm>
        </p:spPr>
        <p:txBody>
          <a:bodyPr>
            <a:normAutofit/>
          </a:bodyPr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  <a:latin typeface="+mj-lt"/>
                <a:ea typeface="새굴림" panose="02030600000101010101" pitchFamily="18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ko-KR"/>
              <a:t>Sub title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579067" y="3527751"/>
            <a:ext cx="2057400" cy="365125"/>
          </a:xfrm>
        </p:spPr>
        <p:txBody>
          <a:bodyPr/>
          <a:lstStyle>
            <a:lvl1pPr algn="ctr">
              <a:defRPr b="0">
                <a:solidFill>
                  <a:schemeClr val="tx1"/>
                </a:solidFill>
                <a:latin typeface="+mj-lt"/>
                <a:ea typeface="맑은 고딕" panose="020B0503020000020004" pitchFamily="50" charset="-127"/>
              </a:defRPr>
            </a:lvl1pPr>
          </a:lstStyle>
          <a:p>
            <a:fld id="{E82DF42D-C26A-4375-B368-FAF0EBA87C58}" type="datetime1">
              <a:rPr lang="ko-KR" altLang="en-US" smtClean="0"/>
              <a:pPr/>
              <a:t>2026-06-03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‹#›</a:t>
            </a:fld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F25F625-ED28-C343-E557-C7010411F852}"/>
              </a:ext>
            </a:extLst>
          </p:cNvPr>
          <p:cNvGrpSpPr/>
          <p:nvPr userDrawn="1"/>
        </p:nvGrpSpPr>
        <p:grpSpPr>
          <a:xfrm>
            <a:off x="1692000" y="2651412"/>
            <a:ext cx="5760000" cy="126512"/>
            <a:chOff x="689658" y="2651412"/>
            <a:chExt cx="7772142" cy="126512"/>
          </a:xfrm>
        </p:grpSpPr>
        <p:sp>
          <p:nvSpPr>
            <p:cNvPr id="23" name="Title 1">
              <a:extLst>
                <a:ext uri="{FF2B5EF4-FFF2-40B4-BE49-F238E27FC236}">
                  <a16:creationId xmlns:a16="http://schemas.microsoft.com/office/drawing/2014/main" id="{C3D7960C-017A-2C67-993D-9F4B6BB8C4AC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689658" y="2651412"/>
              <a:ext cx="3096000" cy="12651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2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10" name="Title 1">
              <a:extLst>
                <a:ext uri="{FF2B5EF4-FFF2-40B4-BE49-F238E27FC236}">
                  <a16:creationId xmlns:a16="http://schemas.microsoft.com/office/drawing/2014/main" id="{162DC80C-0EC6-1058-3281-0B0E93CEE01F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3780578" y="2651412"/>
              <a:ext cx="1080000" cy="126512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2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11" name="Title 1">
              <a:extLst>
                <a:ext uri="{FF2B5EF4-FFF2-40B4-BE49-F238E27FC236}">
                  <a16:creationId xmlns:a16="http://schemas.microsoft.com/office/drawing/2014/main" id="{485EF135-EB21-3987-9D4F-575EAFE6AF55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4861878" y="2651412"/>
              <a:ext cx="1440000" cy="126512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2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13" name="Title 1">
              <a:extLst>
                <a:ext uri="{FF2B5EF4-FFF2-40B4-BE49-F238E27FC236}">
                  <a16:creationId xmlns:a16="http://schemas.microsoft.com/office/drawing/2014/main" id="{895206CE-E52B-DA6D-B112-4E8839BFE5BD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6301800" y="2651412"/>
              <a:ext cx="2160000" cy="126512"/>
            </a:xfrm>
            <a:prstGeom prst="rect">
              <a:avLst/>
            </a:prstGeom>
            <a:solidFill>
              <a:srgbClr val="050070"/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2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en-US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249083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2243138"/>
            <a:ext cx="7772400" cy="394774"/>
          </a:xfrm>
        </p:spPr>
        <p:txBody>
          <a:bodyPr anchor="b">
            <a:noAutofit/>
          </a:bodyPr>
          <a:lstStyle>
            <a:lvl1pPr algn="ctr">
              <a:defRPr sz="2000"/>
            </a:lvl1pPr>
          </a:lstStyle>
          <a:p>
            <a:r>
              <a:rPr lang="ko-KR" altLang="en-US" dirty="0" err="1"/>
              <a:t>대제목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143000" y="3602038"/>
            <a:ext cx="6858000" cy="307313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날짜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63B77-7ECA-415E-97DE-FE3290E3277D}" type="datetime1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‹#›</a:t>
            </a:fld>
            <a:endParaRPr lang="ko-KR" altLang="en-US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68521722-0646-14A5-F154-5F49D081AB74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890000" y="5871537"/>
            <a:ext cx="5364000" cy="452573"/>
            <a:chOff x="274854" y="5286282"/>
            <a:chExt cx="8533993" cy="720000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350A17ED-418C-BE1B-52B8-855E4295334D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489106" y="5286282"/>
              <a:ext cx="720000" cy="720000"/>
            </a:xfrm>
            <a:prstGeom prst="rect">
              <a:avLst/>
            </a:prstGeom>
          </p:spPr>
        </p:pic>
        <p:pic>
          <p:nvPicPr>
            <p:cNvPr id="15" name="그림 14" descr="그리기이(가) 표시된 사진&#10;&#10;자동 생성된 설명">
              <a:extLst>
                <a:ext uri="{FF2B5EF4-FFF2-40B4-BE49-F238E27FC236}">
                  <a16:creationId xmlns:a16="http://schemas.microsoft.com/office/drawing/2014/main" id="{DA9869ED-E48D-E4FA-9DF3-FE699500F04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2975889" y="5340282"/>
              <a:ext cx="1332181" cy="612000"/>
            </a:xfrm>
            <a:prstGeom prst="rect">
              <a:avLst/>
            </a:prstGeom>
          </p:spPr>
        </p:pic>
        <p:pic>
          <p:nvPicPr>
            <p:cNvPr id="16" name="Picture 4" descr="페이브텍(주) 2022년 기업정보 | 사원수 13명, 근무환경, 복리후생 등 기업정보 제공 - 사람인">
              <a:extLst>
                <a:ext uri="{FF2B5EF4-FFF2-40B4-BE49-F238E27FC236}">
                  <a16:creationId xmlns:a16="http://schemas.microsoft.com/office/drawing/2014/main" id="{C35E02B0-99AB-9611-B17E-82474B0B545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4854" y="5376564"/>
              <a:ext cx="2520000" cy="5394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2">
              <a:extLst>
                <a:ext uri="{FF2B5EF4-FFF2-40B4-BE49-F238E27FC236}">
                  <a16:creationId xmlns:a16="http://schemas.microsoft.com/office/drawing/2014/main" id="{06AABED8-698F-5CCA-F662-56A836414AA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90141" y="5286282"/>
              <a:ext cx="717670" cy="72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9C34A707-25F5-59D0-9284-6EF9A82D5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288847" y="5417711"/>
              <a:ext cx="2520000" cy="45714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842551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4EA74C08-FC0C-48C4-7973-DCD4AA04E0A0}"/>
              </a:ext>
            </a:extLst>
          </p:cNvPr>
          <p:cNvSpPr txBox="1">
            <a:spLocks/>
          </p:cNvSpPr>
          <p:nvPr userDrawn="1"/>
        </p:nvSpPr>
        <p:spPr>
          <a:xfrm>
            <a:off x="358140" y="0"/>
            <a:ext cx="2735580" cy="2583180"/>
          </a:xfrm>
          <a:prstGeom prst="rect">
            <a:avLst/>
          </a:prstGeom>
          <a:solidFill>
            <a:srgbClr val="022D70"/>
          </a:solidFill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2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8140" y="2606"/>
            <a:ext cx="2735580" cy="937126"/>
          </a:xfrm>
        </p:spPr>
        <p:txBody>
          <a:bodyPr anchor="b">
            <a:normAutofit/>
          </a:bodyPr>
          <a:lstStyle>
            <a:lvl1pPr>
              <a:defRPr sz="2800">
                <a:solidFill>
                  <a:srgbClr val="7FAFFD"/>
                </a:solidFill>
              </a:defRPr>
            </a:lvl1pPr>
          </a:lstStyle>
          <a:p>
            <a:r>
              <a:rPr lang="ko-KR" altLang="en-US" dirty="0"/>
              <a:t>소제목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513CD-06CD-4242-9C49-C8065E960F5A}" type="datetime1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8AA27AF-EAF2-C8B4-A2B4-7ED55A0EBF14}"/>
              </a:ext>
            </a:extLst>
          </p:cNvPr>
          <p:cNvSpPr txBox="1">
            <a:spLocks/>
          </p:cNvSpPr>
          <p:nvPr userDrawn="1"/>
        </p:nvSpPr>
        <p:spPr>
          <a:xfrm>
            <a:off x="1047750" y="1646054"/>
            <a:ext cx="5620702" cy="93712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rgbClr val="7FAFFD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solidFill>
                  <a:schemeClr val="bg1"/>
                </a:solidFill>
              </a:rPr>
              <a:t>Contents</a:t>
            </a:r>
          </a:p>
        </p:txBody>
      </p:sp>
    </p:spTree>
    <p:extLst>
      <p:ext uri="{BB962C8B-B14F-4D97-AF65-F5344CB8AC3E}">
        <p14:creationId xmlns:p14="http://schemas.microsoft.com/office/powerpoint/2010/main" val="3388391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1">
            <a:extLst>
              <a:ext uri="{FF2B5EF4-FFF2-40B4-BE49-F238E27FC236}">
                <a16:creationId xmlns:a16="http://schemas.microsoft.com/office/drawing/2014/main" id="{6FECFA9F-B9E1-6690-8D92-BB46AEC306FF}"/>
              </a:ext>
            </a:extLst>
          </p:cNvPr>
          <p:cNvSpPr txBox="1">
            <a:spLocks/>
          </p:cNvSpPr>
          <p:nvPr userDrawn="1"/>
        </p:nvSpPr>
        <p:spPr>
          <a:xfrm>
            <a:off x="495300" y="825567"/>
            <a:ext cx="8183880" cy="72708"/>
          </a:xfrm>
          <a:prstGeom prst="rect">
            <a:avLst/>
          </a:prstGeom>
          <a:solidFill>
            <a:srgbClr val="022D70"/>
          </a:solidFill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2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0" y="410529"/>
            <a:ext cx="7519718" cy="413292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110" y="1379913"/>
            <a:ext cx="7886700" cy="4118870"/>
          </a:xfrm>
        </p:spPr>
        <p:txBody>
          <a:bodyPr>
            <a:normAutofit/>
          </a:bodyPr>
          <a:lstStyle>
            <a:lvl1pPr marL="228600" indent="-228600">
              <a:buFont typeface="Wingdings" panose="05000000000000000000" pitchFamily="2" charset="2"/>
              <a:buChar char="§"/>
              <a:defRPr sz="1400" b="1">
                <a:solidFill>
                  <a:srgbClr val="045CEA"/>
                </a:solidFill>
              </a:defRPr>
            </a:lvl1pPr>
            <a:lvl2pPr marL="742950" indent="-285750">
              <a:lnSpc>
                <a:spcPct val="150000"/>
              </a:lnSpc>
              <a:buFontTx/>
              <a:buChar char="-"/>
              <a:defRPr sz="1200"/>
            </a:lvl2pPr>
            <a:lvl3pPr marL="1143000" indent="-228600">
              <a:buFont typeface="Wingdings" panose="05000000000000000000" pitchFamily="2" charset="2"/>
              <a:buChar char="ü"/>
              <a:defRPr sz="1100"/>
            </a:lvl3pPr>
            <a:lvl4pPr>
              <a:defRPr sz="1050"/>
            </a:lvl4pPr>
            <a:lvl5pPr>
              <a:defRPr sz="11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  <a:endParaRPr lang="en-US" altLang="ko-KR" dirty="0"/>
          </a:p>
          <a:p>
            <a:pPr lvl="1"/>
            <a:r>
              <a:rPr lang="ko-KR" altLang="en-US" dirty="0"/>
              <a:t>두 번째 수준</a:t>
            </a:r>
            <a:endParaRPr lang="en-US" altLang="ko-KR" dirty="0"/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928A6-7617-4A41-8036-7AA98D2D9BA0}" type="datetime1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78DD4CA3-9CF9-71AF-D78B-DC183A12B06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95300" y="1006475"/>
            <a:ext cx="7519988" cy="298984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ko-KR" altLang="en-US" dirty="0"/>
              <a:t>소제목</a:t>
            </a:r>
          </a:p>
        </p:txBody>
      </p:sp>
    </p:spTree>
    <p:extLst>
      <p:ext uri="{BB962C8B-B14F-4D97-AF65-F5344CB8AC3E}">
        <p14:creationId xmlns:p14="http://schemas.microsoft.com/office/powerpoint/2010/main" val="22998473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F934D-8911-4B98-B20D-63994CDF9AB9}" type="datetime1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1799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CD2CCF-FDBC-49C0-A2AA-CC222EB88CCD}" type="datetime1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47855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DC7-1D08-4E86-A061-822402492D30}" type="datetime1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35267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EF629-35CE-4F7E-BA1E-91B974FCD5E4}" type="datetime1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8009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81CF-D999-4982-B77B-692A70A6EC26}" type="datetime1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17512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D93B1B-B5EE-4A23-BCBF-70303C04E53B}" type="datetime1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72438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9A68F-B257-41D6-8EEE-71F3321D82BB}" type="datetime1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25810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152ABA-F8E3-411C-9195-D1577316D2A8}" type="datetime1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044746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47B605-4323-62CA-4D75-A8FED7F4E9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4693DC2-ED39-AAB9-4EAE-B4381FC438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9F744D-2B92-56FC-F625-798EA0BB80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698F1D-BA91-4187-8533-6A2018F40157}" type="datetime1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4E73D93-707F-57D1-C7F0-79346FF563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29A8440-4494-F2DD-F835-E0365C1A6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690-493B-4B3E-91DB-699F09CBD83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15347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4710C5-9569-4183-F158-15B521043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B913AD-3EAA-5CA6-776A-1F90A99BFA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A840012-07E8-6731-934D-C38642B22F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C5BA26-696B-4FA3-868F-42D610F6768C}" type="datetime1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064A182-C042-A979-B0D6-45F28980D9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F8DE4A-44A1-C35B-15FB-17C73A41C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690-493B-4B3E-91DB-699F09CBD83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463799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A024B7-FE44-0E45-DF9F-6144AC687B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86652E5-8975-171A-DA2F-03669C67F8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E14F624-8FDB-B2BA-2F67-8BF807D71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6BEB65-7B45-4057-8EC6-19CD3BF64D90}" type="datetime1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32C5FD1-E132-9962-5A5E-05428990E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6827D8A-5605-09C4-7461-349A6295AB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690-493B-4B3E-91DB-699F09CBD83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801212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727E50-43AF-D3DF-6B4F-259D7E1B45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4699B56-AE5B-5F7C-83EC-46AA25CFF6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0149624-9865-36B2-A9AC-6AB3249D82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50FAE2A-FD33-F7F4-551C-9AEC0C30D7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918932-96FD-4B52-9C59-83E087F8E6AC}" type="datetime1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1E3379A-F0A0-EB74-A219-FF511FF1D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CF1AC51-A116-FC5C-4D89-714F5921C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690-493B-4B3E-91DB-699F09CBD83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66198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21F4B2-B3D0-BB02-C112-DE9D4AF3B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41F9C48-1DFE-17F6-DAB8-04BFF10E5D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00C145B-F604-92C1-0C2C-26EA16E0F5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1CD135-A2A7-F477-EDC2-D76B241C47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F1E6A3C-F848-7654-E3FD-97D095634DD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E8334C8-F94F-02B2-BF82-D8B286812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1E07A-12F4-4ECE-9405-EBF8A6551431}" type="datetime1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F6D2934-8FD8-BE21-B35E-44EC88404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7913C7E-B933-A974-1FC9-64A0B2205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690-493B-4B3E-91DB-699F09CBD83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563293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34E836-6D1F-C13F-7396-39580DD835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6DEDC8C-6FC2-68D8-2A88-C00B24405F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4BB8F-A6C9-4BA9-A949-A06A4111CE3B}" type="datetime1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0287E3D-716C-F368-3594-14287CDF9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1C879FC-3A31-F700-8931-2EAB0C6665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690-493B-4B3E-91DB-699F09CBD83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383863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6FA156B-00A4-EF6E-A22F-7DC7E96BE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CE0811-276B-423F-81CD-5A35C7424D97}" type="datetime1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DE718DB-DB1D-867B-D911-41C87E8A3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421E66-BC1B-F790-3355-DD0CA64F2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690-493B-4B3E-91DB-699F09CBD83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29972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9E7B87-3BAC-B1C7-F296-75C73B53B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17E5A9-F9DD-404F-DA81-D30CE79BAC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270D92F-7747-FD6D-3C40-20E2DE1CAE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0BD54DB-51DF-7C42-B9A0-67227EFC5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19317-9191-4210-AE7C-5208CD2DD4DD}" type="datetime1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49F8AAF-523F-4232-AA5C-0E678F58D3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07493AC-B686-4964-3BB9-24BD59D2C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690-493B-4B3E-91DB-699F09CBD83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473807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8F16DB-6E62-68DF-0BD1-5322B951F1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1E57BB2-79F8-91C1-6E02-C6765638CE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4022773-E6AD-E9BF-5BD7-638874FA67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6444D7B-F551-5F6B-2ADC-657CC3F78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AAA930-387F-4297-88AA-EB30CC424A44}" type="datetime1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ED9A934-0681-FE80-5DC9-EEB63270F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F072F8A-D474-E710-8B94-B545766E2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690-493B-4B3E-91DB-699F09CBD83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53625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FADF9C-6915-345C-803B-4B4A335D7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8B5B0E9-7E0F-11BD-F6ED-1CC0D50E2C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488DE03-DB79-53CC-E029-CE15440583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EDD14-F7CF-4BA6-AC42-D4C3C89F586C}" type="datetime1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E9AEB4B-88AE-A1DE-79FD-3749D2B04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909A9AF-FAED-6711-C45D-D92D03A2C4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690-493B-4B3E-91DB-699F09CBD83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453848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709977A9-CF86-A5C0-9067-B286652848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4B81815-305C-A838-8D31-86E0775D38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1829E25-5BF8-5368-6257-91DAE1F5E1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84D0FF-9CFE-4932-90E4-9E220B9E9B2A}" type="datetime1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1BB7CC7-36D5-6B73-AB12-B8B6429F4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AF3AE57-E58A-1D24-7105-539338082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690-493B-4B3E-91DB-699F09CBD83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4017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21F774-DA95-4AD4-A682-08F75A053250}" type="datetime1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A7753D-33D3-4DE4-B918-257BB52428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1394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61" r:id="rId2"/>
    <p:sldLayoutId id="2147483663" r:id="rId3"/>
    <p:sldLayoutId id="2147483662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6081651-0499-8D34-FA96-00E7E4475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C0C9EEA-F73B-DF8F-613C-046201A96C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1FCFBDD-F8AD-5520-1568-B347BEABB7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FFC6AE-FB71-4C7E-AAD4-D04A58C5072D}" type="datetime1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8F9C89-0B82-0616-1006-50E06252E6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D4D9FE3-0D36-1A96-91FE-778FD3B28A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314690-493B-4B3E-91DB-699F09CBD83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88831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4881C0-87F7-6DD2-2EEC-FBD77E1B4D0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sz="1800" spc="5" dirty="0">
                <a:latin typeface="맑은 고딕" panose="020B0503020000020004" pitchFamily="50" charset="-127"/>
                <a:cs typeface="Times New Roman" panose="02020603050405020304" pitchFamily="18" charset="0"/>
              </a:rPr>
              <a:t>Designation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6DB6F75-FC94-92A6-540D-0183BF7414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95840" y="3488028"/>
            <a:ext cx="4552321" cy="307313"/>
          </a:xfrm>
        </p:spPr>
        <p:txBody>
          <a:bodyPr>
            <a:normAutofit fontScale="62500" lnSpcReduction="20000"/>
          </a:bodyPr>
          <a:lstStyle/>
          <a:p>
            <a:pPr>
              <a:lnSpc>
                <a:spcPct val="110000"/>
              </a:lnSpc>
            </a:pPr>
            <a:r>
              <a:rPr lang="en-US" altLang="ko-KR" sz="23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Final Project of Digital Control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F4A9B321-5B76-5907-EC11-97C0A015CD4A}"/>
              </a:ext>
            </a:extLst>
          </p:cNvPr>
          <p:cNvSpPr txBox="1">
            <a:spLocks/>
          </p:cNvSpPr>
          <p:nvPr/>
        </p:nvSpPr>
        <p:spPr>
          <a:xfrm>
            <a:off x="2236130" y="4915761"/>
            <a:ext cx="4671739" cy="844273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2000" kern="1200">
                <a:solidFill>
                  <a:schemeClr val="bg2">
                    <a:lumMod val="25000"/>
                  </a:schemeClr>
                </a:solidFill>
                <a:latin typeface="휴먼둥근헤드라인" panose="02030504000101010101" pitchFamily="18" charset="-127"/>
                <a:ea typeface="휴먼둥근헤드라인" panose="02030504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12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                               Thanks to</a:t>
            </a:r>
          </a:p>
          <a:p>
            <a:pPr>
              <a:lnSpc>
                <a:spcPct val="150000"/>
              </a:lnSpc>
            </a:pPr>
            <a:r>
              <a:rPr lang="ko-KR" altLang="en-US" sz="1200" dirty="0" err="1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rPr>
              <a:t>나원상</a:t>
            </a:r>
            <a:endParaRPr lang="en-US" altLang="ko-KR" sz="1200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rPr>
              <a:t>Won-Sang Ra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65EABBB2-8C38-450D-3BEF-EBAAE114B568}"/>
              </a:ext>
            </a:extLst>
          </p:cNvPr>
          <p:cNvSpPr txBox="1">
            <a:spLocks/>
          </p:cNvSpPr>
          <p:nvPr/>
        </p:nvSpPr>
        <p:spPr>
          <a:xfrm>
            <a:off x="1713573" y="4105185"/>
            <a:ext cx="5760000" cy="34542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2000" kern="1200">
                <a:solidFill>
                  <a:schemeClr val="bg2">
                    <a:lumMod val="25000"/>
                  </a:schemeClr>
                </a:solidFill>
                <a:latin typeface="휴먼둥근헤드라인" panose="02030504000101010101" pitchFamily="18" charset="-127"/>
                <a:ea typeface="휴먼둥근헤드라인" panose="02030504000101010101" pitchFamily="18" charset="-127"/>
                <a:cs typeface="+mj-cs"/>
              </a:defRPr>
            </a:lvl1pPr>
          </a:lstStyle>
          <a:p>
            <a:r>
              <a:rPr lang="ko-KR" altLang="en-US" sz="1800" dirty="0" err="1">
                <a:solidFill>
                  <a:schemeClr val="tx1"/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rPr>
              <a:t>오유성</a:t>
            </a:r>
            <a:r>
              <a:rPr lang="en-US" altLang="ko-KR" sz="1800" dirty="0">
                <a:solidFill>
                  <a:schemeClr val="tx1"/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(22400448), </a:t>
            </a:r>
            <a:r>
              <a:rPr lang="ko-KR" altLang="en-US" sz="1800" dirty="0">
                <a:solidFill>
                  <a:schemeClr val="tx1"/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rPr>
              <a:t>이주영 </a:t>
            </a:r>
            <a:r>
              <a:rPr lang="en-US" altLang="ko-KR" sz="1800" dirty="0">
                <a:solidFill>
                  <a:schemeClr val="tx1"/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rPr>
              <a:t>(22200576)</a:t>
            </a:r>
            <a:endParaRPr lang="ko-KR" altLang="en-US" sz="1800" dirty="0">
              <a:solidFill>
                <a:schemeClr val="tx1"/>
              </a:solidFill>
              <a:latin typeface="Times New Roman" panose="02020603050405020304" pitchFamily="18" charset="0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61682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8662"/>
    </mc:Choice>
    <mc:Fallback xmlns="">
      <p:transition spd="slow" advTm="18662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A2214AD6-FF2D-C885-D31A-37F2F6D3D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AE21B74A-BA73-0F74-66E1-041EDE2365AA}"/>
              </a:ext>
            </a:extLst>
          </p:cNvPr>
          <p:cNvSpPr/>
          <p:nvPr/>
        </p:nvSpPr>
        <p:spPr>
          <a:xfrm>
            <a:off x="3729990" y="3782859"/>
            <a:ext cx="4975860" cy="365125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/>
              <a:t>3. Design of Controller</a:t>
            </a:r>
            <a:endParaRPr lang="ko-KR" altLang="en-US" sz="1400" b="1" dirty="0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E84E99C1-591A-02EE-4B4B-2C3727009D2A}"/>
              </a:ext>
            </a:extLst>
          </p:cNvPr>
          <p:cNvSpPr/>
          <p:nvPr/>
        </p:nvSpPr>
        <p:spPr>
          <a:xfrm>
            <a:off x="3729990" y="4358442"/>
            <a:ext cx="4975860" cy="365125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/>
              <a:t>4. Performance Analysis</a:t>
            </a:r>
            <a:endParaRPr lang="ko-KR" altLang="en-US" sz="1400" b="1" dirty="0"/>
          </a:p>
        </p:txBody>
      </p:sp>
      <p:sp>
        <p:nvSpPr>
          <p:cNvPr id="10" name="제목 9">
            <a:extLst>
              <a:ext uri="{FF2B5EF4-FFF2-40B4-BE49-F238E27FC236}">
                <a16:creationId xmlns:a16="http://schemas.microsoft.com/office/drawing/2014/main" id="{9EDA988F-C318-C106-9159-E62B53937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ko-KR" sz="1600" dirty="0"/>
              <a:t>Digital Control and Signal Processing Final Project</a:t>
            </a:r>
            <a:endParaRPr lang="ko-KR" altLang="en-US" sz="1600" dirty="0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03A97CFF-4012-6449-6287-CDCFB800F789}"/>
              </a:ext>
            </a:extLst>
          </p:cNvPr>
          <p:cNvSpPr/>
          <p:nvPr/>
        </p:nvSpPr>
        <p:spPr>
          <a:xfrm>
            <a:off x="3729990" y="2612643"/>
            <a:ext cx="4975860" cy="365125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/>
              <a:t>1. Sensor Modeling</a:t>
            </a:r>
            <a:endParaRPr lang="ko-KR" altLang="en-US" sz="1400" b="1" dirty="0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2CE2C9C4-D8F2-7B03-3534-4882AD362622}"/>
              </a:ext>
            </a:extLst>
          </p:cNvPr>
          <p:cNvSpPr/>
          <p:nvPr/>
        </p:nvSpPr>
        <p:spPr>
          <a:xfrm>
            <a:off x="3729990" y="3207276"/>
            <a:ext cx="4975860" cy="365125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/>
              <a:t>2. Structure of Controller</a:t>
            </a:r>
            <a:endParaRPr lang="ko-KR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531455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02"/>
    </mc:Choice>
    <mc:Fallback xmlns="">
      <p:transition spd="slow" advTm="3002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B4AC7-1E6A-3CB8-2431-FA66AD0CC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>
            <a:extLst>
              <a:ext uri="{FF2B5EF4-FFF2-40B4-BE49-F238E27FC236}">
                <a16:creationId xmlns:a16="http://schemas.microsoft.com/office/drawing/2014/main" id="{9E173663-FAF9-2F30-FF87-D3C17A0ED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b="1" dirty="0">
                <a:latin typeface="+mn-lt"/>
                <a:ea typeface="나눔스퀘어 Bold" panose="020B0600000101010101" pitchFamily="50" charset="-127"/>
              </a:rPr>
              <a:t>1. Sensor Modeling / 2. </a:t>
            </a:r>
            <a:r>
              <a:rPr lang="en-US" altLang="ko-KR" b="1" dirty="0">
                <a:latin typeface="+mj-ea"/>
              </a:rPr>
              <a:t>Structure of Controller</a:t>
            </a:r>
            <a:endParaRPr lang="ko-KR" altLang="en-US" b="1" dirty="0">
              <a:latin typeface="+mj-ea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04E5832-C989-272D-498A-4ECFBD974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3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D1CEA34-45CD-122C-2429-ECF20E6806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699" y="956281"/>
            <a:ext cx="8556601" cy="182360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제목 6">
                <a:extLst>
                  <a:ext uri="{FF2B5EF4-FFF2-40B4-BE49-F238E27FC236}">
                    <a16:creationId xmlns:a16="http://schemas.microsoft.com/office/drawing/2014/main" id="{C54F41C7-8B9B-48DB-03D2-4BB66BAADA7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3699" y="3257477"/>
                <a:ext cx="6322060" cy="2621280"/>
              </a:xfrm>
              <a:prstGeom prst="rect">
                <a:avLst/>
              </a:prstGeom>
            </p:spPr>
            <p:txBody>
              <a:bodyPr vert="horz" lIns="91440" tIns="45720" rIns="91440" bIns="45720" rtlCol="0" anchor="t" anchorCtr="0">
                <a:normAutofit fontScale="97500"/>
              </a:bodyPr>
              <a:lstStyle>
                <a:lvl1pPr algn="l" defTabSz="914400" rtl="0" eaLnBrk="1" latinLnBrk="1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2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n-US" altLang="ko-KR" sz="1600" b="1" dirty="0">
                    <a:latin typeface="+mn-lt"/>
                  </a:rPr>
                  <a:t>Closed loop Transfer function: </a:t>
                </a:r>
              </a:p>
              <a:p>
                <a:endParaRPr lang="en-US" altLang="ko-KR" sz="1600" b="1" dirty="0">
                  <a:latin typeface="+mn-lt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  <m:t>𝑐𝑙</m:t>
                        </m:r>
                      </m:sub>
                    </m:sSub>
                    <m:r>
                      <a:rPr lang="en-US" altLang="ko-KR" sz="1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8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8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sSub>
                          <m:sSubPr>
                            <m:ctrlPr>
                              <a:rPr lang="en-US" altLang="ko-KR" sz="1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8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8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num>
                      <m:den>
                        <m:sSup>
                          <m:sSupPr>
                            <m:ctrlPr>
                              <a:rPr lang="en-US" altLang="ko-KR" sz="18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8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altLang="ko-KR" sz="1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ctrlPr>
                              <a:rPr lang="en-US" altLang="ko-KR" sz="18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ko-KR" sz="18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r>
                              <a:rPr lang="en-US" altLang="ko-KR" sz="18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ko-KR" sz="18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  <m:sub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ko-KR" sz="18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  <m:sub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</m:e>
                        </m:d>
                        <m: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altLang="ko-KR" sz="1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8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8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sSub>
                          <m:sSubPr>
                            <m:ctrlPr>
                              <a:rPr lang="en-US" altLang="ko-KR" sz="1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8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den>
                    </m:f>
                    <m:r>
                      <a:rPr lang="en-US" altLang="ko-KR" sz="1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8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∎</m:t>
                        </m:r>
                      </m:num>
                      <m:den>
                        <m:sSup>
                          <m:sSupPr>
                            <m:ctrlPr>
                              <a:rPr lang="en-US" altLang="ko-KR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altLang="ko-K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+2</m:t>
                        </m:r>
                        <m:r>
                          <a:rPr lang="en-US" altLang="ko-K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n-US" altLang="ko-KR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ko-K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r>
                          <a:rPr lang="en-US" altLang="ko-K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en-US" altLang="ko-K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altLang="ko-KR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ko-K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ko-K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sub>
                          <m:sup>
                            <m:r>
                              <a:rPr lang="en-US" altLang="ko-K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endParaRPr lang="en-US" altLang="ko-KR" sz="1800" dirty="0">
                  <a:latin typeface="+mn-lt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altLang="ko-KR" sz="1800" dirty="0">
                  <a:latin typeface="+mn-lt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800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altLang="ko-KR" sz="18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altLang="ko-KR" sz="18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US" altLang="ko-KR" sz="18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ko-KR" sz="1800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ko-KR" sz="18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  <m:sup>
                            <m:r>
                              <a:rPr lang="en-US" altLang="ko-KR" sz="1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sSub>
                          <m:sSubPr>
                            <m:ctrlPr>
                              <a:rPr lang="en-US" altLang="ko-KR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800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8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den>
                    </m:f>
                  </m:oMath>
                </a14:m>
                <a:endParaRPr lang="en-US" altLang="ko-KR" sz="1800" dirty="0">
                  <a:latin typeface="+mn-lt"/>
                </a:endParaRPr>
              </a:p>
              <a:p>
                <a:endParaRPr lang="en-US" altLang="ko-KR" sz="1600" dirty="0">
                  <a:latin typeface="+mn-lt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𝜁</m:t>
                            </m:r>
                            <m:sSub>
                              <m:sSubPr>
                                <m:ctrlPr>
                                  <a:rPr lang="en-US" altLang="ko-KR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600" i="1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altLang="ko-KR" sz="1600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sub>
                            </m:sSub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den>
                    </m:f>
                  </m:oMath>
                </a14:m>
                <a:endParaRPr lang="en-US" altLang="ko-KR" sz="1600" dirty="0">
                  <a:latin typeface="+mn-lt"/>
                </a:endParaRPr>
              </a:p>
              <a:p>
                <a:endParaRPr lang="en-US" altLang="ko-KR" sz="1600" dirty="0">
                  <a:latin typeface="+mn-lt"/>
                </a:endParaRPr>
              </a:p>
            </p:txBody>
          </p:sp>
        </mc:Choice>
        <mc:Fallback xmlns="">
          <p:sp>
            <p:nvSpPr>
              <p:cNvPr id="11" name="제목 6">
                <a:extLst>
                  <a:ext uri="{FF2B5EF4-FFF2-40B4-BE49-F238E27FC236}">
                    <a16:creationId xmlns:a16="http://schemas.microsoft.com/office/drawing/2014/main" id="{C54F41C7-8B9B-48DB-03D2-4BB66BAADA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9" y="3257477"/>
                <a:ext cx="6322060" cy="2621280"/>
              </a:xfrm>
              <a:prstGeom prst="rect">
                <a:avLst/>
              </a:prstGeom>
              <a:blipFill>
                <a:blip r:embed="rId4"/>
                <a:stretch>
                  <a:fillRect l="-579" t="-162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22593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6783"/>
    </mc:Choice>
    <mc:Fallback xmlns="">
      <p:transition spd="slow" advTm="86783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81BDDE-CC77-DF9B-CA4F-BB50F7B70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>
            <a:extLst>
              <a:ext uri="{FF2B5EF4-FFF2-40B4-BE49-F238E27FC236}">
                <a16:creationId xmlns:a16="http://schemas.microsoft.com/office/drawing/2014/main" id="{90C66154-2671-FA19-21B8-589EBF993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b="1" dirty="0">
                <a:latin typeface="+mn-lt"/>
                <a:ea typeface="나눔스퀘어 Bold" panose="020B0600000101010101" pitchFamily="50" charset="-127"/>
              </a:rPr>
              <a:t>3. Model Design Method</a:t>
            </a:r>
            <a:endParaRPr lang="ko-KR" altLang="en-US" b="1" dirty="0">
              <a:latin typeface="+mn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제목 6">
                <a:extLst>
                  <a:ext uri="{FF2B5EF4-FFF2-40B4-BE49-F238E27FC236}">
                    <a16:creationId xmlns:a16="http://schemas.microsoft.com/office/drawing/2014/main" id="{519B342D-85C4-5C52-4E2C-441424D2BE7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95300" y="902940"/>
                <a:ext cx="4362450" cy="5370860"/>
              </a:xfrm>
              <a:prstGeom prst="rect">
                <a:avLst/>
              </a:prstGeom>
            </p:spPr>
            <p:txBody>
              <a:bodyPr vert="horz" lIns="91440" tIns="45720" rIns="91440" bIns="45720" rtlCol="0" anchor="t" anchorCtr="0">
                <a:normAutofit fontScale="97500"/>
              </a:bodyPr>
              <a:lstStyle>
                <a:lvl1pPr algn="l" defTabSz="914400" rtl="0" eaLnBrk="1" latinLnBrk="1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2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marL="342900" indent="-342900">
                  <a:buAutoNum type="alphaUcPeriod"/>
                </a:pPr>
                <a:r>
                  <a:rPr lang="en-US" altLang="ko-KR" sz="1600" b="1" dirty="0">
                    <a:latin typeface="+mn-lt"/>
                  </a:rPr>
                  <a:t>Pole placement</a:t>
                </a:r>
              </a:p>
              <a:p>
                <a:r>
                  <a:rPr lang="en-US" altLang="ko-KR" sz="1600" dirty="0">
                    <a:latin typeface="+mn-lt"/>
                  </a:rPr>
                  <a:t>         Relative Stability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%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𝑂𝑆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&lt;10%</m:t>
                    </m:r>
                  </m:oMath>
                </a14:m>
                <a:endParaRPr lang="en-US" altLang="ko-KR" sz="1600" i="1" dirty="0">
                  <a:latin typeface="Cambria Math" panose="02040503050406030204" pitchFamily="18" charset="0"/>
                </a:endParaRPr>
              </a:p>
              <a:p>
                <a:pPr lvl="1">
                  <a:lnSpc>
                    <a:spcPct val="150000"/>
                  </a:lnSpc>
                </a:pPr>
                <a:r>
                  <a:rPr lang="en-US" altLang="ko-KR" sz="1600" dirty="0"/>
                  <a:t>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(−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𝜁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/√(1−</m:t>
                        </m:r>
                        <m:sSup>
                          <m:sSup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𝜁</m:t>
                            </m:r>
                          </m:e>
                          <m:sup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altLang="ko-KR" sz="1600" i="1">
                        <a:latin typeface="Cambria Math" panose="02040503050406030204" pitchFamily="18" charset="0"/>
                      </a:rPr>
                      <m:t>×100&lt;10%</m:t>
                    </m:r>
                  </m:oMath>
                </a14:m>
                <a:endParaRPr lang="en-US" altLang="ko-KR" sz="1600" i="1" dirty="0">
                  <a:latin typeface="Cambria Math" panose="02040503050406030204" pitchFamily="18" charset="0"/>
                </a:endParaRPr>
              </a:p>
              <a:p>
                <a:pPr lvl="1">
                  <a:lnSpc>
                    <a:spcPct val="150000"/>
                  </a:lnSpc>
                </a:pPr>
                <a:r>
                  <a:rPr lang="en-US" altLang="ko-KR" sz="16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𝜁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0.59 [−] </m:t>
                    </m:r>
                  </m:oMath>
                </a14:m>
                <a:endParaRPr lang="en-US" altLang="ko-KR" sz="1600" dirty="0"/>
              </a:p>
              <a:p>
                <a:pPr lvl="1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</a:rPr>
                            <m:t>−0.59</m:t>
                          </m:r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altLang="ko-KR" sz="1600" i="1">
                              <a:latin typeface="Cambria Math" panose="02040503050406030204" pitchFamily="18" charset="0"/>
                            </a:rPr>
                            <m:t>𝜁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ko-KR" sz="1600" dirty="0"/>
              </a:p>
              <a:p>
                <a:pPr lvl="1"/>
                <a:endParaRPr lang="en-US" altLang="ko-KR" sz="1600" dirty="0"/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90</m:t>
                        </m:r>
                      </m:sup>
                    </m:sSubSup>
                    <m:r>
                      <a:rPr lang="en-US" altLang="ko-KR" sz="1600" i="1">
                        <a:latin typeface="Cambria Math" panose="02040503050406030204" pitchFamily="18" charset="0"/>
                      </a:rPr>
                      <m:t>≤0.1 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𝑠𝑒𝑐</m:t>
                        </m:r>
                      </m:e>
                    </m:d>
                  </m:oMath>
                </a14:m>
                <a:endParaRPr lang="en-US" altLang="ko-KR" sz="1600" dirty="0"/>
              </a:p>
              <a:p>
                <a:pPr lvl="1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altLang="ko-KR" sz="1600" i="1">
                          <a:latin typeface="Cambria Math" panose="02040503050406030204" pitchFamily="18" charset="0"/>
                        </a:rPr>
                        <m:t>&gt;26.546[</m:t>
                      </m:r>
                      <m:r>
                        <a:rPr lang="en-US" altLang="ko-KR" sz="1600" i="1">
                          <a:latin typeface="Cambria Math" panose="02040503050406030204" pitchFamily="18" charset="0"/>
                        </a:rPr>
                        <m:t>𝑟𝑎𝑑</m:t>
                      </m:r>
                      <m:r>
                        <a:rPr lang="en-US" altLang="ko-KR" sz="1600" i="1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altLang="ko-KR" sz="16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altLang="ko-KR" sz="1600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altLang="ko-KR" sz="1600" dirty="0"/>
              </a:p>
              <a:p>
                <a:pPr lvl="1">
                  <a:lnSpc>
                    <a:spcPct val="150000"/>
                  </a:lnSpc>
                </a:pPr>
                <a:endParaRPr lang="en-US" altLang="ko-KR" sz="1600" dirty="0"/>
              </a:p>
              <a:p>
                <a:pPr lvl="1">
                  <a:lnSpc>
                    <a:spcPct val="150000"/>
                  </a:lnSpc>
                </a:pPr>
                <a:r>
                  <a:rPr lang="en-US" altLang="ko-KR" sz="1600" dirty="0"/>
                  <a:t>Result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ko-KR" sz="1600" i="1">
                        <a:latin typeface="Cambria Math" panose="02040503050406030204" pitchFamily="18" charset="0"/>
                      </a:rPr>
                      <m:t>=35 [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altLang="ko-KR" sz="1600" i="1" dirty="0">
                  <a:latin typeface="Cambria Math" panose="02040503050406030204" pitchFamily="18" charset="0"/>
                </a:endParaRP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endParaRPr lang="en-US" altLang="ko-KR" sz="1600" i="1" dirty="0">
                  <a:latin typeface="Cambria Math" panose="02040503050406030204" pitchFamily="18" charset="0"/>
                </a:endParaRP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𝜁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=0.7 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−</m:t>
                        </m:r>
                      </m:e>
                    </m:d>
                  </m:oMath>
                </a14:m>
                <a:endParaRPr lang="en-US" altLang="ko-KR" sz="1600" i="1" dirty="0">
                  <a:latin typeface="Cambria Math" panose="02040503050406030204" pitchFamily="18" charset="0"/>
                </a:endParaRPr>
              </a:p>
              <a:p>
                <a:pPr lvl="1">
                  <a:lnSpc>
                    <a:spcPct val="150000"/>
                  </a:lnSpc>
                </a:pPr>
                <a:endParaRPr lang="en-US" altLang="ko-KR" sz="1600" dirty="0"/>
              </a:p>
              <a:p>
                <a:pPr marL="628650" lvl="1" indent="-171450">
                  <a:buFontTx/>
                  <a:buChar char="-"/>
                </a:pPr>
                <a:endParaRPr lang="en-US" altLang="ko-KR" sz="1600" dirty="0">
                  <a:latin typeface="+mn-lt"/>
                </a:endParaRPr>
              </a:p>
              <a:p>
                <a:pPr marL="628650" lvl="1" indent="-171450">
                  <a:buFontTx/>
                  <a:buChar char="-"/>
                </a:pPr>
                <a:endParaRPr lang="ko-KR" altLang="en-US" sz="1000" b="1" dirty="0">
                  <a:latin typeface="+mn-lt"/>
                </a:endParaRPr>
              </a:p>
            </p:txBody>
          </p:sp>
        </mc:Choice>
        <mc:Fallback xmlns="">
          <p:sp>
            <p:nvSpPr>
              <p:cNvPr id="10" name="제목 6">
                <a:extLst>
                  <a:ext uri="{FF2B5EF4-FFF2-40B4-BE49-F238E27FC236}">
                    <a16:creationId xmlns:a16="http://schemas.microsoft.com/office/drawing/2014/main" id="{519B342D-85C4-5C52-4E2C-441424D2BE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300" y="902940"/>
                <a:ext cx="4362450" cy="5370860"/>
              </a:xfrm>
              <a:prstGeom prst="rect">
                <a:avLst/>
              </a:prstGeom>
              <a:blipFill>
                <a:blip r:embed="rId3"/>
                <a:stretch>
                  <a:fillRect l="-698" t="-7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AA9AE3C-7D8E-0EAF-6843-149A84F5F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4</a:t>
            </a:fld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ED457E3-E8D8-C64C-22E8-7EE0A567EE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5026" y="1110488"/>
            <a:ext cx="4064774" cy="3911122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D1B8FA08-5050-37D7-7931-0D72717BAB05}"/>
              </a:ext>
            </a:extLst>
          </p:cNvPr>
          <p:cNvSpPr/>
          <p:nvPr/>
        </p:nvSpPr>
        <p:spPr>
          <a:xfrm>
            <a:off x="7230533" y="2158562"/>
            <a:ext cx="541867" cy="220133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26.546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B6221E8-01CA-B8CA-888F-D951C9BAE2B9}"/>
              </a:ext>
            </a:extLst>
          </p:cNvPr>
          <p:cNvSpPr/>
          <p:nvPr/>
        </p:nvSpPr>
        <p:spPr>
          <a:xfrm>
            <a:off x="5621866" y="4334496"/>
            <a:ext cx="609601" cy="220133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- 0.59</a:t>
            </a:r>
            <a:endParaRPr lang="ko-KR" altLang="en-US" sz="10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B174EAB-5FCB-C822-D505-A3ABE902223A}"/>
              </a:ext>
            </a:extLst>
          </p:cNvPr>
          <p:cNvSpPr/>
          <p:nvPr/>
        </p:nvSpPr>
        <p:spPr>
          <a:xfrm>
            <a:off x="5588000" y="1599762"/>
            <a:ext cx="541867" cy="220133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0.59</a:t>
            </a:r>
            <a:endParaRPr lang="ko-KR" altLang="en-US" sz="1000" dirty="0"/>
          </a:p>
        </p:txBody>
      </p:sp>
      <p:sp>
        <p:nvSpPr>
          <p:cNvPr id="17" name="제목 6">
            <a:extLst>
              <a:ext uri="{FF2B5EF4-FFF2-40B4-BE49-F238E27FC236}">
                <a16:creationId xmlns:a16="http://schemas.microsoft.com/office/drawing/2014/main" id="{1405729D-767E-4E3C-4F2E-A85741AFB3C8}"/>
              </a:ext>
            </a:extLst>
          </p:cNvPr>
          <p:cNvSpPr txBox="1">
            <a:spLocks/>
          </p:cNvSpPr>
          <p:nvPr/>
        </p:nvSpPr>
        <p:spPr>
          <a:xfrm>
            <a:off x="408296" y="3787814"/>
            <a:ext cx="4362450" cy="1351904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 fontScale="975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628650" lvl="1" indent="-171450">
              <a:buFontTx/>
              <a:buChar char="-"/>
            </a:pPr>
            <a:endParaRPr lang="ko-KR" altLang="en-US" sz="1000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392140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6783"/>
    </mc:Choice>
    <mc:Fallback xmlns="">
      <p:transition spd="slow" advTm="86783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1EE620-038D-DE8B-177B-C929795ED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CB129279-C8E3-EBAA-567D-89018F9E5C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2372" y="1096116"/>
            <a:ext cx="5191155" cy="2718180"/>
          </a:xfrm>
          <a:prstGeom prst="rect">
            <a:avLst/>
          </a:prstGeom>
        </p:spPr>
      </p:pic>
      <p:sp>
        <p:nvSpPr>
          <p:cNvPr id="7" name="제목 6">
            <a:extLst>
              <a:ext uri="{FF2B5EF4-FFF2-40B4-BE49-F238E27FC236}">
                <a16:creationId xmlns:a16="http://schemas.microsoft.com/office/drawing/2014/main" id="{C0EC842D-A96F-7B50-3A36-D8A4CA0EF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b="1" dirty="0">
                <a:latin typeface="+mn-lt"/>
                <a:ea typeface="나눔스퀘어 Bold" panose="020B0600000101010101" pitchFamily="50" charset="-127"/>
              </a:rPr>
              <a:t>3. Model Design Method</a:t>
            </a:r>
            <a:endParaRPr lang="ko-KR" altLang="en-US" b="1" dirty="0">
              <a:latin typeface="+mn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제목 6">
                <a:extLst>
                  <a:ext uri="{FF2B5EF4-FFF2-40B4-BE49-F238E27FC236}">
                    <a16:creationId xmlns:a16="http://schemas.microsoft.com/office/drawing/2014/main" id="{5EA88BA0-7F43-CB8A-5542-6206F79009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95300" y="902940"/>
                <a:ext cx="4362450" cy="3624610"/>
              </a:xfrm>
              <a:prstGeom prst="rect">
                <a:avLst/>
              </a:prstGeom>
            </p:spPr>
            <p:txBody>
              <a:bodyPr vert="horz" lIns="91440" tIns="45720" rIns="91440" bIns="45720" rtlCol="0" anchor="t" anchorCtr="0">
                <a:normAutofit fontScale="97500" lnSpcReduction="10000"/>
              </a:bodyPr>
              <a:lstStyle>
                <a:lvl1pPr algn="l" defTabSz="914400" rtl="0" eaLnBrk="1" latinLnBrk="1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2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marL="342900" indent="-342900">
                  <a:buAutoNum type="alphaUcPeriod" startAt="2"/>
                </a:pPr>
                <a:r>
                  <a:rPr lang="en-US" altLang="ko-KR" sz="1600" b="1" dirty="0">
                    <a:latin typeface="+mn-lt"/>
                  </a:rPr>
                  <a:t>Control Gain Design</a:t>
                </a:r>
              </a:p>
              <a:p>
                <a:pPr marL="342900" indent="-342900">
                  <a:buAutoNum type="alphaUcPeriod" startAt="2"/>
                </a:pPr>
                <a:endParaRPr lang="en-US" altLang="ko-KR" sz="2100" b="1" dirty="0">
                  <a:latin typeface="+mn-lt"/>
                </a:endParaRPr>
              </a:p>
              <a:p>
                <a:pPr marL="628650" lvl="1" indent="-171450">
                  <a:buFontTx/>
                  <a:buChar char="-"/>
                </a:pPr>
                <a:r>
                  <a:rPr lang="en-US" altLang="ko-KR" sz="2100" dirty="0"/>
                  <a:t>Selected Values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100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altLang="ko-KR" sz="21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ko-KR" sz="2100" i="1">
                        <a:latin typeface="Cambria Math" panose="02040503050406030204" pitchFamily="18" charset="0"/>
                      </a:rPr>
                      <m:t>=35 [</m:t>
                    </m:r>
                    <m:r>
                      <a:rPr lang="en-US" altLang="ko-KR" sz="2100" i="1"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altLang="ko-KR" sz="2100" i="1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ko-KR" sz="21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ko-KR" sz="2100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altLang="ko-KR" sz="2100" i="1" dirty="0">
                  <a:latin typeface="Cambria Math" panose="02040503050406030204" pitchFamily="18" charset="0"/>
                </a:endParaRP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endParaRPr lang="en-US" altLang="ko-KR" sz="2100" i="1" dirty="0">
                  <a:latin typeface="Cambria Math" panose="02040503050406030204" pitchFamily="18" charset="0"/>
                </a:endParaRP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ko-KR" sz="2100" i="1">
                        <a:latin typeface="Cambria Math" panose="02040503050406030204" pitchFamily="18" charset="0"/>
                      </a:rPr>
                      <m:t>𝜁</m:t>
                    </m:r>
                    <m:r>
                      <a:rPr lang="en-US" altLang="ko-KR" sz="2100" i="1">
                        <a:latin typeface="Cambria Math" panose="02040503050406030204" pitchFamily="18" charset="0"/>
                      </a:rPr>
                      <m:t>=0.7 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21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100" i="1">
                            <a:latin typeface="Cambria Math" panose="02040503050406030204" pitchFamily="18" charset="0"/>
                          </a:rPr>
                          <m:t>−</m:t>
                        </m:r>
                      </m:e>
                    </m:d>
                  </m:oMath>
                </a14:m>
                <a:endParaRPr lang="en-US" altLang="ko-KR" sz="2100" i="1" dirty="0">
                  <a:latin typeface="Cambria Math" panose="02040503050406030204" pitchFamily="18" charset="0"/>
                </a:endParaRP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endParaRPr lang="en-US" altLang="ko-KR" sz="2100" i="1" dirty="0">
                  <a:latin typeface="Cambria Math" panose="02040503050406030204" pitchFamily="18" charset="0"/>
                </a:endParaRP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endParaRPr lang="en-US" altLang="ko-KR" sz="2100" i="1" dirty="0">
                  <a:latin typeface="Cambria Math" panose="02040503050406030204" pitchFamily="18" charset="0"/>
                </a:endParaRPr>
              </a:p>
              <a:p>
                <a:pPr marL="628650" lvl="1" indent="-171450">
                  <a:buFontTx/>
                  <a:buChar char="-"/>
                </a:pPr>
                <a:r>
                  <a:rPr lang="en-US" altLang="ko-KR" sz="2100" dirty="0"/>
                  <a:t>Result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100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altLang="ko-KR" sz="21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altLang="ko-KR" sz="21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21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US" altLang="ko-KR" sz="21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ko-KR" sz="2100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ko-KR" sz="21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  <m:sup>
                            <m:r>
                              <a:rPr lang="en-US" altLang="ko-KR" sz="21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sSub>
                          <m:sSubPr>
                            <m:ctrlPr>
                              <a:rPr lang="en-US" altLang="ko-KR" sz="21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100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21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den>
                    </m:f>
                    <m:r>
                      <a:rPr lang="en-US" altLang="ko-KR" sz="2100" i="1">
                        <a:latin typeface="Cambria Math" panose="02040503050406030204" pitchFamily="18" charset="0"/>
                      </a:rPr>
                      <m:t>=0.090363</m:t>
                    </m:r>
                  </m:oMath>
                </a14:m>
                <a:endParaRPr lang="en-US" altLang="ko-KR" sz="2100" dirty="0"/>
              </a:p>
              <a:p>
                <a:pPr lvl="1"/>
                <a:endParaRPr lang="en-US" altLang="ko-KR" sz="2100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100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altLang="ko-KR" sz="2100" i="1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en-US" altLang="ko-KR" sz="21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21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21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1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altLang="ko-KR" sz="2100" i="1">
                                <a:latin typeface="Cambria Math" panose="02040503050406030204" pitchFamily="18" charset="0"/>
                              </a:rPr>
                              <m:t>𝜁</m:t>
                            </m:r>
                            <m:sSub>
                              <m:sSubPr>
                                <m:ctrlPr>
                                  <a:rPr lang="en-US" altLang="ko-KR" sz="21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2100" i="1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altLang="ko-KR" sz="2100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sub>
                            </m:sSub>
                            <m:r>
                              <a:rPr lang="en-US" altLang="ko-KR" sz="21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ko-KR" sz="21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ko-KR" sz="21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21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100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21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den>
                    </m:f>
                    <m:r>
                      <a:rPr lang="en-US" altLang="ko-KR" sz="2100" i="1">
                        <a:latin typeface="Cambria Math" panose="02040503050406030204" pitchFamily="18" charset="0"/>
                      </a:rPr>
                      <m:t>=0.002846</m:t>
                    </m:r>
                  </m:oMath>
                </a14:m>
                <a:endParaRPr lang="en-US" altLang="ko-KR" sz="2100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endParaRPr lang="en-US" altLang="ko-KR" sz="1600" i="1" dirty="0">
                  <a:latin typeface="Cambria Math" panose="02040503050406030204" pitchFamily="18" charset="0"/>
                </a:endParaRPr>
              </a:p>
              <a:p>
                <a:pPr marL="628650" lvl="1" indent="-171450">
                  <a:buFontTx/>
                  <a:buChar char="-"/>
                </a:pPr>
                <a:endParaRPr lang="en-US" altLang="ko-KR" sz="1600" dirty="0">
                  <a:latin typeface="+mn-lt"/>
                </a:endParaRPr>
              </a:p>
              <a:p>
                <a:pPr marL="628650" lvl="1" indent="-171450">
                  <a:buFontTx/>
                  <a:buChar char="-"/>
                </a:pPr>
                <a:endParaRPr lang="ko-KR" altLang="en-US" sz="1000" b="1" dirty="0">
                  <a:latin typeface="+mn-lt"/>
                </a:endParaRPr>
              </a:p>
            </p:txBody>
          </p:sp>
        </mc:Choice>
        <mc:Fallback xmlns="">
          <p:sp>
            <p:nvSpPr>
              <p:cNvPr id="10" name="제목 6">
                <a:extLst>
                  <a:ext uri="{FF2B5EF4-FFF2-40B4-BE49-F238E27FC236}">
                    <a16:creationId xmlns:a16="http://schemas.microsoft.com/office/drawing/2014/main" id="{5EA88BA0-7F43-CB8A-5542-6206F79009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300" y="902940"/>
                <a:ext cx="4362450" cy="3624610"/>
              </a:xfrm>
              <a:prstGeom prst="rect">
                <a:avLst/>
              </a:prstGeom>
              <a:blipFill>
                <a:blip r:embed="rId4"/>
                <a:stretch>
                  <a:fillRect l="-698" t="-16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D3C6554-AAC4-38F2-83F5-D814DF46C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17" name="제목 6">
            <a:extLst>
              <a:ext uri="{FF2B5EF4-FFF2-40B4-BE49-F238E27FC236}">
                <a16:creationId xmlns:a16="http://schemas.microsoft.com/office/drawing/2014/main" id="{3D79B308-07CF-AF87-5FEE-B7B870835B1F}"/>
              </a:ext>
            </a:extLst>
          </p:cNvPr>
          <p:cNvSpPr txBox="1">
            <a:spLocks/>
          </p:cNvSpPr>
          <p:nvPr/>
        </p:nvSpPr>
        <p:spPr>
          <a:xfrm>
            <a:off x="584200" y="2462392"/>
            <a:ext cx="4362450" cy="1351904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 fontScale="975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628650" lvl="1" indent="-171450">
              <a:buFontTx/>
              <a:buChar char="-"/>
            </a:pPr>
            <a:endParaRPr lang="ko-KR" altLang="en-US" sz="1000" b="1" dirty="0">
              <a:latin typeface="+mn-lt"/>
            </a:endParaRPr>
          </a:p>
        </p:txBody>
      </p:sp>
      <p:sp>
        <p:nvSpPr>
          <p:cNvPr id="6" name="곱하기 기호 5">
            <a:extLst>
              <a:ext uri="{FF2B5EF4-FFF2-40B4-BE49-F238E27FC236}">
                <a16:creationId xmlns:a16="http://schemas.microsoft.com/office/drawing/2014/main" id="{BB77F5F3-5BC6-3D24-A78E-AA10EEB17695}"/>
              </a:ext>
            </a:extLst>
          </p:cNvPr>
          <p:cNvSpPr/>
          <p:nvPr/>
        </p:nvSpPr>
        <p:spPr>
          <a:xfrm>
            <a:off x="7969251" y="1370769"/>
            <a:ext cx="152400" cy="133350"/>
          </a:xfrm>
          <a:prstGeom prst="mathMultiply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1" name="곱하기 기호 10">
            <a:extLst>
              <a:ext uri="{FF2B5EF4-FFF2-40B4-BE49-F238E27FC236}">
                <a16:creationId xmlns:a16="http://schemas.microsoft.com/office/drawing/2014/main" id="{C4C3889B-401D-F506-AD40-8CE454001928}"/>
              </a:ext>
            </a:extLst>
          </p:cNvPr>
          <p:cNvSpPr/>
          <p:nvPr/>
        </p:nvSpPr>
        <p:spPr>
          <a:xfrm>
            <a:off x="7983009" y="3362325"/>
            <a:ext cx="152400" cy="133350"/>
          </a:xfrm>
          <a:prstGeom prst="mathMultiply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3484088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6783"/>
    </mc:Choice>
    <mc:Fallback xmlns="">
      <p:transition spd="slow" advTm="86783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7D5CCC-712B-89A8-31FC-1FB11C5F2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>
            <a:extLst>
              <a:ext uri="{FF2B5EF4-FFF2-40B4-BE49-F238E27FC236}">
                <a16:creationId xmlns:a16="http://schemas.microsoft.com/office/drawing/2014/main" id="{A272025F-FBF7-B791-216C-2F0A7D6F5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b="1" dirty="0">
                <a:latin typeface="+mn-lt"/>
                <a:ea typeface="나눔스퀘어 Bold" panose="020B0600000101010101" pitchFamily="50" charset="-127"/>
              </a:rPr>
              <a:t>4. Design Model</a:t>
            </a:r>
            <a:endParaRPr lang="ko-KR" altLang="en-US" b="1" dirty="0">
              <a:latin typeface="+mj-ea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4C19963-35BA-8791-23E3-8C3F19584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6</a:t>
            </a:fld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9E22F66-1324-ABD2-E595-5DA2F575CA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560" y="823821"/>
            <a:ext cx="9144000" cy="5640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1816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6783"/>
    </mc:Choice>
    <mc:Fallback xmlns="">
      <p:transition spd="slow" advTm="86783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E4C5A-8014-3F15-66D0-9E9937860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>
            <a:extLst>
              <a:ext uri="{FF2B5EF4-FFF2-40B4-BE49-F238E27FC236}">
                <a16:creationId xmlns:a16="http://schemas.microsoft.com/office/drawing/2014/main" id="{0D092D08-D719-0C27-3649-01EAABD6F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b="1" dirty="0">
                <a:latin typeface="+mn-lt"/>
                <a:ea typeface="나눔스퀘어 Bold" panose="020B0600000101010101" pitchFamily="50" charset="-127"/>
              </a:rPr>
              <a:t>4. Performance Analysis</a:t>
            </a:r>
            <a:endParaRPr lang="ko-KR" altLang="en-US" b="1" dirty="0">
              <a:latin typeface="+mn-lt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152EB58-CC79-5C35-11D0-3DA7DD521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7753D-33D3-4DE4-B918-257BB52428D1}" type="slidenum">
              <a:rPr lang="ko-KR" altLang="en-US" smtClean="0"/>
              <a:t>7</a:t>
            </a:fld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73B1D32-7973-BC0D-20C6-D8AB8F7A24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8200" y="915530"/>
            <a:ext cx="5492750" cy="2943610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35AA7C23-AEC1-E575-3F7C-1DF287AD7B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29723" y="3670331"/>
            <a:ext cx="5642827" cy="293196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제목 6">
                <a:extLst>
                  <a:ext uri="{FF2B5EF4-FFF2-40B4-BE49-F238E27FC236}">
                    <a16:creationId xmlns:a16="http://schemas.microsoft.com/office/drawing/2014/main" id="{944C184D-498F-EF6E-F0CA-E34CE0F9CED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95300" y="902940"/>
                <a:ext cx="4362450" cy="3624610"/>
              </a:xfrm>
              <a:prstGeom prst="rect">
                <a:avLst/>
              </a:prstGeom>
            </p:spPr>
            <p:txBody>
              <a:bodyPr vert="horz" lIns="91440" tIns="45720" rIns="91440" bIns="45720" rtlCol="0" anchor="t" anchorCtr="0">
                <a:normAutofit fontScale="97500"/>
              </a:bodyPr>
              <a:lstStyle>
                <a:lvl1pPr algn="l" defTabSz="914400" rtl="0" eaLnBrk="1" latinLnBrk="1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2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marL="342900" indent="-342900">
                  <a:buAutoNum type="alphaUcPeriod"/>
                </a:pPr>
                <a:r>
                  <a:rPr lang="en-US" altLang="ko-KR" sz="1600" b="1" dirty="0">
                    <a:latin typeface="+mn-lt"/>
                  </a:rPr>
                  <a:t>Control Gain Design</a:t>
                </a:r>
              </a:p>
              <a:p>
                <a:pPr marL="342900" indent="-342900">
                  <a:buAutoNum type="alphaUcPeriod"/>
                </a:pPr>
                <a:endParaRPr lang="en-US" altLang="ko-KR" sz="1600" b="1" dirty="0">
                  <a:latin typeface="+mn-lt"/>
                </a:endParaRP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%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𝑂𝑆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=4.42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endParaRPr lang="en-US" altLang="ko-KR" i="1" dirty="0">
                  <a:latin typeface="Cambria Math" panose="02040503050406030204" pitchFamily="18" charset="0"/>
                </a:endParaRPr>
              </a:p>
              <a:p>
                <a:pPr lvl="1"/>
                <a:endParaRPr lang="en-US" altLang="ko-KR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  <m:sup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90</m:t>
                        </m:r>
                      </m:sup>
                    </m:sSubSup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=0.086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["/>
                        <m:endChr m:val="]"/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𝑠𝑒𝑐</m:t>
                        </m:r>
                      </m:e>
                    </m:d>
                  </m:oMath>
                </a14:m>
                <a:endParaRPr lang="en-US" altLang="ko-KR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endParaRPr lang="en-US" altLang="ko-KR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𝑠𝑠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=0.0025 [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𝑑𝑒𝑔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altLang="ko-KR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endParaRPr lang="en-US" altLang="ko-KR" i="1" dirty="0">
                  <a:latin typeface="Cambria Math" panose="02040503050406030204" pitchFamily="18" charset="0"/>
                </a:endParaRP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𝑃𝑀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=65.15 </m:t>
                    </m:r>
                    <m:d>
                      <m:dPr>
                        <m:begChr m:val="["/>
                        <m:endChr m:val="]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𝑑𝑒𝑔</m:t>
                        </m:r>
                      </m:e>
                    </m:d>
                  </m:oMath>
                </a14:m>
                <a:endParaRPr lang="en-US" altLang="ko-KR" b="0" i="1" dirty="0">
                  <a:latin typeface="Cambria Math" panose="02040503050406030204" pitchFamily="18" charset="0"/>
                </a:endParaRP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endParaRPr lang="en-US" altLang="ko-KR" i="1" dirty="0">
                  <a:latin typeface="Cambria Math" panose="02040503050406030204" pitchFamily="18" charset="0"/>
                </a:endParaRP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𝐺𝑀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𝐼𝑛𝑓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𝑑𝐵</m:t>
                    </m:r>
                  </m:oMath>
                </a14:m>
                <a:endParaRPr lang="en-US" altLang="ko-KR" i="1" dirty="0">
                  <a:latin typeface="Cambria Math" panose="02040503050406030204" pitchFamily="18" charset="0"/>
                </a:endParaRPr>
              </a:p>
              <a:p>
                <a:pPr marL="628650" lvl="1" indent="-171450">
                  <a:buFontTx/>
                  <a:buChar char="-"/>
                </a:pPr>
                <a:endParaRPr lang="en-US" altLang="ko-KR" sz="1600" dirty="0">
                  <a:latin typeface="+mn-lt"/>
                </a:endParaRPr>
              </a:p>
              <a:p>
                <a:pPr marL="628650" lvl="1" indent="-171450">
                  <a:buFontTx/>
                  <a:buChar char="-"/>
                </a:pPr>
                <a:endParaRPr lang="ko-KR" altLang="en-US" sz="1000" b="1" dirty="0">
                  <a:latin typeface="+mn-lt"/>
                </a:endParaRPr>
              </a:p>
            </p:txBody>
          </p:sp>
        </mc:Choice>
        <mc:Fallback xmlns="">
          <p:sp>
            <p:nvSpPr>
              <p:cNvPr id="16" name="제목 6">
                <a:extLst>
                  <a:ext uri="{FF2B5EF4-FFF2-40B4-BE49-F238E27FC236}">
                    <a16:creationId xmlns:a16="http://schemas.microsoft.com/office/drawing/2014/main" id="{944C184D-498F-EF6E-F0CA-E34CE0F9CE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300" y="902940"/>
                <a:ext cx="4362450" cy="3624610"/>
              </a:xfrm>
              <a:prstGeom prst="rect">
                <a:avLst/>
              </a:prstGeom>
              <a:blipFill>
                <a:blip r:embed="rId5"/>
                <a:stretch>
                  <a:fillRect l="-698" t="-117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56792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6783"/>
    </mc:Choice>
    <mc:Fallback xmlns="">
      <p:transition spd="slow" advTm="86783"/>
    </mc:Fallback>
  </mc:AlternateContent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에스코어드림">
      <a:majorFont>
        <a:latin typeface="Calibri Light"/>
        <a:ea typeface="에스코어 드림 6 Bold"/>
        <a:cs typeface=""/>
      </a:majorFont>
      <a:minorFont>
        <a:latin typeface="Calibri"/>
        <a:ea typeface="에스코어 드림 4 Regular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400cfd5d-5799-4231-b04c-96401190256d" xsi:nil="true"/>
    <lcf76f155ced4ddcb4097134ff3c332f xmlns="ecb78d4e-e55c-4e7d-8ea6-0e0f2bb207af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C5FF92F0B5313546897FC90F31853BBC" ma:contentTypeVersion="17" ma:contentTypeDescription="새 문서를 만듭니다." ma:contentTypeScope="" ma:versionID="01f3bfb803af81975f7724404d7ca805">
  <xsd:schema xmlns:xsd="http://www.w3.org/2001/XMLSchema" xmlns:xs="http://www.w3.org/2001/XMLSchema" xmlns:p="http://schemas.microsoft.com/office/2006/metadata/properties" xmlns:ns2="400cfd5d-5799-4231-b04c-96401190256d" xmlns:ns3="ecb78d4e-e55c-4e7d-8ea6-0e0f2bb207af" targetNamespace="http://schemas.microsoft.com/office/2006/metadata/properties" ma:root="true" ma:fieldsID="efa3055e76958559751629e0ee17becc" ns2:_="" ns3:_="">
    <xsd:import namespace="400cfd5d-5799-4231-b04c-96401190256d"/>
    <xsd:import namespace="ecb78d4e-e55c-4e7d-8ea6-0e0f2bb207af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Location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0cfd5d-5799-4231-b04c-96401190256d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d879ff50-2a45-4012-99bf-9beee4910333}" ma:internalName="TaxCatchAll" ma:showField="CatchAllData" ma:web="400cfd5d-5799-4231-b04c-96401190256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cb78d4e-e55c-4e7d-8ea6-0e0f2bb207a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5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6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이미지 태그" ma:readOnly="false" ma:fieldId="{5cf76f15-5ced-4ddc-b409-7134ff3c332f}" ma:taxonomyMulti="true" ma:sspId="ac8a2166-609b-46cc-bb79-1f8badf8bf2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056FF71-086F-4364-AB42-761853C03E2E}">
  <ds:schemaRefs>
    <ds:schemaRef ds:uri="http://schemas.microsoft.com/office/infopath/2007/PartnerControls"/>
    <ds:schemaRef ds:uri="http://purl.org/dc/dcmitype/"/>
    <ds:schemaRef ds:uri="http://schemas.microsoft.com/office/2006/metadata/properties"/>
    <ds:schemaRef ds:uri="http://www.w3.org/XML/1998/namespace"/>
    <ds:schemaRef ds:uri="http://purl.org/dc/elements/1.1/"/>
    <ds:schemaRef ds:uri="http://schemas.microsoft.com/office/2006/documentManagement/types"/>
    <ds:schemaRef ds:uri="ecb78d4e-e55c-4e7d-8ea6-0e0f2bb207af"/>
    <ds:schemaRef ds:uri="400cfd5d-5799-4231-b04c-96401190256d"/>
    <ds:schemaRef ds:uri="http://purl.org/dc/terms/"/>
    <ds:schemaRef ds:uri="http://schemas.openxmlformats.org/package/2006/metadata/core-properties"/>
  </ds:schemaRefs>
</ds:datastoreItem>
</file>

<file path=customXml/itemProps2.xml><?xml version="1.0" encoding="utf-8"?>
<ds:datastoreItem xmlns:ds="http://schemas.openxmlformats.org/officeDocument/2006/customXml" ds:itemID="{83115F24-632F-4EE3-A471-7D91785DFEA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00cfd5d-5799-4231-b04c-96401190256d"/>
    <ds:schemaRef ds:uri="ecb78d4e-e55c-4e7d-8ea6-0e0f2bb207a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AD3A792-1ED0-417E-9576-F1CD3FA67C3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9623</TotalTime>
  <Words>207</Words>
  <Application>Microsoft Office PowerPoint</Application>
  <PresentationFormat>화면 슬라이드 쇼(4:3)</PresentationFormat>
  <Paragraphs>77</Paragraphs>
  <Slides>7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7</vt:i4>
      </vt:variant>
    </vt:vector>
  </HeadingPairs>
  <TitlesOfParts>
    <vt:vector size="17" baseType="lpstr">
      <vt:lpstr>맑은 고딕</vt:lpstr>
      <vt:lpstr>Arial</vt:lpstr>
      <vt:lpstr>Calibri</vt:lpstr>
      <vt:lpstr>Calibri Light</vt:lpstr>
      <vt:lpstr>Cambria Math</vt:lpstr>
      <vt:lpstr>Times New Roman</vt:lpstr>
      <vt:lpstr>Verdana</vt:lpstr>
      <vt:lpstr>Wingdings</vt:lpstr>
      <vt:lpstr>Office 테마</vt:lpstr>
      <vt:lpstr>디자인 사용자 지정</vt:lpstr>
      <vt:lpstr>Designation</vt:lpstr>
      <vt:lpstr>Digital Control and Signal Processing Final Project</vt:lpstr>
      <vt:lpstr>1. Sensor Modeling / 2. Structure of Controller</vt:lpstr>
      <vt:lpstr>3. Model Design Method</vt:lpstr>
      <vt:lpstr>3. Model Design Method</vt:lpstr>
      <vt:lpstr>4. Design Model</vt:lpstr>
      <vt:lpstr>4. Performance Analysis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JoHan Jin</dc:creator>
  <cp:lastModifiedBy>이주영/22200576</cp:lastModifiedBy>
  <cp:revision>84</cp:revision>
  <dcterms:created xsi:type="dcterms:W3CDTF">2022-06-23T13:17:03Z</dcterms:created>
  <dcterms:modified xsi:type="dcterms:W3CDTF">2026-06-03T12:02:13Z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0x010100C5FF92F0B5313546897FC90F31853BBC</vt:lpwstr>
  </property>
</Properties>
</file>