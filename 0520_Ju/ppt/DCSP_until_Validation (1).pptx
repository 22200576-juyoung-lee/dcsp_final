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6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7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8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notesSlides/notesSlide9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72" r:id="rId5"/>
  </p:sldMasterIdLst>
  <p:notesMasterIdLst>
    <p:notesMasterId r:id="rId28"/>
  </p:notesMasterIdLst>
  <p:sldIdLst>
    <p:sldId id="336" r:id="rId6"/>
    <p:sldId id="258" r:id="rId7"/>
    <p:sldId id="353" r:id="rId8"/>
    <p:sldId id="361" r:id="rId9"/>
    <p:sldId id="363" r:id="rId10"/>
    <p:sldId id="362" r:id="rId11"/>
    <p:sldId id="366" r:id="rId12"/>
    <p:sldId id="364" r:id="rId13"/>
    <p:sldId id="367" r:id="rId14"/>
    <p:sldId id="371" r:id="rId15"/>
    <p:sldId id="369" r:id="rId16"/>
    <p:sldId id="373" r:id="rId17"/>
    <p:sldId id="374" r:id="rId18"/>
    <p:sldId id="365" r:id="rId19"/>
    <p:sldId id="375" r:id="rId20"/>
    <p:sldId id="368" r:id="rId21"/>
    <p:sldId id="377" r:id="rId22"/>
    <p:sldId id="376" r:id="rId23"/>
    <p:sldId id="378" r:id="rId24"/>
    <p:sldId id="370" r:id="rId25"/>
    <p:sldId id="372" r:id="rId26"/>
    <p:sldId id="37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B444"/>
    <a:srgbClr val="C3DAA4"/>
    <a:srgbClr val="66D096"/>
    <a:srgbClr val="FFFFFF"/>
    <a:srgbClr val="F2C558"/>
    <a:srgbClr val="D95319"/>
    <a:srgbClr val="6CFF6C"/>
    <a:srgbClr val="00FF00"/>
    <a:srgbClr val="555054"/>
    <a:srgbClr val="FF9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75459-A552-4011-8CE0-D84B8ABE1357}" v="5" dt="2026-05-25T04:53:17.0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84" autoAdjust="0"/>
    <p:restoredTop sz="94776" autoAdjust="0"/>
  </p:normalViewPr>
  <p:slideViewPr>
    <p:cSldViewPr snapToGrid="0">
      <p:cViewPr varScale="1">
        <p:scale>
          <a:sx n="104" d="100"/>
          <a:sy n="104" d="100"/>
        </p:scale>
        <p:origin x="1188" y="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105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09:07:56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09:07:58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09:08:01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09:08:02.5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09:08:03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09:08:06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09:08:17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09:08:19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09:08:20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09:08:22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24575,'-1'0'0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09:08:23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09:08:26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13:14:12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13:14:14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13:14:16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13:14:18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3:18:03.1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 0 24018,'-90'49'0,"216"-49"0,-36-49 0,-216 49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3:18:10.8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8 176 24575,'-6'4'0,"4"-2"0,6-1 0,11-3 0,0 0 0,20 2 0,-23 0 0,0 0 0,0-1 0,16-2 0,-23 1 0,0 1 0,-1 0 0,1-1 0,-1 0 0,0 0 0,1-1 0,-1 1 0,0-1 0,0 1 0,-1-1 0,1-1 0,4-4 0,-8 8 0,3-3 0,0 0 0,0 0 0,-1 0 0,1-1 0,-1 1 0,0-1 0,0 1 0,2-6 0,-4 8 0,0 1 0,0 0 0,0 0 0,0 0 0,0 0 0,0-1 0,0 1 0,0 0 0,0 0 0,0 0 0,0 0 0,-1-1 0,1 1 0,0 0 0,0 0 0,0 0 0,0 0 0,0 0 0,0-1 0,0 1 0,-1 0 0,1 0 0,0 0 0,0 0 0,0 0 0,0 0 0,0 0 0,-1 0 0,1 0 0,0-1 0,0 1 0,0 0 0,0 0 0,-1 0 0,1 0 0,0 0 0,0 0 0,0 0 0,0 0 0,-1 0 0,1 0 0,0 0 0,0 0 0,0 0 0,0 1 0,-1-1 0,1 0 0,0 0 0,0 0 0,0 0 0,0 0 0,-1 0 0,1 0 0,0 0 0,0 0 0,0 1 0,0-1 0,0 0 0,-17 8 0,5-3 0,9-19 0,0 6 0,-7 17 0,4-1 0,-1 1 0,7-20 0,8-26 0,-2 14 0,-5 18 0,-3 9 0,-3 9 0,-1-1 0,0 0 0,-1 0 0,-1 0 0,1-1 0,-19 19 0,25-29 0,1-1 0,-1 0 0,1 1 0,0-1 0,-1 0 0,1 0 0,-1 1 0,0-1 0,1 0 0,-1 0 0,1 0 0,-1 0 0,1 0 0,-1 0 0,1 0 0,-1 0 0,1 0 0,-1 0 0,0 0 0,1 0 0,-1 0 0,1 0 0,-1-1 0,1 1 0,-1 0 0,1 0 0,-1-1 0,1 1 0,-1 0 0,1 0 0,0-1 0,-1 1 0,1-1 0,-1 1 0,1-1 0,-2-7 0,3 7 0,-1 1 0,1-1 0,-1 1 0,1-1 0,-1 1 0,1 0 0,-1-1 0,1 1 0,0 0 0,-1-1 0,1 1 0,0 0 0,-1 0 0,1-1 0,0 1 0,0 0 0,-1 0 0,2 0 0,2 0 0,1 0 0,-1 0 0,0 0 0,1 0 0,-1 1 0,1 0 0,-1 0 0,0 0 0,6 3 0,23 5 0,-30-9 0,0 0 0,-1-1 0,1 1 0,0-1 0,-1 1 0,1-1 0,-1 0 0,1 0 0,-1 0 0,1 0 0,-1 0 0,0 0 0,4-3 0,30-26 0,-25 19 0,-7 8 0,2-3 0,1 0 0,0 1 0,0-1 0,1 2 0,-1-1 0,1 1 0,14-6 0,-22 10 0,0 0 0,1 0 0,-1 0 0,0 0 0,0 0 0,0-1 0,0 1 0,1 0 0,-1 0 0,0 0 0,0 0 0,0 0 0,0 0 0,1 0 0,-1 0 0,0 0 0,0 1 0,0-1 0,0 0 0,1 0 0,-1 0 0,0 0 0,0 0 0,0 0 0,0 0 0,0 0 0,1 0 0,-1 0 0,0 1 0,0-1 0,0 0 0,0 0 0,0 0 0,0 0 0,0 0 0,0 0 0,1 1 0,-1-1 0,0 0 0,0 0 0,0 0 0,0 0 0,0 1 0,0-1 0,0 0 0,0 0 0,-3 12 0,-9 12 0,12-22 0,-11 17 0,-23 32 0,51-76 0,-14 19 0,1 0 0,-1 0 0,1 0 0,1 1 0,-1-1 0,11-8 0,-12 14 0,-5 6 0,-3 7 0,-8 10 0,-2-1 0,-23 29 0,50-65 0,-4 4 0,0 1 0,1 0 0,13-10 0,-34 59 0,12-39 0,1-1 0,-1 0 0,0 0 0,0 1 0,0-1 0,1 0 0,-1 0 0,0 1 0,0-1 0,1 0 0,-1 0 0,0 0 0,1 0 0,-1 0 0,0 0 0,1 1 0,-1-1 0,0 0 0,1 0 0,-1 0 0,0 0 0,1 0 0,-1 0 0,0 0 0,0 0 0,1 0 0,-1 0 0,0-1 0,1 1 0,-1 0 0,0 0 0,1 0 0,-1 0 0,0 0 0,1-1 0,13-5 0,-13 6 0,102-59 0,-103 59 0,0 0 0,0 0 0,0 0 0,0 0 0,0 0 0,0 0 0,1 0 0,-1 0 0,0 0 0,0 0 0,0 0 0,0 0 0,0 0 0,0 0 0,0 0 0,0 0 0,0 0 0,0 0 0,0 0 0,1 0 0,-1 0 0,0 0 0,0 0 0,0 0 0,0 0 0,0 0 0,0 0 0,0 0 0,0 0 0,0 0 0,0 0 0,0 0 0,0 0 0,0 0 0,0 0 0,0 1 0,0-1 0,0 0 0,0 0 0,0 0 0,1 0 0,-1 0 0,0 0 0,0 0 0,0 0 0,0 0 0,0 0 0,0 0 0,0 0 0,0 1 0,0-1 0,0 0 0,0 0 0,0 0 0,-1 0 0,1 0 0,0 0 0,0 0 0,0 0 0,0 0 0,0 0 0,0 0 0,0 0 0,0 1 0,0-1 0,0 0 0,0 0 0,0 0 0,-5 10 0,-6 10 0,-2-4 0,22-28 0,11-7 0,-17 16 0,-13 12 0,5-5 0,-1 0 0,0 0 0,0-1 0,0 0 0,0 0 0,0-1 0,-1 1 0,1-1 0,-1-1 0,-12 2 0,18-3 0,1 0 0,0 0 0,-1 0 0,1 0 0,-1 0 0,1 0 0,-1 0 0,1 0 0,0 0 0,-1 0 0,1 0 0,-1-1 0,1 1 0,0 0 0,-1 0 0,1-1 0,-1 1 0,1 0 0,0 0 0,-1-1 0,1 1 0,0 0 0,0-1 0,-1 1 0,1-1 0,0 1 0,0 0 0,-1-1 0,-1-16 0,7-22 0,-4 34 0,4-14 0,-4 14 0,-5 16 0,-9 23 0,-9 32 0,22-65 0,0-1 0,0 0 0,0 0 0,0 0 0,0 1 0,-1-1 0,1 0 0,0 0 0,0 1 0,0-1 0,0 0 0,0 0 0,0 1 0,0-1 0,0 0 0,0 1 0,0-1 0,0 0 0,0 0 0,0 1 0,0-1 0,1 0 0,-1 0 0,0 0 0,0 1 0,0-1 0,0 0 0,0 0 0,1 1 0,-1-1 0,0 0 0,0 0 0,0 0 0,0 0 0,1 1 0,-1-1 0,0 0 0,11-4 0,9-11 0,6-10 0,-19 18 0,0-1 0,1 1 0,0 0 0,0 1 0,15-9 0,-20 17 0,-4 6 0,-6 7 0,-1 1 0,0 0 0,19-29 0,-1-4 0,-8 13 0,1-1 0,-1 1 0,1 0 0,0 0 0,0 1 0,0-1 0,5-4 0,-7 11 0,-1 1 0,0 0 0,0-1 0,-1 1 0,1-1 0,-2 7 0,-3 6 0,8-24 0,5-9 0,-8 17 0,0 0 0,0-1 0,1 1 0,-1 0 0,0 0 0,0 0 0,0 0 0,1-1 0,-1 1 0,0 0 0,0 0 0,0 0 0,1 0 0,-1 0 0,0 0 0,0 0 0,1 0 0,-1 0 0,0 0 0,0 0 0,1 0 0,-1 0 0,0 0 0,0 0 0,1 0 0,-1 0 0,0 0 0,0 0 0,1 0 0,-1 0 0,0 0 0,0 0 0,1 1 0,1 1 0,0 0 0,0 1 0,-1-1 0,1 1 0,-1-1 0,1 1 0,-1-1 0,1 4 0,-2-5 0,1 0 0,-1-1 0,0 1 0,0 0 0,1 0 0,-1-1 0,0 1 0,1 0 0,-1-1 0,1 1 0,-1 0 0,1-1 0,-1 1 0,1-1 0,0 1 0,-1-1 0,1 1 0,0-1 0,-1 1 0,1-1 0,0 0 0,-1 1 0,1-1 0,1 1 0,-1-2 0,0 1 0,-1 0 0,1-1 0,0 1 0,0 0 0,-1-1 0,1 1 0,0-1 0,-1 1 0,1-1 0,-1 0 0,1 1 0,-1-1 0,1 1 0,-1-1 0,1 0 0,-1 0 0,1 1 0,-1-2 0,4-7 0,0 0 0,5-19 0,-8 23 0,7-28 0,-10 98 0,-1-53 0,2-9 0,0 0 0,1 1 0,-1-1 0,1 0 0,0 1 0,0-1 0,0 6 0,0-9 0,1 0 0,-1 0 0,0 0 0,1 0 0,-1 0 0,0 1 0,0-1 0,1 0 0,-1-1 0,0 1 0,1 0 0,-1 0 0,0 0 0,0 0 0,1 0 0,-1 0 0,0 0 0,1 0 0,-1 0 0,0-1 0,0 1 0,1 0 0,-1 0 0,0 0 0,0 0 0,0-1 0,1 1 0,-1 0 0,0 0 0,0-1 0,0 1 0,0 0 0,1 0 0,-1-1 0,0 1 0,0 0 0,0 0 0,0-1 0,0 1 0,0 0 0,0-1 0,9-13 0,3-18 0,-10 27 0,-1 0 0,1 0 0,0 0 0,5-9 0,-3 52 0,0-52 0,-2-10 0,-2 18 0,0 1 0,0 0 0,-1-1 0,0 1 0,0 0 0,-1 0 0,1 0 0,-1-1 0,0 2 0,-3-7 0,5 11 0,0 0 0,0-1 0,0 1 0,0 0 0,0 0 0,0 0 0,0 0 0,0 0 0,0 0 0,-1 0 0,1 0 0,0 0 0,0 0 0,0 0 0,0-1 0,0 1 0,0 0 0,0 0 0,0 0 0,0 0 0,0 0 0,0 0 0,0 0 0,-1 0 0,1 0 0,0 0 0,0 0 0,0 0 0,0 0 0,0 0 0,0 0 0,0 0 0,0 0 0,0 0 0,-1 0 0,1 0 0,0 0 0,0 0 0,0 0 0,0 0 0,0 0 0,0 0 0,0 0 0,0 0 0,0 0 0,0 0 0,-1 0 0,1 0 0,0 0 0,0 1 0,0-1 0,0 0 0,0 0 0,0 0 0,0 0 0,0 0 0,0 0 0,0 0 0,0 0 0,0 0 0,0 0 0,0 1 0,-3 8 0,2 13 0,1-19 0,0 0 0,1 0 0,-1 0 0,1 0 0,-1-1 0,1 1 0,0 0 0,0 0 0,0 0 0,0 0 0,1-1 0,-1 1 0,1-1 0,3 5 0,-4-6 0,1 0 0,-1 0 0,0 0 0,0 0 0,1 0 0,-1-1 0,0 1 0,1-1 0,-1 1 0,1-1 0,-1 1 0,1-1 0,-1 0 0,1 1 0,-1-1 0,1 0 0,-1 0 0,1 0 0,-1 0 0,1-1 0,-1 1 0,1 0 0,-1-1 0,1 1 0,-1-1 0,1 1 0,-1-1 0,0 0 0,1 0 0,-1 1 0,2-2 0,-1-1 0,1 1 0,-1-1 0,0 0 0,1 0 0,-1 1 0,-1-2 0,1 1 0,0 0 0,-1 0 0,1 0 0,-1-1 0,0 1 0,0-1 0,-1 1 0,1-1 0,-1 1 0,1-1 0,-1 1 0,0-1 0,0 1 0,-1-1 0,1 1 0,-1-1 0,-1-4 0,1 7 0,1 0 0,-1 0 0,0 0 0,0 0 0,0 0 0,0 0 0,0 0 0,0 0 0,0 1 0,0-1 0,-1 0 0,1 1 0,0-1 0,0 1 0,-1-1 0,1 1 0,0 0 0,0-1 0,-1 1 0,1 0 0,0 0 0,-1 0 0,1 0 0,0 0 0,-1 0 0,1 0 0,0 1 0,-2-1 0,1 1 0,-1-1 0,1 0 0,0 1 0,0 0 0,0-1 0,0 1 0,0 0 0,0 0 0,0 0 0,0 1 0,0-1 0,0 0 0,1 1 0,-1-1 0,0 1 0,-1 2 0,1 0 0,0 0 0,1 1 0,0-1 0,-1 1 0,2-1 0,-1 1 0,0-1 0,1 8 0,0-10 0,-1 0 0,1-1 0,0 1 0,1 0 0,-1 0 0,0-1 0,0 1 0,1 0 0,-1-1 0,1 1 0,-1 0 0,1-1 0,0 1 0,0-1 0,-1 1 0,1-1 0,0 1 0,0-1 0,1 1 0,-1-1 0,0 0 0,0 0 0,1 0 0,-1 0 0,3 2 0,-4-3 0,1 0 0,-1 0 0,0 0 0,1 0 0,-1 0 0,1 0 0,-1 0 0,1 0 0,-1 0 0,1 0 0,-1 0 0,1 0 0,-1 0 0,1 0 0,-1 0 0,1 0 0,-1 0 0,0-1 0,1 1 0,-1 0 0,1 0 0,-1 0 0,0-1 0,1 1 0,-1 0 0,1-1 0,-1 1 0,0 0 0,1-1 0,6-17 0,-4-18 0,-3 35 0,0-1 0,0 1 0,0-1 0,0 1 0,0-1 0,-1 1 0,1-1 0,0 1 0,-1 0 0,1-1 0,-1 1 0,0 0 0,1-1 0,-1 1 0,0 0 0,-1-2 0,2 3 0,-1 0 0,0-1 0,1 1 0,-1 0 0,1 0 0,-1-1 0,1 1 0,-1 0 0,0 0 0,1 0 0,-1 0 0,1 0 0,-1 0 0,0 0 0,1 0 0,-1 0 0,0 0 0,1 0 0,-1 1 0,1-1 0,-1 0 0,1 0 0,-1 0 0,0 1 0,0 0 0,-3 1 0,1 1 0,-1 0 0,1 0 0,0 0 0,0 1 0,0-1 0,0 1 0,-4 6 0,0 3 0,-1 0 0,2 0 0,0 1 0,1 0 0,0 1 0,-4 21 0,44-76 0,-30 31-1365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3:18:12.8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130 164 24575,'0'-2'0,"-1"0"0,1 0 0,0 1 0,-1-1 0,1 0 0,-1 1 0,0-1 0,0 0 0,1 1 0,-1-1 0,0 1 0,0-1 0,0 1 0,-1 0 0,1-1 0,0 1 0,-2-1 0,2 0 0,-1 1 0,1 0 0,0-1 0,0 1 0,-1 0 0,1-1 0,0 1 0,0-1 0,1 0 0,-1 1 0,0-1 0,0 0 0,1 1 0,-1-1 0,1 0 0,-1-3 0,2-16 0,-1 15 0,1 0 0,-1 0 0,0 0 0,-1 0 0,1 0 0,-1 0 0,-1 0 0,1 0 0,-1 0 0,0 1 0,-2-7 0,3 12 0,1-1 0,-1 1 0,1-1 0,-1 1 0,1-1 0,-1 1 0,0-1 0,1 1 0,-1-1 0,1 1 0,-1 0 0,0 0 0,1-1 0,-1 1 0,0 0 0,0 0 0,1 0 0,-1 0 0,0-1 0,0 1 0,1 0 0,-1 0 0,0 1 0,1-1 0,-1 0 0,0 0 0,0 0 0,1 0 0,-1 1 0,0-1 0,1 0 0,-1 1 0,0-1 0,1 0 0,-1 1 0,1-1 0,-1 1 0,0-1 0,1 1 0,-1-1 0,1 1 0,-26 25 0,25-24 0,-3 2 0,-18 26 0,21-29 0,1 0 0,-1 0 0,0 0 0,1 0 0,-1 0 0,1 0 0,-1 0 0,1 0 0,-1 0 0,1 0 0,0 0 0,0 0 0,-1 1 0,1-1 0,0 0 0,0 0 0,0 0 0,0 1 0,1-1 0,-1 0 0,0 0 0,0 0 0,1 0 0,0 2 0,0-2 0,-1 0 0,1-1 0,0 1 0,0-1 0,0 1 0,0-1 0,0 0 0,0 1 0,0-1 0,0 0 0,0 0 0,0 1 0,0-1 0,0 0 0,0 0 0,0 0 0,0 0 0,0 0 0,0 0 0,0-1 0,0 1 0,0 0 0,0-1 0,0 1 0,0 0 0,1-1 0,26-13 0,-26 12 0,4-1 0,0-1 0,-1 1 0,0-1 0,0 0 0,0-1 0,0 1 0,0-1 0,5-7 0,-13 13-1365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3:18:33.4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80 24575,'0'5'0,"0"-2"0,1 0 0,-1 1 0,-1-1 0,1 0 0,0 0 0,-1 1 0,0-1 0,-1 4 0,2-7 0,0 0 0,-1 1 0,1-1 0,0 1 0,0-1 0,-1 0 0,1 1 0,0-1 0,-1 0 0,1 1 0,-1-1 0,1 0 0,0 0 0,-1 1 0,1-1 0,-1 0 0,1 0 0,-1 0 0,1 0 0,-1 0 0,1 1 0,-1-1 0,0 0 0,-18-7 0,44 1 0,59-7 0,-83 12 0,-1 1 0,1 0 0,-1 0 0,1 0 0,-1 0 0,1 0 0,-1 0 0,1 0 0,-1 0 0,1 0 0,-1 0 0,1 0 0,-1 0 0,0 0 0,1 0 0,-1 0 0,1 0 0,-1 1 0,1-1 0,-1 0 0,1 0 0,-1 1 0,0-1 0,1 1 0,-2 8 0,0-7 0,0-1 0,0 1 0,0-1 0,0 0 0,-1 1 0,1-1 0,0 0 0,-1 0 0,1 0 0,0 0 0,-1 0 0,0 0 0,-2 1 0,0-1 0,0-1 0,1 0 0,-1 0 0,0 0 0,1 0 0,-1 0 0,0-1 0,0 1 0,1-1 0,-1 0 0,1-1 0,-4 0 0,-9-4 0,15 6 0,1 1 0,0-1 0,0 0 0,-1 0 0,1 0 0,0 0 0,0 1 0,-1-1 0,1 0 0,0 0 0,0 0 0,0 1 0,0-1 0,-1 0 0,1 0 0,0 1 0,0-1 0,0 0 0,0 1 0,0-1 0,0 0 0,0 0 0,-1 1 0,1-1 0,0 0 0,0 1 0,0-1 0,0 0 0,0 0 0,0 1 0,1-1 0,-1 0 0,0 1 0,0-1 0,0 0 0,0 0 0,0 1 0,0-1 0,0 0 0,1 1 0,-1 0 0,0 0 0,0 0 0,1-1 0,-1 1 0,0 0 0,1 0 0,-1 0 0,0 0 0,1-1 0,-1 1 0,1 0 0,-1 0 0,1-1 0,0 1 0,-1 0 0,1-1 0,1 1 0,-2 0 0,1-1 0,-1 0 0,1 0 0,-1 1 0,1-1 0,-1 0 0,1 0 0,-1 0 0,1 0 0,-1 0 0,1 0 0,-1 0 0,1 0 0,0 0 0,-1 0 0,1 0 0,-1 0 0,1-1 0,-1 1 0,1 0 0,-1 0 0,1-1 0,-1 1 0,1 0 0,-1 0 0,1-1 0,-1 1 0,0 0 0,1-1 0,-1 1 0,1-2 0,0 1 0,0-1 0,0 0 0,0 0 0,-1 0 0,1 0 0,0 0 0,-1 0 0,0 0 0,1-3 0,-1-1 0,0 0 0,0-1 0,0 1 0,-1 0 0,-2-8 0,3 13 0,0 0 0,0 0 0,-1 0 0,1 0 0,0 0 0,-1 0 0,1 0 0,-1 0 0,1 1 0,-1-1 0,1 0 0,-1 0 0,0 0 0,1 1 0,-1-1 0,0 1 0,1-1 0,-1 0 0,0 1 0,0-1 0,0 1 0,0-1 0,1 1 0,-1 0 0,0-1 0,-2 1 0,1 0 0,0 0 0,-1 0 0,1 1 0,0-1 0,-1 1 0,1 0 0,0-1 0,-3 3 0,-12 2 0,17-5 0,-1 0 0,1 0 0,-1-1 0,1 1 0,-1 0 0,0 0 0,1-1 0,-1 1 0,1 0 0,-1-1 0,1 1 0,0 0 0,-1-1 0,1 1 0,-1-1 0,1 1 0,0 0 0,-1-1 0,1 1 0,0-1 0,-1 1 0,1-1 0,0 0 0,0 1 0,-1-1 0,1 1 0,0-1 0,0 1 0,0-1 0,0 0 0,0 1 0,0-1 0,0 1 0,0-1 0,0-1 0,0-27 0,1 25 0,-3-6-80,-2 16 280,-2 17-1685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3:09:44.9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24568,'0'88'0,"411"-88"0,-411-88 0,-411 88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3:09:49.3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176 3 24575,'-3'2'0,"0"-1"0,0 1 0,0-1 0,0 1 0,0 0 0,0 0 0,0 0 0,1 1 0,-1-1 0,1 0 0,0 1 0,-5 5 0,-1 1 0,-1-2 0,6-10 0,3 3 0,0-1 0,0 0 0,1 0 0,-1 0 0,0 1 0,0-1 0,1 0 0,-1 0 0,1 1 0,-1-1 0,1 0 0,-1 1 0,1-1 0,-1 1 0,1-1 0,-1 1 0,1-1 0,0 1 0,-1-1 0,2 0 0,-21 25 0,-7-6 0,14-14 0,12-5 0,0 1 0,-1 0 0,1-1 0,0 1 0,0-1 0,0 1 0,0 0 0,0-1 0,0 1 0,-1-1 0,1 1 0,0 0 0,0-1 0,0 1 0,0-1 0,0 1 0,1 0 0,-1-1 0,0 1 0,0-1 0,0 1 0,0 0 0,0-1 0,0 1 0,1-1 0,-1 1 0,0 0 0,0-1 0,1 1 0,-1 0 0,1-1 0,5-10 0,1 1 0,1 0 0,0 0 0,18-16 0,-28 37 0,-5 6 0,3-11 0,-1-1 0,1 1 0,-1-1 0,-1-1 0,1 1 0,-1-1 0,0 0 0,0 0 0,0-1 0,-8 4 0,12-6-48,0 0 0,-1 0 0,1-1-1,0 1 1,0-1 0,-1 0 0,1 1 0,-1-1 0,1 0-1,0 0 1,-1-1 0,1 1 0,0 0 0,-1-1-1,1 0 1,0 1 0,0-1 0,-3-1 0,2 1-402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3:09:55.3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108 77 24575,'-24'18'0,"-15"-3"0,34-12 0,-16 5 0,21-7 0,-1-1 0,0 0 0,1 0 0,-1 0 0,0 0 0,0 0 0,1 0 0,-1 0 0,0 0 0,1 0 0,-1 0 0,0 0 0,0 0 0,1-1 0,-1 1 0,0 0 0,1-1 0,-1 1 0,1 0 0,-1-1 0,0 1 0,1 0 0,-1-1 0,1 1 0,-1-1 0,1 1 0,-1-1 0,0 0 0,1 0 0,0 1 0,0-1 0,0 1 0,0-1 0,0 1 0,0 0 0,0-1 0,0 1 0,0-1 0,0 1 0,1 0 0,-1-1 0,0 1 0,0-1 0,0 1 0,0 0 0,1-1 0,-1 1 0,0 0 0,0-1 0,1 1 0,-1 0 0,0-1 0,1 1 0,-1 0 0,0-1 0,1 1 0,-1 0 0,0 0 0,1 0 0,-1-1 0,1 1 0,-1 0 0,0 0 0,1 0 0,-1 0 0,1 0 0,-1 0 0,0 0 0,1 0 0,-1 0 0,1 0 0,0 0 0,23-4 0,-21 3 0,5 0 0,-1-1 0,0-1 0,1 1 0,-1-1 0,0 0 0,0-1 0,-1 0 0,1 0 0,-1 0 0,8-7 0,-2 1 0,-9 8 0,0 0 0,0 0 0,0 0 0,0 1 0,0-1 0,1 1 0,3-2 0,-7 3 0,1 0 0,-1 0 0,0 0 0,1 0 0,-1 0 0,0 0 0,1 0 0,-1 0 0,1 0 0,-1 0 0,0 0 0,1 0 0,-1 0 0,0 0 0,1 1 0,-1-1 0,0 0 0,1 0 0,-1 0 0,0 0 0,1 1 0,-1-1 0,0 0 0,0 0 0,1 1 0,-1-1 0,1 2 0,-1-1 0,0 0 0,1 0 0,-1 0 0,0 0 0,0 0 0,0 0 0,0 0 0,0 1 0,0-1 0,0 0 0,0 0 0,-1 2 0,-7 17 0,4-10 0,15-17 0,0-1 0,-6 3 0,0 0 0,0 1 0,1 0 0,-1 0 0,1 0 0,0 1 0,0 0 0,13-5 0,-19 8 0,0 0 0,0 0 0,0 0 0,1 0 0,-1 0 0,0 0 0,0 0 0,0 0 0,0 0 0,0 0 0,0 0 0,0 0 0,1 0 0,-1 0 0,0 0 0,0 0 0,0 0 0,0 0 0,0 0 0,0 1 0,0-1 0,0 0 0,0 0 0,0 0 0,1 0 0,-1 0 0,0 0 0,0 0 0,0 0 0,0 0 0,0 1 0,0-1 0,0 0 0,0 0 0,0 0 0,0 0 0,0 0 0,0 0 0,0 0 0,0 0 0,0 1 0,0-1 0,0 0 0,0 0 0,0 0 0,0 0 0,0 0 0,0 0 0,0 0 0,0 1 0,0-1 0,0 0 0,-5 10 0,-7 9 0,0-5 0,0 2 0,20-26 0,7-6 0,0 0 0,0 1 0,22-16 0,-37 31 0,0 0 0,0 0 0,0 0 0,0 0 0,0 0 0,1-1 0,-1 1 0,0 0 0,0 0 0,0 0 0,0 0 0,0 0 0,0 0 0,0 0 0,0 0 0,0 0 0,0-1 0,1 1 0,-1 0 0,0 0 0,0 0 0,0 0 0,0 0 0,0 0 0,0 0 0,0 0 0,1 0 0,-1 0 0,0 0 0,0 0 0,0 0 0,0 0 0,0 0 0,0 0 0,1 0 0,-1 0 0,0 0 0,0 0 0,0 0 0,0 0 0,0 0 0,0 0 0,0 0 0,1 0 0,-1 1 0,0-1 0,0 0 0,0 0 0,0 0 0,0 0 0,0 0 0,0 0 0,0 0 0,0 0 0,1 0 0,-1 1 0,0-1 0,0 0 0,0 0 0,0 0 0,0 0 0,0 0 0,0 0 0,0 0 0,0 1 0,0-1 0,-4 13 0,-9 14 0,-14 14 0,32-50 0,-3 6 0,0-1 0,0 0 0,0 1 0,1-1 0,-1 1 0,1-1 0,-1 1 0,1 0 0,0 0 0,5-3 0,-7 5 0,-1 1 0,0 0 0,0 0 0,0 0 0,0 0 0,1 0 0,-1 0 0,0 0 0,0 0 0,0 0 0,0 0 0,1 0 0,-1 0 0,0 0 0,0 0 0,0 0 0,0 0 0,1 0 0,-1 0 0,0 0 0,0 0 0,0 1 0,0-1 0,1 0 0,-1 0 0,0 0 0,0 0 0,0 0 0,0 0 0,0 0 0,0 0 0,1 1 0,-1-1 0,0 0 0,0 0 0,0 0 0,0 0 0,0 1 0,0-1 0,0 0 0,0 0 0,0 0 0,0 1 0,0 10 0,-6 10 0,4-16 0,-1 0 0,1 0 0,-1 0 0,-7 9 0,37-54 0,-8 24 0,-10 14 0,-9 3 0,0-1 0,0 1 0,1-1 0,-1 0 0,0 1 0,0-1 0,0 1 0,0-1 0,0 1 0,0-1 0,0 0 0,0 1 0,0-1 0,0 1 0,0-1 0,0 1 0,0-1 0,0 1 0,-1-1 0,1 0 0,0 1 0,0-1 0,0 1 0,-1 0 0,-12 20 0,13-21 0,10-10 0,-9 8 0,0 1 0,1-1 0,-1 1 0,0 0 0,1 0 0,-1-1 0,1 1 0,0 0 0,-1 0 0,1 1 0,2-2 0,2 6 0,-5 11 0,-4 3 0,4-18 0,2-8 0,3 0 0,-4 14 0,-5 16 0,-10-2 0,8-15 0,6-13 0,2 3 0,-3 11 0,-2 3 0,9-27 0,-7 17 0,0 0 0,0 1 0,1-1 0,-1 1 0,0 0 0,0-1 0,0 1 0,1-1 0,-1 1 0,0-1 0,1 1 0,-1-1 0,0 1 0,1 0 0,-1-1 0,0 1 0,1 0 0,-1-1 0,1 1 0,-1 0 0,1 0 0,-1-1 0,1 1 0,-1 0 0,1 0 0,-1 0 0,1 0 0,-1 0 0,1-1 0,-1 1 0,1 0 0,0 0 0,-1 1 0,1 0 0,-1 0 0,0-1 0,1 1 0,-1 0 0,0 0 0,0 0 0,0-1 0,0 1 0,0 0 0,0 0 0,0 0 0,0-1 0,0 1 0,0 0 0,0 0 0,0 0 0,0-1 0,-1 1 0,1 0 0,0 0 0,-1-1 0,1 1 0,-1 0 0,1-1 0,-1 1 0,1 0 0,-1 0 0,-4 3 0,11-17 0,6 0 0,-12 13 0,0 0 0,0 0 0,1 0 0,-1 0 0,0 0 0,0 0 0,0 1 0,0-1 0,1 0 0,-1 0 0,0 0 0,0 0 0,0 1 0,0-1 0,0 0 0,0 0 0,1 0 0,-1 1 0,0-1 0,0 0 0,0 0 0,0 0 0,0 1 0,0-1 0,0 0 0,0 0 0,0 1 0,0-1 0,0 0 0,0 0 0,0 0 0,0 1 0,0-1 0,0 0 0,0 0 0,0 0 0,-1 1 0,1 3 0,-1-1 0,0 1 0,0 0 0,0-1 0,0 1 0,0-1 0,-4 6 0,5-9 0,0 1 0,-1-1 0,1 1 0,0-1 0,0 1 0,-1-1 0,1 1 0,-1-1 0,1 1 0,0-1 0,-1 0 0,1 1 0,-1-1 0,1 0 0,-1 1 0,1-1 0,-1 0 0,1 0 0,-1 1 0,1-1 0,-1 0 0,0 0 0,1 0 0,0-1 0,0 1 0,0 0 0,0-1 0,0 1 0,0-1 0,0 1 0,0-1 0,0 1 0,0 0 0,1-1 0,-1 1 0,0-1 0,0 1 0,0 0 0,1-1 0,-1 1 0,0 0 0,0-1 0,1 1 0,-1 0 0,0 0 0,1-1 0,-1 1 0,0 0 0,1 0 0,0-1 0,2 1 0,-4 6 0,-3 7 0,-13 14 0,6-19 0,11-8 0,-1 0 0,1 0 0,0 0 0,-1 0 0,1-1 0,-1 1 0,1 0 0,0 0 0,-1 0 0,1 0 0,0-1 0,-1 1 0,1 0 0,0 0 0,-1-1 0,1 1 0,0 0 0,0-1 0,-1 1 0,1 0 0,0-1 0,0 1 0,0 0 0,0-1 0,-1 1 0,1 0 0,0-1 0,0 1 0,0-1 0,0 1 0,0 0 0,0-1 0,-1-2 0,1 1 0,-1-1 0,0 1 0,1-1 0,-1 1 0,0 0 0,-1 0 0,1 0 0,0-1 0,-1 1 0,1 0 0,-1 0 0,0 1 0,1-1 0,-4-2 0,2 3 0,1-1 0,-1 1 0,0 0 0,0 0 0,0 1 0,1-1 0,-1 1 0,0-1 0,0 1 0,0 0 0,0 0 0,0 0 0,-4 1 0,-7 1 0,-3 0 0,-1-1 0,-29-1 0,46 0 0,1 0 0,-1 0 0,1-1 0,-1 1 0,0 0 0,1 0 0,-1-1 0,1 1 0,-1 0 0,1-1 0,-1 1 0,1 0 0,-1-1 0,1 1 0,-1-1 0,1 1 0,-1-1 0,1 1 0,0-1 0,-1 1 0,1-1 0,0 0 0,-1 1 0,1-1 0,0 1 0,0-1 0,0 0 0,-1 0 0,0-23 0,1 13 0,0 11 0,0-1 0,0 1 0,1 0 0,-1-1 0,0 1 0,1 0 0,-1-1 0,0 1 0,1 0 0,-1 0 0,1-1 0,-1 1 0,0 0 0,1 0 0,-1 0 0,1-1 0,-1 1 0,0 0 0,1 0 0,-1 0 0,1 0 0,-1 0 0,1 0 0,-1 0 0,1 0 0,-1 0 0,0 0 0,1 0 0,-1 0 0,1 0 0,-1 1 0,1-1 0,23 4 0,-19-3 0,134 20 0,-139-21 0,0 0 0,1 0 0,-1 0 0,1 0 0,-1 0 0,0 0 0,1 0 0,-1 0 0,1 0 0,-1 0 0,0 1 0,1-1 0,-1 0 0,1 0 0,-1 0 0,0 0 0,1 0 0,-1 1 0,0-1 0,1 0 0,-1 0 0,0 1 0,1-1 0,-1 0 0,0 1 0,0-1 0,1 0 0,-1 1 0,0-1 0,0 0 0,0 1 0,1 0 0,-13 5 0,-23 1 0,-7 1 0,33-6 0,0 0 0,0 0 0,-1-1 0,1 0 0,-1 0 0,1-1 0,0 0 0,-1-1 0,1 0 0,-14-4 0,22 5 0,-1 0 0,1-1 0,0 1 0,-1-1 0,1 1 0,0-1 0,0 1 0,0-1 0,0 0 0,-1 1 0,1-1 0,0 0 0,0 0 0,0 0 0,1 0 0,-1 0 0,0 0 0,0 0 0,0 0 0,1 0 0,-1-1 0,1 1 0,-1 0 0,1 0 0,-1-1 0,1 1 0,0 0 0,-1-1 0,1 1 0,0 0 0,0-1 0,0 1 0,0-2 0,1 1 0,0 0 0,0-1 0,0 1 0,0 0 0,0 0 0,0 1 0,1-1 0,-1 0 0,1 0 0,-1 0 0,1 1 0,0-1 0,-1 1 0,1 0 0,0-1 0,0 1 0,0 0 0,3-1 0,3-1 0,0 0 0,0 0 0,1 1 0,15-2 0,-21 4 0,1-1 0,-1 1 0,1 0 0,-1 0 0,1 0 0,-1 0 0,1 1 0,-1 0 0,1-1 0,-1 1 0,0 0 0,1 1 0,-1-1 0,4 3 0,-5-3 0,-1 1 0,0 0 0,0 0 0,0-1 0,0 1 0,0 0 0,0 0 0,0 0 0,-1 0 0,1 0 0,-1 1 0,0-1 0,1 0 0,-1 0 0,0 0 0,0 0 0,0 0 0,0 0 0,-1 1 0,1-1 0,-1 0 0,0 2 0,1-2 0,-1 0 0,1 0 0,-1 0 0,1 0 0,-1 0 0,0-1 0,0 1 0,0 0 0,0 0 0,0-1 0,0 1 0,0-1 0,0 1 0,-1-1 0,1 1 0,-1-1 0,1 0 0,-1 0 0,1 0 0,-1 0 0,0 0 0,1 0 0,-1 0 0,-3 1 0,5-2 4,-1-1 0,0 1 0,0 0 0,1 0 0,-1-1 0,0 1 0,0 0 0,1-1 0,-1 1 0,0-1 0,1 1 0,-1-1 0,1 1 0,-1-1 0,1 1 0,-1-1 0,1 1 0,-1-1 0,1 0 0,-1 1 0,1-1 0,0 0 0,-1 0 0,1 1 0,0-1 0,0 0 0,0 0 0,-1 1 0,1-2 0,0 0-103,-1 1 0,1-1 0,0 1 0,0-1 0,0 1 0,-1-1 0,1 0 0,1 1 0,-1-1 0,0 1 0,0-1 0,1 1 0,-1-1 0,1-1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3:10:17.2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145 29 24575,'1'7'0,"-1"0"0,2 0 0,-1-1 0,1 1 0,0 0 0,4 8 0,-3-7 0,-1-1 0,1 1 0,-1 0 0,1 7 0,-3-15 0,0 0 0,0 0 0,0 0 0,0 1 0,0-1 0,0 0 0,0 0 0,0 0 0,0 0 0,0 0 0,0 0 0,0 0 0,0 0 0,0 0 0,0 1 0,0-1 0,0 0 0,0 0 0,0 0 0,0 0 0,0 0 0,0 0 0,0 0 0,0 0 0,0 1 0,0-1 0,0 0 0,0 0 0,0 0 0,0 0 0,0 0 0,0 0 0,0 0 0,0 0 0,0 1 0,0-1 0,0 0 0,0 0 0,0 0 0,0 0 0,0 0 0,-1 0 0,1 0 0,0 0 0,0 0 0,0 0 0,0 0 0,0 0 0,0 0 0,0 0 0,0 0 0,0 0 0,-1 0 0,1 0 0,0 0 0,0 0 0,0 0 0,0 0 0,0 0 0,0 0 0,0 0 0,-1 0 0,1 0 0,0 0 0,0 0 0,0 0 0,0 0 0,0 0 0,0 0 0,-9-9 0,-5-15 0,11 20 0,2 1 0,-1 1 0,1-1 0,0 0 0,0 1 0,0-1 0,0 0 0,0 0 0,0 1 0,1-1 0,-1-3 0,3 8 0,0-1 0,0 1 0,-1 1 0,1-1 0,-1 0 0,1 0 0,1 4 0,6 16 0,-4-17 0,-3-15 0,-2 10 0,0-1 0,0 0 0,0 1 0,0-1 0,0 1 0,0-1 0,0 1 0,0-1 0,0 1 0,-1-1 0,1 0 0,0 1 0,0-1 0,0 1 0,-1-1 0,1 1 0,0 0 0,-1-1 0,1 1 0,-1-1 0,1 1 0,0 0 0,-1-1 0,1 1 0,-1 0 0,1-1 0,-1 1 0,1 0 0,-1 0 0,1-1 0,-1 1 0,1 0 0,-1 0 0,1 0 0,-1 0 0,0 0 0,1 0 0,-1 0 0,1 0 0,-1 0 0,1 0 0,-1 0 0,1 0 0,-1 0 0,0 0 0,1 0 0,-1 1 0,1-1 0,-1 0 0,1 0 0,-1 1 0,-29 15 0,27-14 0,2-1 0,0 0 0,0-1 0,0 1 0,0-1 0,1 1 0,-1-1 0,0 1 0,0-1 0,0 0 0,0 0 0,0 1 0,0-1 0,0 0 0,0 0 0,0 0 0,0 0 0,0 0 0,0 0 0,0 0 0,0-1 0,0 1 0,0 0 0,0 0 0,0-1 0,0 1 0,0 0 0,-1-2 0,0 0 0,0 0 0,0 0 0,0-1 0,0 1 0,0-1 0,0 1 0,-1-4 0,3 5 0,-1 1 0,1 0 0,0-1 0,-1 1 0,1 0 0,0 0 0,-1-1 0,1 1 0,-1 0 0,1 0 0,0 0 0,-1 0 0,1 0 0,-1 0 0,1-1 0,-1 1 0,1 0 0,0 0 0,-1 0 0,1 1 0,-1-1 0,1 0 0,-1 0 0,1 0 0,0 0 0,-1 0 0,1 0 0,-1 1 0,1-1 0,0 0 0,-1 0 0,1 1 0,0-1 0,-1 0 0,1 0 0,0 1 0,-1-1 0,1 0 0,0 1 0,-1 0 0,-12 5 0,13-6 0,-1 0 0,1 0 0,-1-1 0,1 1 0,-1 0 0,1 0 0,-1-1 0,1 1 0,-1 0 0,1-1 0,0 1 0,-1 0 0,1-1 0,-1 1 0,1-1 0,0 1 0,-1-1 0,1 1 0,0 0 0,0-1 0,0 1 0,-1-1 0,1 0 0,0 1 0,0-1 0,0 1 0,0-1 0,0 1 0,0-1 0,0 0 0,-2-9 0,2 10 0,0 0 0,0 0 0,0 0 0,0 0 0,0 0 0,0 0 0,0 0 0,0 0 0,0 0 0,0 0 0,0 0 0,0 0 0,0 0 0,-1 0 0,1 0 0,0 0 0,0 0 0,0 0 0,0 0 0,0 0 0,0 0 0,0 0 0,0 0 0,0 0 0,0 0 0,0 0 0,0 0 0,0 0 0,0 0 0,0 0 0,0 0 0,0 0 0,0 0 0,0 0 0,0-1 0,0 1 0,0 0 0,0 0 0,0 0 0,-5 6 0,4-6 0,0 0 0,1 0 0,-1-1 0,0 1 0,0 0 0,0-1 0,1 1 0,-1 0 0,0-1 0,1 1 0,-1-1 0,0 1 0,1-1 0,-1 1 0,0-1 0,0 0 0,-4-5 0,6 6 0,1 1 0,0 0 0,0 0 0,0 0 0,0 0 0,0-1 0,0 1 0,0-1 0,1 1 0,-1-1 0,0 0 0,0 0 0,0 0 0,1 0 0,1-1 0,36-6 0,-26 3 0,115-16 0,-117 18 0,-5 0 0,0 1 0,0-1 0,0 2 0,0-1 0,1 1 0,-1 0 0,10 2 0,-41 9 0,-116 31 0,189-71 0,-30 20 0,0 1 0,1 0 0,41-9 0,-61 18 0,-1-1 0,1 0 0,0 0 0,0 0 0,0 0 0,-1 1 0,1-1 0,0 0 0,0 0 0,0 1 0,0-1 0,0 0 0,0 0 0,-1 1 0,1-1 0,0 0 0,0 0 0,0 1 0,0-1 0,0 0 0,0 0 0,0 1 0,0-1 0,0 0 0,0 0 0,0 1 0,0-1 0,0 0 0,0 0 0,0 1 0,1-1 0,-1 0 0,0 0 0,0 1 0,0-1 0,0 0 0,0 0 0,1 1 0,-1-1 0,0 0 0,0 0 0,0 0 0,1 0 0,-1 1 0,0-1 0,0 0 0,1 0 0,-1 0 0,0 0 0,0 0 0,1 0 0,-1 0 0,0 1 0,0-1 0,1 0 0,-1 0 0,0 0 0,0 0 0,1 0 0,-1 0 0,0 0 0,0 0 0,1-1 0,-1 1 0,0 0 0,0 0 0,1 0 0,-1 0 0,-18 23 0,10-13 0,8-10 0,0 0 0,0 0 0,0 1 0,0-1 0,-1 0 0,1 0 0,0 0 0,0 0 0,0 0 0,0 0 0,1 0 0,-1 0 0,0 0 0,0 1 0,0-1 0,0 0 0,0 0 0,0 0 0,0 0 0,0 0 0,0 0 0,0 0 0,0 0 0,0 0 0,0 0 0,0 1 0,0-1 0,0 0 0,0 0 0,0 0 0,1 0 0,-1 0 0,0 0 0,0 0 0,0 0 0,0 0 0,0 0 0,0 0 0,0 0 0,0 0 0,0 0 0,1 0 0,-1 0 0,0 0 0,0 0 0,0 0 0,0 0 0,0 0 0,0 0 0,0 0 0,0 0 0,0 0 0,1 0 0,-1 0 0,0 0 0,0 0 0,0 0 0,12-3 0,10-3 0,-4-2 0,-11 5 0,0 0 0,1 0 0,0 1 0,0 0 0,10-2 0,-42 26 0,-4-5 0,18-11 0,-1 0 0,2 1 0,-17 13 0,32-24 0,0 0 0,0 1 0,0-1 0,1 1 0,10-3 0,-3 1 0,-11 3 0,23-8 0,-22 10 0,-14 9 0,-3 1 0,6-4 0,0-1 0,0 0 0,0-1 0,-15 7 0,25-20 0,4-8 0,-6 17 0,-1-1 0,0 1 0,0 0 0,0-1 0,0 1 0,0-1 0,1 1 0,-1 0 0,0-1 0,0 1 0,0 0 0,0-1 0,0 1 0,0 0 0,0-1 0,0 1 0,0-1 0,-1 1 0,1 0 0,0-1 0,0 1 0,0 0 0,0-1 0,0 1 0,-1 0 0,1-1 0,0 1 0,0 0 0,0 0 0,-1-1 0,1 1 0,0 0 0,-1-1 0,-3 1 0,-1-1 0,1 1 0,0-1 0,-1 1 0,1 1 0,-1-1 0,1 1 0,0-1 0,-1 1 0,1 1 0,0-1 0,-6 3 0,3-2 0,0 1 0,1 1 0,-1-1 0,1 1 0,0 0 0,-10 8 0,80-22 0,-63 10 0,-1-1 0,1 1 0,-1 0 0,1 0 0,-1 0 0,1 0 0,-1 0 0,1 0 0,-1 0 0,1 0 0,-1 0 0,1 0 0,-1 0 0,1 0 0,-1 0 0,0 1 0,1-1 0,-1 0 0,1 0 0,-1 0 0,1 1 0,-1-1 0,0 0 0,1 1 0,-1-1 0,1 0 0,-1 1 0,0-1 0,1 0 0,-1 1 0,0-1 0,0 1 0,1-1 0,-1 0 0,0 1 0,0-1 0,0 1 0,1-1 0,-1 1 0,0-1 0,0 1 0,0-1 0,0 2 0,4 8 0,-3-9 0,-1-1 0,1 0 0,0 0 0,-1 1 0,1-1 0,0 0 0,0 0 0,0 0 0,-1 0 0,1 0 0,0 0 0,0 0 0,-1 0 0,1 0 0,0 0 0,0-1 0,-1 1 0,1 0 0,0 0 0,0-1 0,1 0 0,18-9 0,-17 9 0,8-5 0,20-8 0,-49 48 0,131-93 0,-100 52 0,-10 5 0,1 0 0,-1 1 0,1-1 0,0 0 0,-1 1 0,1 0 0,0 0 0,0 0 0,8 0 0,-12 1 0,0 0 0,0 1 0,0-1 0,0 1 0,0-1 0,0 0 0,0 1 0,0-1 0,0 1 0,0-1 0,0 0 0,-1 1 0,1-1 0,0 1 0,0-1 0,0 0 0,0 1 0,-1-1 0,1 0 0,0 1 0,0-1 0,-1 0 0,1 1 0,0-1 0,-1 0 0,1 0 0,0 1 0,-1-1 0,-10 12 0,5-6 0,4-3 0,0-1 0,-1 1 0,1-1 0,-1 1 0,1-1 0,-1 0 0,0 0 0,0 0 0,-4 1 0,27-25 0,-5 11 0,-27 21 0,-3-4 0,15-6 0,0 0 0,-1 0 0,1 0 0,0 0 0,-1-1 0,1 1 0,0 0 0,-1 0 0,1 0 0,0 0 0,0 0 0,-1-1 0,1 1 0,0 0 0,0 0 0,-1 0 0,1-1 0,0 1 0,0 0 0,0 0 0,-1-1 0,1 1 0,0 0 0,0 0 0,0-1 0,0 0 0,-1-2 0,0 0 0,1 0 0,0 0 0,0-1 0,0 1 0,1-5 0,-1-16 0,-1 23 0,1 1 0,-1 0 0,1 0 0,-1-1 0,1 1 0,-1 0 0,1 0 0,0 0 0,-1 0 0,1 0 0,-1 0 0,1 0 0,-1 0 0,1 0 0,-1 0 0,1 0 0,-1 0 0,1 0 0,-1 0 0,1 0 0,-1 0 0,1 0 0,-1 1 0,1-1 0,-1 0 0,1 0 0,-1 1 0,1-1 0,-1 1 0,-20 10 0,16-8 0,-62 28 0,67-30 0,0-1 0,0 0 0,-1 0 0,1 0 0,0 0 0,0 0 0,0 0 0,0 0 0,0 0 0,0 0 0,0 1 0,0-1 0,-1 0 0,1 0 0,0 0 0,0 0 0,0 0 0,0 0 0,0 0 0,0 0 0,-1 0 0,1 0 0,0 0 0,0 0 0,0 0 0,0 0 0,0 0 0,-1 0 0,1 0 0,0 0 0,0 0 0,0 0 0,0 0 0,0 0 0,0 0 0,-1-1 0,1 1 0,0 0 0,0 0 0,0 0 0,0 0 0,0 0 0,0 0 0,0 0 0,0 0 0,0 0 0,-1-1 0,1 1 0,0 0 0,0 0 0,0 0 0,0 0 0,0 0 0,0 0 0,0-1 0,0 1 0,0 0 0,0 0 0,0 0 0,0 0 0,0 0 0,0-1 0,0 1 0,0 0 0,7-13 0,13-11 0,-13 17 0,-4 3 0,0 1 0,1 0 0,-1 0 0,1 0 0,-1 0 0,1 0 0,7-3 0,-10 6 0,-1 0 0,1 0 0,-1 0 0,1 0 0,-1 0 0,1 1 0,-1-1 0,0 0 0,1 0 0,-1 1 0,1-1 0,-1 0 0,0 0 0,1 1 0,-1-1 0,0 0 0,1 1 0,-1-1 0,0 1 0,1-1 0,-1 0 0,0 1 0,0-1 0,0 1 0,1-1 0,-1 1 0,0-1 0,0 1 0,0-1 0,0 1 0,0-1 0,0 1 0,0-1 0,0 1 0,0-1 0,0 1 0,0 0 0,1 24 0,-1-24 0,0 4 0,2 18 0,-2-23 0,1 1 0,-1-1 0,0 0 0,1 1 0,-1-1 0,1 0 0,-1 1 0,1-1 0,-1 0 0,1 1 0,-1-1 0,1 0 0,-1 0 0,1 0 0,-1 0 0,1 0 0,-1 1 0,1-1 0,0 0 0,-1 0 0,1 0 0,-1 0 0,1 0 0,-1-1 0,1 1 0,-1 0 0,1 0 0,-1 0 0,1 0 0,-1-1 0,1 1 0,-1 0 0,1 0 0,-1-1 0,1 1 0,-1 0 0,1-1 0,-1 1 0,0-1 0,1 1 0,21-16 0,12-5 0,-33 20 0,-1 1 0,0 0 0,0 0 0,1 0 0,-1 0 0,0 0 0,0 0 0,0-1 0,1 1 0,-1 0 0,0 0 0,0 0 0,1 0 0,-1 0 0,0 0 0,0 0 0,1 0 0,-1 0 0,0 0 0,0 0 0,1 0 0,-1 1 0,0-1 0,0 0 0,1 0 0,-1 0 0,0 0 0,0 0 0,0 0 0,1 0 0,-1 1 0,0-1 0,0 0 0,0 0 0,0 0 0,1 1 0,-1-1 0,0 11 0,-8 12 0,7-23 0,-1 5 0,0-1 0,-1 0 0,0 1 0,0-1 0,0-1 0,0 1 0,-1 0 0,1-1 0,-5 4 0,22-30 0,-9 18 0,-3 1 0,0 1 0,1 0 0,-1 0 0,1 0 0,0 0 0,0 0 0,0 1 0,0-1 0,1 1 0,-1 0 0,1 0 0,5-2 0,-9 4 0,0 0 0,0 0 0,1 0 0,-1 0 0,0 0 0,0 1 0,0-1 0,1 0 0,-1 0 0,0 0 0,0 1 0,0-1 0,1 0 0,-1 0 0,0 0 0,0 1 0,0-1 0,0 0 0,0 0 0,0 1 0,0-1 0,0 0 0,1 0 0,-1 1 0,0-1 0,0 0 0,0 1 0,0-1 0,0 0 0,0 0 0,-1 1 0,1-1 0,0 0 0,0 0 0,0 1 0,0-1 0,0 0 0,0 0 0,0 1 0,0-1 0,-1 0 0,1 0 0,0 1 0,0-1 0,0 0 0,0 0 0,-1 0 0,1 0 0,0 1 0,-9 13 0,7-10 0,-8 11 0,0-1 0,-1-1 0,0 0 0,-19 16 0,51-62 0,-18 30 0,-2 2 0,0-1 0,0 0 0,1 1 0,-1-1 0,1 1 0,-1-1 0,1 1 0,-1 0 0,1 0 0,0 0 0,-1 0 0,1 0 0,0 0 0,0 0 0,0 0 0,3 0 0,1-1 0,-1 1 0,1-2 0,-1 1 0,0 0 0,0-1 0,0 0 0,5-4 0,-5 3 0,1 1 0,0-1 0,0 1 0,10-4 0,-16 7 0,0 0 0,0 0 0,0 0 0,0 0 0,0 0 0,0 0 0,1 0 0,-1 0 0,0 0 0,0 0 0,0 0 0,0 0 0,0 0 0,0 0 0,0 0 0,0 0 0,0 0 0,0 0 0,0 0 0,1 0 0,-1 0 0,0 0 0,0 0 0,0 0 0,0 0 0,0 0 0,0 0 0,0 0 0,0 0 0,0 1 0,0-1 0,0 0 0,0 0 0,0 0 0,1 0 0,-1 0 0,0 0 0,0 0 0,0 0 0,0 0 0,0 0 0,0 0 0,0 0 0,0 1 0,0-1 0,0 0 0,0 0 0,0 0 0,0 0 0,0 0 0,0 0 0,0 0 0,0 0 0,0 0 0,0 0 0,0 0 0,0 1 0,0-1 0,0 0 0,-4 8 0,-6 8 0,-2 0 0,5-6 0,0 0 0,-1-1 0,0 0 0,-14 12 0,65-68 0,-29 37 0,-12 10 0,-8 7 0,-6 4 0,-8 9 0,54-28 0,-33 8 0,1 0 0,1-1 0,-1 1 0,0 0 0,0-1 0,1 1 0,-1 0 0,0 0 0,0 1 0,1-1 0,-1 0 0,0 1 0,0-1 0,3 2 0,7-32 0,-2 13 0,-7 11 0,-12 14 0,6-4 0,-1-1 0,0 1 0,0-1 0,0 0 0,0 0 0,0-1 0,-1 1 0,1-1 0,-1 0 0,1 0 0,-1 0 0,-6 1 0,11-4 0,-1 1 0,0 0 0,1 0 0,-1-1 0,1 1 0,-1 0 0,0-1 0,1 1 0,-1-1 0,1 1 0,-1-1 0,1 1 0,-1-1 0,1 1 0,-1-1 0,1 1 0,0-1 0,-1 1 0,1-1 0,0 0 0,0 1 0,-1-1 0,1 0 0,0 1 0,0-1 0,0 0 0,0 1 0,0-1 0,0 0 0,0 1 0,0-1 0,0 0 0,0 1 0,0-1 0,0 0 0,4-27 0,9-14 0,-35 54 0,0 3 0,-22 19 0,47-36 0,4-4 0,-1 0 0,1 0 0,0 1 0,1 0 0,9-5 0,-17 10 0,0-1 0,0 1 0,0 0 0,1 0 0,-1 0 0,0 0 0,0 0 0,0 0 0,0 0 0,0 0 0,0 0 0,1 0 0,-1 0 0,0 0 0,0 0 0,0 0 0,0 0 0,0 0 0,0 0 0,1 0 0,-1 0 0,0 0 0,0 0 0,0 0 0,0 0 0,0 0 0,1 0 0,-1 0 0,0 0 0,0 0 0,0 0 0,0 0 0,0 0 0,0 0 0,0 0 0,1 0 0,-1 1 0,0-1 0,0 0 0,0 0 0,0 0 0,0 0 0,0 0 0,0 0 0,0 0 0,0 1 0,0-1 0,-3 8 0,-7 7 0,-2 0 0,7-8 0,0-1 0,-1 0 0,1 0 0,-9 7 0,13-12 0,1-1 0,0 0 0,0 0 0,0 0 0,0 0 0,0 0 0,0 0 0,0 0 0,0 0 0,0 0 0,0 0 0,-1 0 0,1 0 0,0 0 0,0 1 0,0-1 0,0 0 0,0 0 0,0 0 0,0 0 0,-1 0 0,1 0 0,0 0 0,0 0 0,0 0 0,0 0 0,0 0 0,0 0 0,0 0 0,-1 0 0,1-1 0,0 1 0,0 0 0,0 0 0,0 0 0,0 0 0,0 0 0,0 0 0,0 0 0,0 0 0,-1 0 0,1 0 0,0 0 0,0 0 0,0-1 0,0 1 0,0 0 0,0 0 0,0 0 0,0 0 0,0 0 0,0 0 0,0 0 0,-1-10 0,1 10 0,0-1 0,0 1 0,1-1 0,-1 1 0,0-1 0,0 1 0,0-1 0,0 1 0,0-1 0,0 1 0,-1-1 0,1 1 0,0-1 0,0 1 0,0-1 0,0 1 0,-1-1 0,1 1 0,0-1 0,0 1 0,-1 0 0,1-1 0,0 1 0,-1-1 0,-3 1 0,0 0 0,1 1 0,-1 0 0,1 0 0,0 0 0,-1 0 0,1 0 0,0 1 0,-1-1 0,1 1 0,-5 4 0,-19 8 0,42-29 132,-2 1-1629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13:38:58.7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 6553,'0'2'241,"0"4"-1,3-2 100,0-4-100,0-5-254,2 0 0,0 1 240,-1 3-226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13:39:10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55 24575,'0'-1'0,"0"0"0,0 0 0,0 0 0,0 0 0,1 0 0,-1 0 0,0 0 0,1 0 0,-1 0 0,0 0 0,1 0 0,-1 0 0,1 0 0,0 0 0,-1 0 0,1 0 0,0 1 0,0-1 0,-1 0 0,1 0 0,1 0 0,-2 1 0,1 0 0,-1 0 0,1 0 0,-1-1 0,1 1 0,-1 0 0,1 0 0,-1 0 0,1 0 0,-1 0 0,1 0 0,-1 0 0,1 1 0,-1-1 0,0 0 0,1 0 0,-1 0 0,1 0 0,-1 1 0,1-1 0,-1 0 0,0 0 0,1 1 0,-1-1 0,1 0 0,-1 1 0,0-1 0,1 0 0,-1 1 0,0-1 0,0 0 0,1 1 0,-1-1 0,0 1 0,0-1 0,0 1 0,1-1 0,-1 0 0,0 1 0,0-1 0,0 1 0,0-1 0,0 1 0,0-1 0,0 1 0,0-1 0,0 1 0,0 1 0,0-1 0,1 1 0,-1-1 0,0 1 0,0-1 0,0 1 0,0-1 0,-1 1 0,1-1 0,0 1 0,-1-1 0,1 0 0,-1 1 0,1-1 0,-1 1 0,1-1 0,-1 0 0,-1 2 0,1-2 0,0-1 0,1 1 0,-1-1 0,0 1 0,1-1 0,-1 0 0,0 1 0,1-1 0,-1 0 0,0 0 0,0 0 0,1 1 0,-1-1 0,0 0 0,0 0 0,1 0 0,-1 0 0,0 0 0,0 0 0,1 0 0,-1-1 0,0 1 0,0 0 0,1 0 0,-1-1 0,0 1 0,0 0 0,1-1 0,-1 1 0,1-1 0,-1 1 0,0 0 0,1-1 0,-1 0 0,1 1 0,-1-1 0,0-1 0,0 1 0,0-1 0,0 1 0,0-1 0,0 1 0,0-1 0,0 0 0,1 0 0,-1 1 0,0-1 0,1 0 0,0 0 0,-1 0 0,1 0 0,0 0 0,0 0 0,0 1 0,0-1 0,1 0 0,-1 0 0,0 0 0,1 0 0,-1 0 0,1 1 0,0-1 0,-1 0 0,1 0 0,0 1 0,0-1 0,0 1 0,0-1 0,1 1 0,-1-1 0,0 1 0,1 0 0,-1-1 0,1 1 0,-1 0 0,1 0 0,-1 0 0,1 0 0,0 0 0,-1 1 0,1-1 0,3 0 0,-2 0 0,0 1 0,-1 0 0,1 0 0,0 0 0,0 0 0,-1 0 0,1 1 0,0-1 0,-1 1 0,1 0 0,3 1 0,-5-1 0,0 0 0,-1 0 0,1 0 0,0 1 0,0-1 0,0 0 0,-1 1 0,1-1 0,0 0 0,-1 1 0,0-1 0,1 0 0,-1 1 0,0-1 0,1 1 0,-1-1 0,0 1 0,0-1 0,0 1 0,-1-1 0,1 3 0,0-3 0,0 1 0,0 0 0,0 0 0,0 0 0,-1-1 0,1 1 0,0 0 0,-1 0 0,1-1 0,-1 1 0,0 0 0,0-1 0,1 1 0,-1-1 0,0 1 0,0-1 0,-1 1 0,1-1 0,0 0 0,0 1 0,-1-1 0,1 0 0,0 0 0,-1 0 0,1 0 0,-1 0 0,0 0 0,1-1 0,-1 1 0,0 0 0,1-1 0,-1 0 0,0 1 0,0-1 0,1 0 0,-1 0 0,0 0 0,0 0 0,0 0 0,-2 0 0,3 0 0,0-1 0,0 1 0,0 0 0,0-1 0,0 1 0,0 0 0,0-1 0,0 1 0,0-1 0,1 0 0,-1 1 0,0-1 0,0 0 0,1 1 0,-1-1 0,0 0 0,1 0 0,-1 1 0,0-1 0,1 0 0,-1 0 0,1 0 0,0 0 0,-1 0 0,1 0 0,0 0 0,-1 0 0,1 0 0,0 0 0,0 0 0,0 0 0,0 0 0,0 0 0,0-2 0,0 2 0,0 0 0,0 0 0,1 0 0,-1 0 0,0 0 0,0 0 0,0 0 0,1 0 0,-1 0 0,1 0 0,-1 0 0,1 0 0,-1 0 0,1 0 0,-1 0 0,1 0 0,0 0 0,-1 0 0,1 1 0,0-1 0,0 0 0,0 1 0,0-1 0,0 0 0,0 1 0,0-1 0,0 1 0,0-1 0,0 1 0,0 0 0,0 0 0,0-1 0,0 1 0,1 0 0,-1 0 0,0 0 0,0 0 0,0 1 0,0-1 0,0 0 0,0 1 0,0-1 0,0 1 0,0-1 0,0 1 0,0-1 0,0 1 0,0-1 0,0 1 0,-1 0 0,1 0 0,0-1 0,-1 1 0,1 0 0,0 0 0,-1 0 0,1 0 0,-1 0 0,1 0 0,-1 0 0,0 0 0,1 0 0,-1 1 0,1 0 0,-1 0 0,1 1 0,-1-1 0,0 0 0,1 1 0,-1-1 0,0 0 0,-1 0 0,1 1 0,0-1 0,-1 0 0,0 4 0,1-6 0,-1 1 0,1-1 0,0 1 0,0-1 0,-1 1 0,1-1 0,0 1 0,-1-1 0,1 0 0,0 1 0,-1-1 0,1 0 0,0 1 0,-1-1 0,1 0 0,-1 0 0,1 1 0,-1-1 0,1 0 0,-1 0 0,1 0 0,0 0 0,-1 1 0,1-1 0,-1 0 0,1 0 0,-1 0 0,1 0 0,-1 0 0,1 0 0,-1 0 0,1 0 0,-1-1 0,1 1 0,-1 0 0,1 0 0,-1 0 0,1 0 0,-1-1 0,1 1 0,-1 0 0,1-1 0,0 1 0,-1 0 0,1 0 0,-1-1 0,1 1 0,0-1 0,-1 0 0,0 0 0,-1 0 0,1-1 0,0 1 0,0 0 0,0-1 0,0 1 0,0-1 0,0 1 0,0-1 0,0 0 0,0 1 0,1-1 0,-1-2 0,1 2 17,0 1-1,0 0 0,0 0 0,0-1 1,1 1-1,-1 0 0,0 0 0,1-1 1,-1 1-1,1 0 0,-1 0 0,1 0 1,0 0-1,-1 0 0,1 0 0,0 0 1,0 0-1,0 0 0,0 0 0,1-1 1,-1 2-62,0-1 0,-1 1 0,1 0 0,-1-1 0,1 1 0,0 0 0,0 0 0,-1 0 0,1-1 0,0 1 1,-1 0-1,1 0 0,0 0 0,0 0 0,-1 0 0,1 0 0,0 1 0,-1-1 0,1 0 0,0 0 0,0 0 1,-1 1-1,1-1 0,-1 0 0,1 1 0,0-1 0,-1 0 0,1 1 0,-1-1 0,1 1 0,-1-1 0,1 1 1,-1-1-1,1 1 0,-1 0 0,1-1 0,-1 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13:38:58.7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 6553,'0'2'241,"0"4"-1,3-2 100,0-4-100,0-5-254,2 0 0,0 1 240,-1 3-226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13:39:10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55 24575,'0'-1'0,"0"0"0,0 0 0,0 0 0,0 0 0,1 0 0,-1 0 0,0 0 0,1 0 0,-1 0 0,0 0 0,1 0 0,-1 0 0,1 0 0,0 0 0,-1 0 0,1 0 0,0 1 0,0-1 0,-1 0 0,1 0 0,1 0 0,-2 1 0,1 0 0,-1 0 0,1 0 0,-1-1 0,1 1 0,-1 0 0,1 0 0,-1 0 0,1 0 0,-1 0 0,1 0 0,-1 0 0,1 1 0,-1-1 0,0 0 0,1 0 0,-1 0 0,1 0 0,-1 1 0,1-1 0,-1 0 0,0 0 0,1 1 0,-1-1 0,1 0 0,-1 1 0,0-1 0,1 0 0,-1 1 0,0-1 0,0 0 0,1 1 0,-1-1 0,0 1 0,0-1 0,0 1 0,1-1 0,-1 0 0,0 1 0,0-1 0,0 1 0,0-1 0,0 1 0,0-1 0,0 1 0,0-1 0,0 1 0,0 1 0,0-1 0,1 1 0,-1-1 0,0 1 0,0-1 0,0 1 0,0-1 0,-1 1 0,1-1 0,0 1 0,-1-1 0,1 0 0,-1 1 0,1-1 0,-1 1 0,1-1 0,-1 0 0,-1 2 0,1-2 0,0-1 0,1 1 0,-1-1 0,0 1 0,1-1 0,-1 0 0,0 1 0,1-1 0,-1 0 0,0 0 0,0 0 0,1 1 0,-1-1 0,0 0 0,0 0 0,1 0 0,-1 0 0,0 0 0,0 0 0,1 0 0,-1-1 0,0 1 0,0 0 0,1 0 0,-1-1 0,0 1 0,0 0 0,1-1 0,-1 1 0,1-1 0,-1 1 0,0 0 0,1-1 0,-1 0 0,1 1 0,-1-1 0,0-1 0,0 1 0,0-1 0,0 1 0,0-1 0,0 1 0,0-1 0,0 0 0,1 0 0,-1 1 0,0-1 0,1 0 0,0 0 0,-1 0 0,1 0 0,0 0 0,0 0 0,0 1 0,0-1 0,1 0 0,-1 0 0,0 0 0,1 0 0,-1 0 0,1 1 0,0-1 0,-1 0 0,1 0 0,0 1 0,0-1 0,0 1 0,0-1 0,1 1 0,-1-1 0,0 1 0,1 0 0,-1-1 0,1 1 0,-1 0 0,1 0 0,-1 0 0,1 0 0,0 0 0,-1 1 0,1-1 0,3 0 0,-2 0 0,0 1 0,-1 0 0,1 0 0,0 0 0,0 0 0,-1 0 0,1 1 0,0-1 0,-1 1 0,1 0 0,3 1 0,-5-1 0,0 0 0,-1 0 0,1 0 0,0 1 0,0-1 0,0 0 0,-1 1 0,1-1 0,0 0 0,-1 1 0,0-1 0,1 0 0,-1 1 0,0-1 0,1 1 0,-1-1 0,0 1 0,0-1 0,0 1 0,-1-1 0,1 3 0,0-3 0,0 1 0,0 0 0,0 0 0,0 0 0,-1-1 0,1 1 0,0 0 0,-1 0 0,1-1 0,-1 1 0,0 0 0,0-1 0,1 1 0,-1-1 0,0 1 0,0-1 0,-1 1 0,1-1 0,0 0 0,0 1 0,-1-1 0,1 0 0,0 0 0,-1 0 0,1 0 0,-1 0 0,0 0 0,1-1 0,-1 1 0,0 0 0,1-1 0,-1 0 0,0 1 0,0-1 0,1 0 0,-1 0 0,0 0 0,0 0 0,0 0 0,-2 0 0,3 0 0,0-1 0,0 1 0,0 0 0,0-1 0,0 1 0,0 0 0,0-1 0,0 1 0,0-1 0,1 0 0,-1 1 0,0-1 0,0 0 0,1 1 0,-1-1 0,0 0 0,1 0 0,-1 1 0,0-1 0,1 0 0,-1 0 0,1 0 0,0 0 0,-1 0 0,1 0 0,0 0 0,-1 0 0,1 0 0,0 0 0,0 0 0,0 0 0,0 0 0,0 0 0,0-2 0,0 2 0,0 0 0,0 0 0,1 0 0,-1 0 0,0 0 0,0 0 0,0 0 0,1 0 0,-1 0 0,1 0 0,-1 0 0,1 0 0,-1 0 0,1 0 0,-1 0 0,1 0 0,0 0 0,-1 0 0,1 1 0,0-1 0,0 0 0,0 1 0,0-1 0,0 0 0,0 1 0,0-1 0,0 1 0,0-1 0,0 1 0,0 0 0,0 0 0,0-1 0,0 1 0,1 0 0,-1 0 0,0 0 0,0 0 0,0 1 0,0-1 0,0 0 0,0 1 0,0-1 0,0 1 0,0-1 0,0 1 0,0-1 0,0 1 0,0-1 0,0 1 0,-1 0 0,1 0 0,0-1 0,-1 1 0,1 0 0,0 0 0,-1 0 0,1 0 0,-1 0 0,1 0 0,-1 0 0,0 0 0,1 0 0,-1 1 0,1 0 0,-1 0 0,1 1 0,-1-1 0,0 0 0,1 1 0,-1-1 0,0 0 0,-1 0 0,1 1 0,0-1 0,-1 0 0,0 4 0,1-6 0,-1 1 0,1-1 0,0 1 0,0-1 0,-1 1 0,1-1 0,0 1 0,-1-1 0,1 0 0,0 1 0,-1-1 0,1 0 0,0 1 0,-1-1 0,1 0 0,-1 0 0,1 1 0,-1-1 0,1 0 0,-1 0 0,1 0 0,0 0 0,-1 1 0,1-1 0,-1 0 0,1 0 0,-1 0 0,1 0 0,-1 0 0,1 0 0,-1 0 0,1 0 0,-1-1 0,1 1 0,-1 0 0,1 0 0,-1 0 0,1 0 0,-1-1 0,1 1 0,-1 0 0,1-1 0,0 1 0,-1 0 0,1 0 0,-1-1 0,1 1 0,0-1 0,-1 0 0,0 0 0,-1 0 0,1-1 0,0 1 0,0 0 0,0-1 0,0 1 0,0-1 0,0 1 0,0-1 0,0 0 0,0 1 0,1-1 0,-1-2 0,1 2 17,0 1-1,0 0 0,0 0 0,0-1 1,1 1-1,-1 0 0,0 0 0,1-1 1,-1 1-1,1 0 0,-1 0 0,1 0 1,0 0-1,-1 0 0,1 0 0,0 0 1,0 0-1,0 0 0,0 0 0,1-1 1,-1 2-62,0-1 0,-1 1 0,1 0 0,-1-1 0,1 1 0,0 0 0,0 0 0,-1 0 0,1-1 0,0 1 1,-1 0-1,1 0 0,0 0 0,0 0 0,-1 0 0,1 0 0,0 1 0,-1-1 0,1 0 0,0 0 0,0 0 1,-1 1-1,1-1 0,-1 0 0,1 1 0,0-1 0,-1 0 0,1 1 0,-1-1 0,1 1 0,-1-1 0,1 1 1,-1-1-1,1 1 0,-1 0 0,1-1 0,-1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4BCEA-3FF4-4CB2-B00C-F3A2A72C868C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9E238-56E2-498F-AF52-A01BE2759D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81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338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95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9213D-428B-3237-A8D7-CF406E2D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AD2D4B-5E4C-21CC-BFCC-F71F7DBFB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1AB30B-390F-9307-96BD-F3336C865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BE99AF-634B-C6B9-1B63-225668B96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608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892BA-E699-1E15-4808-0451111D3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EB4CB8-D7E0-6FBA-308D-780907E3C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79FBE6-837A-D286-55F3-16CC702B5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24B888-8406-EFEB-EFA8-D47F590294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592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E5B41-8F7F-E041-404E-7DA292E97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ED92C5-D378-755F-B33D-91DE90EE7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1DE1EA-EEF3-DD5C-3689-D0DE6187A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7D4424-561F-5FF3-C975-49B262786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967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0E8D5-F957-4E29-AB69-71CF3976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C9E1A4-8B80-6A9F-289B-160B4B503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72F181-4A8B-34E5-1785-D89B01E3C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E9FF03-B0E7-1772-EE09-75379C1C3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689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347D9-758C-7983-1B8B-0F29D0F53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F709A5-A887-0C91-C3DA-724490C9E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0994C1-41C6-1ABA-8659-5AE232267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08C5C6-3EF6-CF5A-FCC2-A979C7482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606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0C934-940F-286C-549B-783509C01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49C057-559E-50CE-81C4-CE47B061C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38C30E-C1A6-BBCB-4676-0D7A7DEA8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0914B8-8980-7BD8-0D85-AF6CA78FF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041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2C50-A75A-D876-82A1-C177F245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6B753C-E2F7-7009-DDC7-C895C81C3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AF6743-DE0A-3C20-20D2-74672FA44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213A31-2D93-2880-4F72-752AB8972E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241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7E69B-C7D4-FB35-F90C-353B6D5CD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CAD728-A28E-87E3-61E7-C484A14B4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091195-C921-7B16-17F9-9EADC371C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7FA433-0D7D-CC3A-4DB4-6012ADFF4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860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B7A9B-A06D-8252-E011-F0A88F73F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2A1143-2E66-C107-BDA2-7A8EE109E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A95AAE-8367-51C2-862A-52C29F2BF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23342A-3603-7B25-913F-E4F7D3CA4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202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15AFB-9CDE-E1BD-684A-E414795D2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37B2BF-A42A-E135-34D3-33C22F616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C1BE4F-92F7-354A-8CA8-A4594F718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839C02-D67D-4217-1F64-BD2685CD2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540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A60C0-FBA6-20F8-001D-68CBFF32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BD10E0-5DCF-E742-B664-CA75BE268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073E74-39D4-3AB4-E429-A41DED37C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015B9-B567-5556-16AC-9D530B727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233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697F0-A9F3-28A1-DE3D-171E08F9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1FAE3A-C6FF-8567-CDDD-C353F8165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0AF6E3-F966-67B1-B710-7D5F1F5D6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F4F99F-00D0-90C1-D78C-EFEEB6941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9373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ACFE0-2641-1385-46BD-93EE2C5BA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406477-AEFB-A669-24B5-141883EC3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92BC38-224C-1BE9-B8F1-5A3A8151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B763D-2B28-BF9B-9242-D88426A1E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0808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08E77-C358-FCFB-C943-F32B38CA3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F48032-B272-7951-2ACF-D065EEECD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229CFE-4100-B2BB-7846-5018A64E6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ABC938-4488-1CF2-3407-B7790807A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538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17BE6-E90D-506D-AF11-90D14000B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9F90EE-247C-EAC1-FB56-50DCAC848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74ECBD-16FC-9E34-D4AA-E0B60D7FF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EEDCAA-2662-7269-3724-8091B210C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6844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07D77-FFE0-005D-02B1-596246B5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B971C3-E7D0-7E64-BA8A-1856E8B94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98ED59-75CC-8423-7C2B-57B433BFA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602066-1A64-9B10-98C7-CCECE46F2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6756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2A219-8F16-EDB9-7B7D-21D43E2B5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660F8F-4B79-FD72-92EB-850B13CA4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346DE6-503F-F667-380E-8BE9C74B3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7AA8B0-0EA3-A42B-05A7-4D3C9D6F6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355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D8326-1AB5-2BD5-544F-0CB3DC0E2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94266A-D43B-82BD-AD75-96885A803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A4E6ED-8663-30D7-7800-2812F0C9A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64A0E5-BA51-6C20-DAC5-616F65503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3637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BDE84-D27A-6355-4E9E-61658A653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635A20-5517-F035-A77F-4BB7CEC98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E9D300-A8C1-C8FE-A392-40FCDB6A8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28053B-2D83-1DBF-1D4A-6A654FE2D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59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F3C2BC5-81DC-59CA-9420-BA29B86CE2A5}"/>
              </a:ext>
            </a:extLst>
          </p:cNvPr>
          <p:cNvSpPr txBox="1">
            <a:spLocks/>
          </p:cNvSpPr>
          <p:nvPr userDrawn="1"/>
        </p:nvSpPr>
        <p:spPr>
          <a:xfrm>
            <a:off x="0" y="6356351"/>
            <a:ext cx="9144000" cy="504000"/>
          </a:xfrm>
          <a:prstGeom prst="rect">
            <a:avLst/>
          </a:prstGeom>
          <a:solidFill>
            <a:srgbClr val="D0DB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92000" y="2243138"/>
            <a:ext cx="5760000" cy="394774"/>
          </a:xfrm>
        </p:spPr>
        <p:txBody>
          <a:bodyPr anchor="b">
            <a:noAutofit/>
          </a:bodyPr>
          <a:lstStyle>
            <a:lvl1pPr algn="ctr">
              <a:defRPr sz="2000" b="1">
                <a:solidFill>
                  <a:schemeClr val="bg2">
                    <a:lumMod val="25000"/>
                  </a:schemeClr>
                </a:solidFill>
                <a:latin typeface="+mj-lt"/>
                <a:ea typeface="휴먼둥근헤드라인" panose="02030504000101010101" pitchFamily="18" charset="-12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9551" y="3904234"/>
            <a:ext cx="4084899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  <a:latin typeface="+mj-lt"/>
                <a:ea typeface="새굴림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Sub title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79067" y="3527751"/>
            <a:ext cx="2057400" cy="365125"/>
          </a:xfrm>
        </p:spPr>
        <p:txBody>
          <a:bodyPr/>
          <a:lstStyle>
            <a:lvl1pPr algn="ctr">
              <a:defRPr b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1pPr>
          </a:lstStyle>
          <a:p>
            <a:fld id="{E82DF42D-C26A-4375-B368-FAF0EBA87C58}" type="datetime1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F25F625-ED28-C343-E557-C7010411F852}"/>
              </a:ext>
            </a:extLst>
          </p:cNvPr>
          <p:cNvGrpSpPr/>
          <p:nvPr userDrawn="1"/>
        </p:nvGrpSpPr>
        <p:grpSpPr>
          <a:xfrm>
            <a:off x="1692000" y="2651412"/>
            <a:ext cx="5760000" cy="126512"/>
            <a:chOff x="689658" y="2651412"/>
            <a:chExt cx="7772142" cy="126512"/>
          </a:xfrm>
        </p:grpSpPr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C3D7960C-017A-2C67-993D-9F4B6BB8C4A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89658" y="2651412"/>
              <a:ext cx="3096000" cy="1265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162DC80C-0EC6-1058-3281-0B0E93CEE01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780578" y="2651412"/>
              <a:ext cx="1080000" cy="12651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485EF135-EB21-3987-9D4F-575EAFE6AF5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61878" y="2651412"/>
              <a:ext cx="1440000" cy="12651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895206CE-E52B-DA6D-B112-4E8839BFE5B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301800" y="2651412"/>
              <a:ext cx="2160000" cy="126512"/>
            </a:xfrm>
            <a:prstGeom prst="rect">
              <a:avLst/>
            </a:prstGeom>
            <a:solidFill>
              <a:srgbClr val="05007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4908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243138"/>
            <a:ext cx="7772400" cy="394774"/>
          </a:xfrm>
        </p:spPr>
        <p:txBody>
          <a:bodyPr anchor="b">
            <a:noAutofit/>
          </a:bodyPr>
          <a:lstStyle>
            <a:lvl1pPr algn="ctr">
              <a:defRPr sz="2000"/>
            </a:lvl1pPr>
          </a:lstStyle>
          <a:p>
            <a:r>
              <a:rPr lang="ko-KR" altLang="en-US" dirty="0" err="1"/>
              <a:t>대제목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날짜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63B77-7ECA-415E-97DE-FE3290E3277D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8521722-0646-14A5-F154-5F49D081AB7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890000" y="5871537"/>
            <a:ext cx="5364000" cy="452573"/>
            <a:chOff x="274854" y="5286282"/>
            <a:chExt cx="8533993" cy="72000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50A17ED-418C-BE1B-52B8-855E4295334D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89106" y="5286282"/>
              <a:ext cx="720000" cy="720000"/>
            </a:xfrm>
            <a:prstGeom prst="rect">
              <a:avLst/>
            </a:prstGeom>
          </p:spPr>
        </p:pic>
        <p:pic>
          <p:nvPicPr>
            <p:cNvPr id="15" name="그림 14" descr="그리기이(가) 표시된 사진&#10;&#10;자동 생성된 설명">
              <a:extLst>
                <a:ext uri="{FF2B5EF4-FFF2-40B4-BE49-F238E27FC236}">
                  <a16:creationId xmlns:a16="http://schemas.microsoft.com/office/drawing/2014/main" id="{DA9869ED-E48D-E4FA-9DF3-FE699500F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5889" y="5340282"/>
              <a:ext cx="1332181" cy="612000"/>
            </a:xfrm>
            <a:prstGeom prst="rect">
              <a:avLst/>
            </a:prstGeom>
          </p:spPr>
        </p:pic>
        <p:pic>
          <p:nvPicPr>
            <p:cNvPr id="16" name="Picture 4" descr="페이브텍(주) 2022년 기업정보 | 사원수 13명, 근무환경, 복리후생 등 기업정보 제공 - 사람인">
              <a:extLst>
                <a:ext uri="{FF2B5EF4-FFF2-40B4-BE49-F238E27FC236}">
                  <a16:creationId xmlns:a16="http://schemas.microsoft.com/office/drawing/2014/main" id="{C35E02B0-99AB-9611-B17E-82474B0B54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854" y="5376564"/>
              <a:ext cx="2520000" cy="539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06AABED8-698F-5CCA-F662-56A836414A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0141" y="5286282"/>
              <a:ext cx="71767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9C34A707-25F5-59D0-9284-6EF9A82D5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88847" y="5417711"/>
              <a:ext cx="2520000" cy="457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425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EA74C08-FC0C-48C4-7973-DCD4AA04E0A0}"/>
              </a:ext>
            </a:extLst>
          </p:cNvPr>
          <p:cNvSpPr txBox="1">
            <a:spLocks/>
          </p:cNvSpPr>
          <p:nvPr userDrawn="1"/>
        </p:nvSpPr>
        <p:spPr>
          <a:xfrm>
            <a:off x="358140" y="0"/>
            <a:ext cx="2735580" cy="2583180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140" y="2606"/>
            <a:ext cx="2735580" cy="937126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7FAFFD"/>
                </a:solidFill>
              </a:defRPr>
            </a:lvl1pPr>
          </a:lstStyle>
          <a:p>
            <a:r>
              <a:rPr lang="ko-KR" altLang="en-US" dirty="0"/>
              <a:t>소제목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513CD-06CD-4242-9C49-C8065E960F5A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8AA27AF-EAF2-C8B4-A2B4-7ED55A0EBF14}"/>
              </a:ext>
            </a:extLst>
          </p:cNvPr>
          <p:cNvSpPr txBox="1">
            <a:spLocks/>
          </p:cNvSpPr>
          <p:nvPr userDrawn="1"/>
        </p:nvSpPr>
        <p:spPr>
          <a:xfrm>
            <a:off x="1047750" y="1646054"/>
            <a:ext cx="5620702" cy="937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7FAFF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3883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6FECFA9F-B9E1-6690-8D92-BB46AEC306FF}"/>
              </a:ext>
            </a:extLst>
          </p:cNvPr>
          <p:cNvSpPr txBox="1">
            <a:spLocks/>
          </p:cNvSpPr>
          <p:nvPr userDrawn="1"/>
        </p:nvSpPr>
        <p:spPr>
          <a:xfrm>
            <a:off x="495300" y="825567"/>
            <a:ext cx="8183880" cy="72708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410529"/>
            <a:ext cx="7519718" cy="413292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110" y="1379913"/>
            <a:ext cx="7886700" cy="411887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1400" b="1">
                <a:solidFill>
                  <a:srgbClr val="045CEA"/>
                </a:solidFill>
              </a:defRPr>
            </a:lvl1pPr>
            <a:lvl2pPr marL="742950" indent="-285750">
              <a:lnSpc>
                <a:spcPct val="150000"/>
              </a:lnSpc>
              <a:buFontTx/>
              <a:buChar char="-"/>
              <a:defRPr sz="1200"/>
            </a:lvl2pPr>
            <a:lvl3pPr marL="1143000" indent="-228600">
              <a:buFont typeface="Wingdings" panose="05000000000000000000" pitchFamily="2" charset="2"/>
              <a:buChar char="ü"/>
              <a:defRPr sz="1100"/>
            </a:lvl3pPr>
            <a:lvl4pPr>
              <a:defRPr sz="105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28A6-7617-4A41-8036-7AA98D2D9BA0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8DD4CA3-9CF9-71AF-D78B-DC183A12B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006475"/>
            <a:ext cx="7519988" cy="298984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</p:spTree>
    <p:extLst>
      <p:ext uri="{BB962C8B-B14F-4D97-AF65-F5344CB8AC3E}">
        <p14:creationId xmlns:p14="http://schemas.microsoft.com/office/powerpoint/2010/main" val="229984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934D-8911-4B98-B20D-63994CDF9AB9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79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2CCF-FDBC-49C0-A2AA-CC222EB88CCD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78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DC7-1D08-4E86-A061-822402492D30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52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EF629-35CE-4F7E-BA1E-91B974FCD5E4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00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81CF-D999-4982-B77B-692A70A6EC26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51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3B1B-B5EE-4A23-BCBF-70303C04E53B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24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9A68F-B257-41D6-8EEE-71F3321D82BB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581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2ABA-F8E3-411C-9195-D1577316D2A8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447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7B605-4323-62CA-4D75-A8FED7F4E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693DC2-ED39-AAB9-4EAE-B4381FC43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9F744D-2B92-56FC-F625-798EA0BB8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8F1D-BA91-4187-8533-6A2018F40157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E73D93-707F-57D1-C7F0-79346FF5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9A8440-4494-F2DD-F835-E0365C1A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534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710C5-9569-4183-F158-15B52104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B913AD-3EAA-5CA6-776A-1F90A99BF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840012-07E8-6731-934D-C38642B2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BA26-696B-4FA3-868F-42D610F6768C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64A182-C042-A979-B0D6-45F28980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F8DE4A-44A1-C35B-15FB-17C73A41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637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024B7-FE44-0E45-DF9F-6144AC68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6652E5-8975-171A-DA2F-03669C67F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4F624-8FDB-B2BA-2F67-8BF807D7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BEB65-7B45-4057-8EC6-19CD3BF64D90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C5FD1-E132-9962-5A5E-05428990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827D8A-5605-09C4-7461-349A6295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012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27E50-43AF-D3DF-6B4F-259D7E1B4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99B56-AE5B-5F7C-83EC-46AA25CFF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149624-9865-36B2-A9AC-6AB3249D8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0FAE2A-FD33-F7F4-551C-9AEC0C30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932-96FD-4B52-9C59-83E087F8E6AC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E3379A-F0A0-EB74-A219-FF511FF1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F1AC51-A116-FC5C-4D89-714F5921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619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1F4B2-B3D0-BB02-C112-DE9D4AF3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1F9C48-1DFE-17F6-DAB8-04BFF10E5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0C145B-F604-92C1-0C2C-26EA16E0F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1CD135-A2A7-F477-EDC2-D76B241C4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6A3C-F848-7654-E3FD-97D095634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8334C8-F94F-02B2-BF82-D8B28681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E07A-12F4-4ECE-9405-EBF8A6551431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6D2934-8FD8-BE21-B35E-44EC8840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913C7E-B933-A974-1FC9-64A0B220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632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34E836-6D1F-C13F-7396-39580DD8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DEDC8C-6FC2-68D8-2A88-C00B2440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BB8F-A6C9-4BA9-A949-A06A4111CE3B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287E3D-716C-F368-3594-14287CDF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C879FC-3A31-F700-8931-2EAB0C66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38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FA156B-00A4-EF6E-A22F-7DC7E96B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0811-276B-423F-81CD-5A35C7424D97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E718DB-DB1D-867B-D911-41C87E8A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421E66-BC1B-F790-3355-DD0CA64F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997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E7B87-3BAC-B1C7-F296-75C73B53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7E5A9-F9DD-404F-DA81-D30CE79BA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70D92F-7747-FD6D-3C40-20E2DE1CA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BD54DB-51DF-7C42-B9A0-67227EFC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19317-9191-4210-AE7C-5208CD2DD4DD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9F8AAF-523F-4232-AA5C-0E678F58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7493AC-B686-4964-3BB9-24BD59D2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738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16DB-6E62-68DF-0BD1-5322B951F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E57BB2-79F8-91C1-6E02-C6765638C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022773-E6AD-E9BF-5BD7-638874FA6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444D7B-F551-5F6B-2ADC-657CC3F7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AA930-387F-4297-88AA-EB30CC424A44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D9A934-0681-FE80-5DC9-EEB63270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072F8A-D474-E710-8B94-B545766E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36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ADF9C-6915-345C-803B-4B4A335D7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B5B0E9-7E0F-11BD-F6ED-1CC0D50E2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8DE03-DB79-53CC-E029-CE154405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EDD14-F7CF-4BA6-AC42-D4C3C89F586C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9AEB4B-88AE-A1DE-79FD-3749D2B0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09A9AF-FAED-6711-C45D-D92D03A2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5384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9977A9-CF86-A5C0-9067-B28665284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B81815-305C-A838-8D31-86E0775D3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29E25-5BF8-5368-6257-91DAE1F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4D0FF-9CFE-4932-90E4-9E220B9E9B2A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BB7CC7-36D5-6B73-AB12-B8B6429F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F3AE57-E58A-1D24-7105-539338082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0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1F774-DA95-4AD4-A682-08F75A053250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9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61" r:id="rId2"/>
    <p:sldLayoutId id="2147483663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081651-0499-8D34-FA96-00E7E447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0C9EEA-F73B-DF8F-613C-046201A96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FCFBDD-F8AD-5520-1568-B347BEABB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FC6AE-FB71-4C7E-AAD4-D04A58C5072D}" type="datetime1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8F9C89-0B82-0616-1006-50E06252E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D9FE3-0D36-1A96-91FE-778FD3B28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88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customXml" Target="../ink/ink6.xml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.xml"/><Relationship Id="rId11" Type="http://schemas.openxmlformats.org/officeDocument/2006/relationships/customXml" Target="../ink/ink4.xml"/><Relationship Id="rId5" Type="http://schemas.openxmlformats.org/officeDocument/2006/relationships/image" Target="../media/image8.png"/><Relationship Id="rId10" Type="http://schemas.openxmlformats.org/officeDocument/2006/relationships/customXml" Target="../ink/ink3.xml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11.xml"/><Relationship Id="rId3" Type="http://schemas.openxmlformats.org/officeDocument/2006/relationships/image" Target="../media/image7.png"/><Relationship Id="rId7" Type="http://schemas.openxmlformats.org/officeDocument/2006/relationships/customXml" Target="../ink/ink7.xml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11" Type="http://schemas.openxmlformats.org/officeDocument/2006/relationships/customXml" Target="../ink/ink10.xml"/><Relationship Id="rId5" Type="http://schemas.openxmlformats.org/officeDocument/2006/relationships/image" Target="../media/image11.png"/><Relationship Id="rId15" Type="http://schemas.openxmlformats.org/officeDocument/2006/relationships/image" Target="../media/image8.png"/><Relationship Id="rId10" Type="http://schemas.openxmlformats.org/officeDocument/2006/relationships/customXml" Target="../ink/ink9.xml"/><Relationship Id="rId4" Type="http://schemas.openxmlformats.org/officeDocument/2006/relationships/image" Target="../media/image6.png"/><Relationship Id="rId9" Type="http://schemas.openxmlformats.org/officeDocument/2006/relationships/customXml" Target="../ink/ink8.xml"/><Relationship Id="rId14" Type="http://schemas.openxmlformats.org/officeDocument/2006/relationships/customXml" Target="../ink/ink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15.xml"/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12" Type="http://schemas.openxmlformats.org/officeDocument/2006/relationships/customXml" Target="../ink/ink1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customXml" Target="../ink/ink16.xml"/><Relationship Id="rId10" Type="http://schemas.openxmlformats.org/officeDocument/2006/relationships/customXml" Target="../ink/ink13.xml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8.png"/><Relationship Id="rId3" Type="http://schemas.openxmlformats.org/officeDocument/2006/relationships/image" Target="../media/image6.png"/><Relationship Id="rId7" Type="http://schemas.openxmlformats.org/officeDocument/2006/relationships/customXml" Target="../ink/ink18.xml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customXml" Target="../ink/ink1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customXml" Target="../ink/ink24.xml"/><Relationship Id="rId3" Type="http://schemas.openxmlformats.org/officeDocument/2006/relationships/image" Target="../media/image6.png"/><Relationship Id="rId7" Type="http://schemas.openxmlformats.org/officeDocument/2006/relationships/customXml" Target="../ink/ink21.xml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11" Type="http://schemas.openxmlformats.org/officeDocument/2006/relationships/customXml" Target="../ink/ink23.xml"/><Relationship Id="rId5" Type="http://schemas.openxmlformats.org/officeDocument/2006/relationships/image" Target="../media/image28.png"/><Relationship Id="rId15" Type="http://schemas.openxmlformats.org/officeDocument/2006/relationships/image" Target="../media/image34.png"/><Relationship Id="rId10" Type="http://schemas.openxmlformats.org/officeDocument/2006/relationships/image" Target="../media/image31.png"/><Relationship Id="rId4" Type="http://schemas.openxmlformats.org/officeDocument/2006/relationships/image" Target="../media/image29.png"/><Relationship Id="rId9" Type="http://schemas.openxmlformats.org/officeDocument/2006/relationships/customXml" Target="../ink/ink22.xml"/><Relationship Id="rId1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35.png"/><Relationship Id="rId7" Type="http://schemas.openxmlformats.org/officeDocument/2006/relationships/customXml" Target="../ink/ink2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0.png"/><Relationship Id="rId5" Type="http://schemas.openxmlformats.org/officeDocument/2006/relationships/image" Target="../media/image6.png"/><Relationship Id="rId10" Type="http://schemas.openxmlformats.org/officeDocument/2006/relationships/image" Target="../media/image280.png"/><Relationship Id="rId4" Type="http://schemas.openxmlformats.org/officeDocument/2006/relationships/image" Target="../media/image36.png"/><Relationship Id="rId9" Type="http://schemas.openxmlformats.org/officeDocument/2006/relationships/customXml" Target="../ink/ink2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image" Target="../media/image35.png"/><Relationship Id="rId7" Type="http://schemas.openxmlformats.org/officeDocument/2006/relationships/image" Target="../media/image2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7.xml"/><Relationship Id="rId11" Type="http://schemas.openxmlformats.org/officeDocument/2006/relationships/image" Target="../media/image300.png"/><Relationship Id="rId5" Type="http://schemas.openxmlformats.org/officeDocument/2006/relationships/image" Target="../media/image6.png"/><Relationship Id="rId10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28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881C0-87F7-6DD2-2EEC-FBD77E1B4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000" dirty="0"/>
              <a:t>TOTAL RECALL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DB6F75-FC94-92A6-540D-0183BF741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5840" y="3488028"/>
            <a:ext cx="4552321" cy="30731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ko-KR" sz="2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Final Project of Digital Control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4A9B321-5B76-5907-EC11-97C0A015CD4A}"/>
              </a:ext>
            </a:extLst>
          </p:cNvPr>
          <p:cNvSpPr txBox="1">
            <a:spLocks/>
          </p:cNvSpPr>
          <p:nvPr/>
        </p:nvSpPr>
        <p:spPr>
          <a:xfrm>
            <a:off x="2236130" y="4915761"/>
            <a:ext cx="4671739" cy="84427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Thanks to</a:t>
            </a: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나원상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Won-Sang Ra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5EABBB2-8C38-450D-3BEF-EBAAE114B568}"/>
              </a:ext>
            </a:extLst>
          </p:cNvPr>
          <p:cNvSpPr txBox="1">
            <a:spLocks/>
          </p:cNvSpPr>
          <p:nvPr/>
        </p:nvSpPr>
        <p:spPr>
          <a:xfrm>
            <a:off x="1713573" y="4105185"/>
            <a:ext cx="5760000" cy="3454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j-cs"/>
              </a:defRPr>
            </a:lvl1pPr>
          </a:lstStyle>
          <a:p>
            <a:r>
              <a:rPr lang="ko-KR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오유성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(22400448), </a:t>
            </a:r>
            <a:r>
              <a:rPr lang="ko-KR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이주영 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(22200576)</a:t>
            </a:r>
            <a:endParaRPr lang="ko-KR" altLang="en-US" sz="1800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16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62"/>
    </mc:Choice>
    <mc:Fallback xmlns="">
      <p:transition spd="slow" advTm="186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2214AD6-FF2D-C885-D31A-37F2F6D3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6C915AB-B943-6DAD-FC98-04CBC3F4EC99}"/>
              </a:ext>
            </a:extLst>
          </p:cNvPr>
          <p:cNvSpPr/>
          <p:nvPr/>
        </p:nvSpPr>
        <p:spPr>
          <a:xfrm>
            <a:off x="3729990" y="2521230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/>
              <a:t>1. Research background and goal</a:t>
            </a:r>
            <a:endParaRPr lang="ko-KR" altLang="en-US" sz="1400" b="1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54C4CB6-DF2E-4B5B-277F-73627C5BBAB4}"/>
              </a:ext>
            </a:extLst>
          </p:cNvPr>
          <p:cNvSpPr/>
          <p:nvPr/>
        </p:nvSpPr>
        <p:spPr>
          <a:xfrm>
            <a:off x="3729990" y="3133634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/>
              <a:t>2. Motor Static Property</a:t>
            </a:r>
            <a:endParaRPr lang="ko-KR" altLang="en-US" sz="1400" b="1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E21B74A-BA73-0F74-66E1-041EDE2365AA}"/>
              </a:ext>
            </a:extLst>
          </p:cNvPr>
          <p:cNvSpPr/>
          <p:nvPr/>
        </p:nvSpPr>
        <p:spPr>
          <a:xfrm>
            <a:off x="3729990" y="3746038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/>
              <a:t>3. Motor Linearization</a:t>
            </a:r>
            <a:endParaRPr lang="ko-KR" altLang="en-US" sz="14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84E99C1-591A-02EE-4B4B-2C3727009D2A}"/>
              </a:ext>
            </a:extLst>
          </p:cNvPr>
          <p:cNvSpPr/>
          <p:nvPr/>
        </p:nvSpPr>
        <p:spPr>
          <a:xfrm>
            <a:off x="3729990" y="4358442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/>
              <a:t>4. Obtain Bode plot</a:t>
            </a:r>
            <a:endParaRPr lang="ko-KR" altLang="en-US" sz="1400" b="1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9EDA988F-C318-C106-9159-E62B5393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1600" dirty="0"/>
              <a:t>Digital Control and Signal Processing Final Project</a:t>
            </a:r>
            <a:endParaRPr lang="ko-KR" altLang="en-US" sz="16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ADD7768-F383-59E5-C508-21820F25AC65}"/>
              </a:ext>
            </a:extLst>
          </p:cNvPr>
          <p:cNvSpPr/>
          <p:nvPr/>
        </p:nvSpPr>
        <p:spPr>
          <a:xfrm>
            <a:off x="3729990" y="4970846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/>
              <a:t>5. Transfer function &amp; Validation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53145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2"/>
    </mc:Choice>
    <mc:Fallback xmlns="">
      <p:transition spd="slow" advTm="300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E6BAD-0462-EAE1-07A5-9CD4540E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2</a:t>
            </a:r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. Motor Static Property</a:t>
            </a:r>
            <a:endParaRPr lang="ko-KR" alt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263766-4F32-D8B6-0079-1974E1E1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50C6D4-F10E-AF39-EF35-0F8DFABB51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993863"/>
            <a:ext cx="7519988" cy="298984"/>
          </a:xfrm>
        </p:spPr>
        <p:txBody>
          <a:bodyPr/>
          <a:lstStyle/>
          <a:p>
            <a:r>
              <a:rPr lang="en-US" altLang="ko-KR" sz="1600" b="1" dirty="0"/>
              <a:t>1) Check </a:t>
            </a:r>
            <a:r>
              <a:rPr lang="en-US" altLang="ko-KR" sz="1600" b="1" dirty="0" err="1"/>
              <a:t>Deadzone</a:t>
            </a:r>
            <a:r>
              <a:rPr lang="en-US" altLang="ko-KR" sz="1600" b="1" dirty="0"/>
              <a:t>, Saturation</a:t>
            </a:r>
            <a:endParaRPr lang="ko-KR" altLang="en-US" sz="1600" b="1" dirty="0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11B3A1FA-0DBC-17F4-B4A8-04485CAE4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770" y="4176706"/>
            <a:ext cx="468901" cy="3429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36115A5-61EA-108B-F436-6E4867576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514" y="1490465"/>
            <a:ext cx="3961645" cy="2062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텍스트 개체 틀 4">
                <a:extLst>
                  <a:ext uri="{FF2B5EF4-FFF2-40B4-BE49-F238E27FC236}">
                    <a16:creationId xmlns:a16="http://schemas.microsoft.com/office/drawing/2014/main" id="{EC47B490-E936-13CB-9659-5BF1E803BA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8814" y="3655278"/>
                <a:ext cx="4160782" cy="22959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0" dirty="0"/>
                  <a:t>Dead-zone Check: 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ko-KR" sz="1600" dirty="0"/>
                  <a:t> step size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0.01 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altLang="ko-KR" sz="1600" b="0" dirty="0"/>
              </a:p>
              <a:p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altLang="ko-KR" sz="1600" dirty="0"/>
                  <a:t>step size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0.01 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altLang="ko-KR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Saturation Check: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ko-KR" sz="1600" dirty="0"/>
                  <a:t> step size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0.0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altLang="ko-KR" sz="1600" dirty="0"/>
              </a:p>
              <a:p>
                <a14:m>
                  <m:oMath xmlns:m="http://schemas.openxmlformats.org/officeDocument/2006/math"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step size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0.0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altLang="ko-KR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15" name="텍스트 개체 틀 4">
                <a:extLst>
                  <a:ext uri="{FF2B5EF4-FFF2-40B4-BE49-F238E27FC236}">
                    <a16:creationId xmlns:a16="http://schemas.microsoft.com/office/drawing/2014/main" id="{EC47B490-E936-13CB-9659-5BF1E803B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14" y="3655278"/>
                <a:ext cx="4160782" cy="2295962"/>
              </a:xfrm>
              <a:prstGeom prst="rect">
                <a:avLst/>
              </a:prstGeom>
              <a:blipFill>
                <a:blip r:embed="rId5"/>
                <a:stretch>
                  <a:fillRect l="-587" t="-18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B924F8E-9F45-5049-E7F4-B3FC36A5CDF8}"/>
              </a:ext>
            </a:extLst>
          </p:cNvPr>
          <p:cNvSpPr txBox="1"/>
          <p:nvPr/>
        </p:nvSpPr>
        <p:spPr>
          <a:xfrm>
            <a:off x="748814" y="2981122"/>
            <a:ext cx="4179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L1</a:t>
            </a:r>
            <a:endParaRPr lang="ko-KR" altLang="en-US" sz="10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1265E6-F648-9C20-8CF0-539735FA1FA4}"/>
              </a:ext>
            </a:extLst>
          </p:cNvPr>
          <p:cNvSpPr txBox="1"/>
          <p:nvPr/>
        </p:nvSpPr>
        <p:spPr>
          <a:xfrm>
            <a:off x="1353389" y="2496289"/>
            <a:ext cx="4179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L2</a:t>
            </a:r>
            <a:endParaRPr lang="ko-KR" altLang="en-US" sz="10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DEC511-5359-2B41-1B17-6003A3C68566}"/>
              </a:ext>
            </a:extLst>
          </p:cNvPr>
          <p:cNvSpPr txBox="1"/>
          <p:nvPr/>
        </p:nvSpPr>
        <p:spPr>
          <a:xfrm>
            <a:off x="3027507" y="2319278"/>
            <a:ext cx="4179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R2</a:t>
            </a:r>
            <a:endParaRPr lang="ko-KR" altLang="en-US" sz="10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F6011C-3B7E-70AD-4D16-1D22DC2CFA3E}"/>
              </a:ext>
            </a:extLst>
          </p:cNvPr>
          <p:cNvSpPr txBox="1"/>
          <p:nvPr/>
        </p:nvSpPr>
        <p:spPr>
          <a:xfrm>
            <a:off x="3907463" y="1857468"/>
            <a:ext cx="4179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R3</a:t>
            </a:r>
            <a:endParaRPr lang="ko-KR" altLang="en-US" sz="10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A823C4-CE4C-36F5-8BD0-ABF344D2911C}"/>
              </a:ext>
            </a:extLst>
          </p:cNvPr>
          <p:cNvSpPr txBox="1"/>
          <p:nvPr/>
        </p:nvSpPr>
        <p:spPr>
          <a:xfrm>
            <a:off x="2001687" y="2240757"/>
            <a:ext cx="3761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L3</a:t>
            </a:r>
            <a:endParaRPr lang="ko-KR" altLang="en-US" sz="10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0F40D8-BD1E-E50F-BFAC-AFB5793DD4C6}"/>
              </a:ext>
            </a:extLst>
          </p:cNvPr>
          <p:cNvSpPr txBox="1"/>
          <p:nvPr/>
        </p:nvSpPr>
        <p:spPr>
          <a:xfrm>
            <a:off x="2341819" y="2281943"/>
            <a:ext cx="3428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R1</a:t>
            </a:r>
            <a:endParaRPr lang="ko-KR" altLang="en-US" sz="10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9" name="잉크 38">
                <a:extLst>
                  <a:ext uri="{FF2B5EF4-FFF2-40B4-BE49-F238E27FC236}">
                    <a16:creationId xmlns:a16="http://schemas.microsoft.com/office/drawing/2014/main" id="{60E3D67A-9030-97A9-2B3F-9C18A2BDD711}"/>
                  </a:ext>
                </a:extLst>
              </p14:cNvPr>
              <p14:cNvContentPartPr/>
              <p14:nvPr/>
            </p14:nvContentPartPr>
            <p14:xfrm>
              <a:off x="526800" y="3178897"/>
              <a:ext cx="360" cy="360"/>
            </p14:xfrm>
          </p:contentPart>
        </mc:Choice>
        <mc:Fallback xmlns="">
          <p:pic>
            <p:nvPicPr>
              <p:cNvPr id="39" name="잉크 38">
                <a:extLst>
                  <a:ext uri="{FF2B5EF4-FFF2-40B4-BE49-F238E27FC236}">
                    <a16:creationId xmlns:a16="http://schemas.microsoft.com/office/drawing/2014/main" id="{60E3D67A-9030-97A9-2B3F-9C18A2BDD7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8160" y="317025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D9B7DA1A-F443-7578-F04F-493106A15BFC}"/>
                  </a:ext>
                </a:extLst>
              </p14:cNvPr>
              <p14:cNvContentPartPr/>
              <p14:nvPr/>
            </p14:nvContentPartPr>
            <p14:xfrm>
              <a:off x="1919640" y="2535577"/>
              <a:ext cx="360" cy="720"/>
            </p14:xfrm>
          </p:contentPart>
        </mc:Choice>
        <mc:Fallback xmlns=""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D9B7DA1A-F443-7578-F04F-493106A15B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10640" y="2526937"/>
                <a:ext cx="1800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A29E944E-2119-1B06-0B24-463541E8C77F}"/>
                  </a:ext>
                </a:extLst>
              </p14:cNvPr>
              <p14:cNvContentPartPr/>
              <p14:nvPr/>
            </p14:nvContentPartPr>
            <p14:xfrm>
              <a:off x="2137800" y="2442337"/>
              <a:ext cx="360" cy="360"/>
            </p14:xfrm>
          </p:contentPart>
        </mc:Choice>
        <mc:Fallback xmlns=""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A29E944E-2119-1B06-0B24-463541E8C77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28800" y="243369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E1266068-5309-DD61-9ADD-1D2E9C99D54D}"/>
                  </a:ext>
                </a:extLst>
              </p14:cNvPr>
              <p14:cNvContentPartPr/>
              <p14:nvPr/>
            </p14:nvContentPartPr>
            <p14:xfrm>
              <a:off x="2586360" y="2446657"/>
              <a:ext cx="360" cy="360"/>
            </p14:xfrm>
          </p:contentPart>
        </mc:Choice>
        <mc:Fallback xmlns=""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E1266068-5309-DD61-9ADD-1D2E9C99D54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77360" y="243801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99226CF7-1E0A-9387-61A8-C280EA1EA0CD}"/>
                  </a:ext>
                </a:extLst>
              </p14:cNvPr>
              <p14:cNvContentPartPr/>
              <p14:nvPr/>
            </p14:nvContentPartPr>
            <p14:xfrm>
              <a:off x="2812800" y="2366377"/>
              <a:ext cx="360" cy="36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99226CF7-1E0A-9387-61A8-C280EA1EA0C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04160" y="235737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5" name="잉크 44">
                <a:extLst>
                  <a:ext uri="{FF2B5EF4-FFF2-40B4-BE49-F238E27FC236}">
                    <a16:creationId xmlns:a16="http://schemas.microsoft.com/office/drawing/2014/main" id="{76615895-B5BB-5B4C-2A3C-BC33C5FA69F0}"/>
                  </a:ext>
                </a:extLst>
              </p14:cNvPr>
              <p14:cNvContentPartPr/>
              <p14:nvPr/>
            </p14:nvContentPartPr>
            <p14:xfrm>
              <a:off x="4205640" y="1727137"/>
              <a:ext cx="360" cy="360"/>
            </p14:xfrm>
          </p:contentPart>
        </mc:Choice>
        <mc:Fallback xmlns="">
          <p:pic>
            <p:nvPicPr>
              <p:cNvPr id="45" name="잉크 44">
                <a:extLst>
                  <a:ext uri="{FF2B5EF4-FFF2-40B4-BE49-F238E27FC236}">
                    <a16:creationId xmlns:a16="http://schemas.microsoft.com/office/drawing/2014/main" id="{76615895-B5BB-5B4C-2A3C-BC33C5FA69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97000" y="171813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582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F381B-3D42-18BB-1784-060518D4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림 40">
            <a:extLst>
              <a:ext uri="{FF2B5EF4-FFF2-40B4-BE49-F238E27FC236}">
                <a16:creationId xmlns:a16="http://schemas.microsoft.com/office/drawing/2014/main" id="{83D50E33-61AF-3FC6-DABE-D8F748509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14" y="1490465"/>
            <a:ext cx="3961645" cy="20626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1DC8E27-D348-FEC2-F386-A55B3D305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2</a:t>
            </a:r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. Motor Static Property</a:t>
            </a:r>
            <a:endParaRPr lang="ko-KR" alt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ABF6D8-EA49-15E0-202D-EC43FDE4B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66BA848-931C-E027-2601-3834CFD875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993863"/>
            <a:ext cx="2959100" cy="298984"/>
          </a:xfrm>
        </p:spPr>
        <p:txBody>
          <a:bodyPr/>
          <a:lstStyle/>
          <a:p>
            <a:r>
              <a:rPr lang="en-US" altLang="ko-KR" sz="1600" b="1" dirty="0"/>
              <a:t>1) Check </a:t>
            </a:r>
            <a:r>
              <a:rPr lang="en-US" altLang="ko-KR" sz="1600" b="1" dirty="0" err="1"/>
              <a:t>Deadzone</a:t>
            </a:r>
            <a:r>
              <a:rPr lang="en-US" altLang="ko-KR" sz="1600" b="1" dirty="0"/>
              <a:t>, Saturation</a:t>
            </a:r>
            <a:endParaRPr lang="ko-KR" altLang="en-US" sz="1600" b="1" dirty="0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07760027-64D4-1BF1-C3B5-BBE6D0C8C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9701A1D-2C17-62BB-6E3D-8F185B8B1B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773" y="1522826"/>
            <a:ext cx="3961645" cy="203031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5F78A09-86C6-A0CF-E249-3D7808961D4E}"/>
              </a:ext>
            </a:extLst>
          </p:cNvPr>
          <p:cNvSpPr txBox="1"/>
          <p:nvPr/>
        </p:nvSpPr>
        <p:spPr>
          <a:xfrm>
            <a:off x="5175112" y="2905759"/>
            <a:ext cx="41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L1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1B7AD7-B19F-A238-9BC9-326249E9B56D}"/>
              </a:ext>
            </a:extLst>
          </p:cNvPr>
          <p:cNvSpPr txBox="1"/>
          <p:nvPr/>
        </p:nvSpPr>
        <p:spPr>
          <a:xfrm>
            <a:off x="5384096" y="2367913"/>
            <a:ext cx="41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L2</a:t>
            </a:r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7CA64C-A4FA-77BC-C914-F11F8C492CA4}"/>
              </a:ext>
            </a:extLst>
          </p:cNvPr>
          <p:cNvSpPr txBox="1"/>
          <p:nvPr/>
        </p:nvSpPr>
        <p:spPr>
          <a:xfrm>
            <a:off x="5728832" y="1991852"/>
            <a:ext cx="41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L3</a:t>
            </a:r>
            <a:endParaRPr lang="ko-KR" alt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25324D-0789-4C09-B2A3-69884851D958}"/>
              </a:ext>
            </a:extLst>
          </p:cNvPr>
          <p:cNvSpPr txBox="1"/>
          <p:nvPr/>
        </p:nvSpPr>
        <p:spPr>
          <a:xfrm>
            <a:off x="8146912" y="2235831"/>
            <a:ext cx="41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R1</a:t>
            </a:r>
            <a:endParaRPr lang="ko-KR" alt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E99AD6-7641-010A-7F5E-135B00563BC7}"/>
              </a:ext>
            </a:extLst>
          </p:cNvPr>
          <p:cNvSpPr txBox="1"/>
          <p:nvPr/>
        </p:nvSpPr>
        <p:spPr>
          <a:xfrm>
            <a:off x="7638912" y="1826237"/>
            <a:ext cx="41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R2</a:t>
            </a:r>
            <a:endParaRPr lang="ko-KR" alt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2387E1-00F8-3A56-1E47-093CB5182D82}"/>
              </a:ext>
            </a:extLst>
          </p:cNvPr>
          <p:cNvSpPr txBox="1"/>
          <p:nvPr/>
        </p:nvSpPr>
        <p:spPr>
          <a:xfrm>
            <a:off x="8464235" y="1607241"/>
            <a:ext cx="41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R3</a:t>
            </a:r>
            <a:endParaRPr lang="ko-KR" altLang="en-US" sz="1200" dirty="0"/>
          </a:p>
        </p:txBody>
      </p:sp>
      <p:sp>
        <p:nvSpPr>
          <p:cNvPr id="27" name="텍스트 개체 틀 4">
            <a:extLst>
              <a:ext uri="{FF2B5EF4-FFF2-40B4-BE49-F238E27FC236}">
                <a16:creationId xmlns:a16="http://schemas.microsoft.com/office/drawing/2014/main" id="{32900589-1455-24C9-7191-36136D0493B3}"/>
              </a:ext>
            </a:extLst>
          </p:cNvPr>
          <p:cNvSpPr txBox="1">
            <a:spLocks/>
          </p:cNvSpPr>
          <p:nvPr/>
        </p:nvSpPr>
        <p:spPr>
          <a:xfrm>
            <a:off x="4888796" y="993863"/>
            <a:ext cx="2959100" cy="2989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2) Obtain Linearization Slope</a:t>
            </a:r>
            <a:endParaRPr lang="ko-KR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텍스트 개체 틀 4">
                <a:extLst>
                  <a:ext uri="{FF2B5EF4-FFF2-40B4-BE49-F238E27FC236}">
                    <a16:creationId xmlns:a16="http://schemas.microsoft.com/office/drawing/2014/main" id="{831A7035-C626-F339-F16B-460252EF05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0" y="3783118"/>
                <a:ext cx="4933507" cy="17439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Identify breakaway voltage: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 = 2.76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Measured motor speed: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𝑔𝑦𝑟𝑜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 =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58.9188 [</m:t>
                    </m:r>
                    <m:r>
                      <m:rPr>
                        <m:sty m:val="p"/>
                      </m:rPr>
                      <a:rPr lang="en-US" altLang="ko-KR" sz="1600" i="1" dirty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Define target control input at threshold: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  <m:t>𝑐𝑚𝑑</m:t>
                          </m:r>
                        </m:sub>
                      </m:sSub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 = 0.05 </m:t>
                      </m:r>
                      <m:r>
                        <a:rPr lang="en-US" altLang="ko-KR" sz="1600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sz="16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ko-KR" sz="1600" b="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Calculate target linearization slope (K)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𝑔𝑦𝑟𝑜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𝑐𝑚𝑑</m:t>
                              </m:r>
                            </m:sub>
                          </m:sSub>
                        </m:den>
                      </m:f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58.9188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𝑑𝑒𝑔</m:t>
                                  </m:r>
                                </m:num>
                                <m:den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0.05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den>
                      </m:f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≈1178 [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𝑑𝑒𝑔</m:t>
                          </m:r>
                        </m:num>
                        <m:den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28" name="텍스트 개체 틀 4">
                <a:extLst>
                  <a:ext uri="{FF2B5EF4-FFF2-40B4-BE49-F238E27FC236}">
                    <a16:creationId xmlns:a16="http://schemas.microsoft.com/office/drawing/2014/main" id="{831A7035-C626-F339-F16B-460252EF0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783118"/>
                <a:ext cx="4933507" cy="1743921"/>
              </a:xfrm>
              <a:prstGeom prst="rect">
                <a:avLst/>
              </a:prstGeom>
              <a:blipFill>
                <a:blip r:embed="rId6"/>
                <a:stretch>
                  <a:fillRect l="-494" t="-2448" b="-258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FAA2FC4-079A-E126-71C8-FE51E71CD019}"/>
              </a:ext>
            </a:extLst>
          </p:cNvPr>
          <p:cNvSpPr/>
          <p:nvPr/>
        </p:nvSpPr>
        <p:spPr>
          <a:xfrm>
            <a:off x="1580497" y="1826237"/>
            <a:ext cx="1615405" cy="1301756"/>
          </a:xfrm>
          <a:prstGeom prst="roundRect">
            <a:avLst>
              <a:gd name="adj" fmla="val 9824"/>
            </a:avLst>
          </a:prstGeom>
          <a:noFill/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9663D02-1EC1-A1FF-993A-0710D9ED0FDB}"/>
              </a:ext>
            </a:extLst>
          </p:cNvPr>
          <p:cNvCxnSpPr>
            <a:cxnSpLocks/>
          </p:cNvCxnSpPr>
          <p:nvPr/>
        </p:nvCxnSpPr>
        <p:spPr>
          <a:xfrm>
            <a:off x="3195902" y="2477115"/>
            <a:ext cx="1543738" cy="0"/>
          </a:xfrm>
          <a:prstGeom prst="line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3" name="잉크 52">
                <a:extLst>
                  <a:ext uri="{FF2B5EF4-FFF2-40B4-BE49-F238E27FC236}">
                    <a16:creationId xmlns:a16="http://schemas.microsoft.com/office/drawing/2014/main" id="{657AF33C-D596-76F9-4F85-0C9893F81FA1}"/>
                  </a:ext>
                </a:extLst>
              </p14:cNvPr>
              <p14:cNvContentPartPr/>
              <p14:nvPr/>
            </p14:nvContentPartPr>
            <p14:xfrm>
              <a:off x="5780533" y="2296467"/>
              <a:ext cx="360" cy="360"/>
            </p14:xfrm>
          </p:contentPart>
        </mc:Choice>
        <mc:Fallback xmlns="">
          <p:pic>
            <p:nvPicPr>
              <p:cNvPr id="53" name="잉크 52">
                <a:extLst>
                  <a:ext uri="{FF2B5EF4-FFF2-40B4-BE49-F238E27FC236}">
                    <a16:creationId xmlns:a16="http://schemas.microsoft.com/office/drawing/2014/main" id="{657AF33C-D596-76F9-4F85-0C9893F81FA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71533" y="228746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DDA5CABB-7C0A-5EEF-0605-1EE34F7FF34B}"/>
                  </a:ext>
                </a:extLst>
              </p14:cNvPr>
              <p14:cNvContentPartPr/>
              <p14:nvPr/>
            </p14:nvContentPartPr>
            <p14:xfrm>
              <a:off x="5723293" y="2546307"/>
              <a:ext cx="360" cy="360"/>
            </p14:xfrm>
          </p:contentPart>
        </mc:Choice>
        <mc:Fallback xmlns=""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DDA5CABB-7C0A-5EEF-0605-1EE34F7FF34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14293" y="253730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5" name="잉크 54">
                <a:extLst>
                  <a:ext uri="{FF2B5EF4-FFF2-40B4-BE49-F238E27FC236}">
                    <a16:creationId xmlns:a16="http://schemas.microsoft.com/office/drawing/2014/main" id="{3AECBA00-514E-F65C-0C11-2B7415DA6795}"/>
                  </a:ext>
                </a:extLst>
              </p14:cNvPr>
              <p14:cNvContentPartPr/>
              <p14:nvPr/>
            </p14:nvContentPartPr>
            <p14:xfrm>
              <a:off x="5427013" y="2810547"/>
              <a:ext cx="360" cy="360"/>
            </p14:xfrm>
          </p:contentPart>
        </mc:Choice>
        <mc:Fallback xmlns="">
          <p:pic>
            <p:nvPicPr>
              <p:cNvPr id="55" name="잉크 54">
                <a:extLst>
                  <a:ext uri="{FF2B5EF4-FFF2-40B4-BE49-F238E27FC236}">
                    <a16:creationId xmlns:a16="http://schemas.microsoft.com/office/drawing/2014/main" id="{3AECBA00-514E-F65C-0C11-2B7415DA679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18013" y="280190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6" name="잉크 55">
                <a:extLst>
                  <a:ext uri="{FF2B5EF4-FFF2-40B4-BE49-F238E27FC236}">
                    <a16:creationId xmlns:a16="http://schemas.microsoft.com/office/drawing/2014/main" id="{66438245-41E6-71EB-49F8-F2E37522F1EA}"/>
                  </a:ext>
                </a:extLst>
              </p14:cNvPr>
              <p14:cNvContentPartPr/>
              <p14:nvPr/>
            </p14:nvContentPartPr>
            <p14:xfrm>
              <a:off x="8165533" y="2298627"/>
              <a:ext cx="720" cy="360"/>
            </p14:xfrm>
          </p:contentPart>
        </mc:Choice>
        <mc:Fallback xmlns="">
          <p:pic>
            <p:nvPicPr>
              <p:cNvPr id="56" name="잉크 55">
                <a:extLst>
                  <a:ext uri="{FF2B5EF4-FFF2-40B4-BE49-F238E27FC236}">
                    <a16:creationId xmlns:a16="http://schemas.microsoft.com/office/drawing/2014/main" id="{66438245-41E6-71EB-49F8-F2E37522F1E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56893" y="2289627"/>
                <a:ext cx="18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7" name="잉크 56">
                <a:extLst>
                  <a:ext uri="{FF2B5EF4-FFF2-40B4-BE49-F238E27FC236}">
                    <a16:creationId xmlns:a16="http://schemas.microsoft.com/office/drawing/2014/main" id="{857680F0-BDB9-5BDE-D3D0-277759D26521}"/>
                  </a:ext>
                </a:extLst>
              </p14:cNvPr>
              <p14:cNvContentPartPr/>
              <p14:nvPr/>
            </p14:nvContentPartPr>
            <p14:xfrm>
              <a:off x="8214493" y="2065707"/>
              <a:ext cx="360" cy="360"/>
            </p14:xfrm>
          </p:contentPart>
        </mc:Choice>
        <mc:Fallback xmlns="">
          <p:pic>
            <p:nvPicPr>
              <p:cNvPr id="57" name="잉크 56">
                <a:extLst>
                  <a:ext uri="{FF2B5EF4-FFF2-40B4-BE49-F238E27FC236}">
                    <a16:creationId xmlns:a16="http://schemas.microsoft.com/office/drawing/2014/main" id="{857680F0-BDB9-5BDE-D3D0-277759D265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05853" y="205706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8" name="잉크 57">
                <a:extLst>
                  <a:ext uri="{FF2B5EF4-FFF2-40B4-BE49-F238E27FC236}">
                    <a16:creationId xmlns:a16="http://schemas.microsoft.com/office/drawing/2014/main" id="{0E7BBAC8-C636-470E-1E38-2FA6293861FA}"/>
                  </a:ext>
                </a:extLst>
              </p14:cNvPr>
              <p14:cNvContentPartPr/>
              <p14:nvPr/>
            </p14:nvContentPartPr>
            <p14:xfrm>
              <a:off x="8457960" y="1832667"/>
              <a:ext cx="360" cy="360"/>
            </p14:xfrm>
          </p:contentPart>
        </mc:Choice>
        <mc:Fallback xmlns="">
          <p:pic>
            <p:nvPicPr>
              <p:cNvPr id="58" name="잉크 57">
                <a:extLst>
                  <a:ext uri="{FF2B5EF4-FFF2-40B4-BE49-F238E27FC236}">
                    <a16:creationId xmlns:a16="http://schemas.microsoft.com/office/drawing/2014/main" id="{0E7BBAC8-C636-470E-1E38-2FA6293861F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49320" y="182402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텍스트 개체 틀 4">
                <a:extLst>
                  <a:ext uri="{FF2B5EF4-FFF2-40B4-BE49-F238E27FC236}">
                    <a16:creationId xmlns:a16="http://schemas.microsoft.com/office/drawing/2014/main" id="{B7104787-5589-A10F-114C-2AF8E666F8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8814" y="3655278"/>
                <a:ext cx="4160782" cy="22959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0" dirty="0"/>
                  <a:t>Dead-zone Check: 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ko-KR" sz="1600" dirty="0"/>
                  <a:t> step size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0.01 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altLang="ko-KR" sz="1600" b="0" dirty="0"/>
              </a:p>
              <a:p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altLang="ko-KR" sz="1600" dirty="0"/>
                  <a:t>step size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0.01 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altLang="ko-KR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Saturation Check: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ko-KR" sz="1600" dirty="0"/>
                  <a:t> step size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0.0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altLang="ko-KR" sz="1600" dirty="0"/>
              </a:p>
              <a:p>
                <a14:m>
                  <m:oMath xmlns:m="http://schemas.openxmlformats.org/officeDocument/2006/math"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step size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0.0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altLang="ko-KR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61" name="텍스트 개체 틀 4">
                <a:extLst>
                  <a:ext uri="{FF2B5EF4-FFF2-40B4-BE49-F238E27FC236}">
                    <a16:creationId xmlns:a16="http://schemas.microsoft.com/office/drawing/2014/main" id="{B7104787-5589-A10F-114C-2AF8E666F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14" y="3655278"/>
                <a:ext cx="4160782" cy="2295962"/>
              </a:xfrm>
              <a:prstGeom prst="rect">
                <a:avLst/>
              </a:prstGeom>
              <a:blipFill>
                <a:blip r:embed="rId15"/>
                <a:stretch>
                  <a:fillRect l="-587" t="-18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310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647F1-D6E2-041C-83FB-785DDAE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120E8-DC52-B008-A072-358F4FE5F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3. Motor Linearization</a:t>
            </a:r>
            <a:endParaRPr lang="ko-KR" alt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72BD9E-AEA1-A0E9-7062-9121A427E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B6F6D9-C82A-4515-E7F6-1A5DD582A7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993863"/>
            <a:ext cx="4295140" cy="298984"/>
          </a:xfrm>
        </p:spPr>
        <p:txBody>
          <a:bodyPr/>
          <a:lstStyle/>
          <a:p>
            <a:r>
              <a:rPr lang="en-US" altLang="ko-KR" sz="1600" b="1" dirty="0"/>
              <a:t>1) Inverse Function Modeling using 2nd-Order Polynomials</a:t>
            </a:r>
            <a:endParaRPr lang="ko-KR" altLang="en-US" sz="1600" b="1" dirty="0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3D7D066E-71D0-DBA0-FBA3-3A26CEFC0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4">
                <a:extLst>
                  <a:ext uri="{FF2B5EF4-FFF2-40B4-BE49-F238E27FC236}">
                    <a16:creationId xmlns:a16="http://schemas.microsoft.com/office/drawing/2014/main" id="{C4CEE7A2-2F86-DC85-49F5-061DB679D7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9069" y="4034079"/>
                <a:ext cx="3208531" cy="774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i="1" dirty="0"/>
                  <a:t> Positive region is fitted using 2nd-order polynomials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i="1" dirty="0"/>
                  <a:t>Negative region is fitted using 2nd-order polynomials</a:t>
                </a:r>
              </a:p>
            </p:txBody>
          </p:sp>
        </mc:Choice>
        <mc:Fallback xmlns="">
          <p:sp>
            <p:nvSpPr>
              <p:cNvPr id="6" name="텍스트 개체 틀 4">
                <a:extLst>
                  <a:ext uri="{FF2B5EF4-FFF2-40B4-BE49-F238E27FC236}">
                    <a16:creationId xmlns:a16="http://schemas.microsoft.com/office/drawing/2014/main" id="{C4CEE7A2-2F86-DC85-49F5-061DB679D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069" y="4034079"/>
                <a:ext cx="3208531" cy="774671"/>
              </a:xfrm>
              <a:prstGeom prst="rect">
                <a:avLst/>
              </a:prstGeom>
              <a:blipFill>
                <a:blip r:embed="rId4"/>
                <a:stretch>
                  <a:fillRect l="-760" t="-5512" b="-519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E1E80EBA-AEB3-3083-EA77-20C6629DCD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720" y="1584300"/>
            <a:ext cx="4343573" cy="23059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B52A926-0769-9469-ABD6-51573B2E9F63}"/>
              </a:ext>
            </a:extLst>
          </p:cNvPr>
          <p:cNvSpPr txBox="1"/>
          <p:nvPr/>
        </p:nvSpPr>
        <p:spPr>
          <a:xfrm>
            <a:off x="1934776" y="2598788"/>
            <a:ext cx="41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L2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CBAB9F-6825-044C-C648-1E91E7348900}"/>
              </a:ext>
            </a:extLst>
          </p:cNvPr>
          <p:cNvSpPr txBox="1"/>
          <p:nvPr/>
        </p:nvSpPr>
        <p:spPr>
          <a:xfrm>
            <a:off x="776536" y="3381109"/>
            <a:ext cx="41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L3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1B0F04-37AE-5F8B-2D64-5F5B67B5FDCF}"/>
              </a:ext>
            </a:extLst>
          </p:cNvPr>
          <p:cNvSpPr txBox="1"/>
          <p:nvPr/>
        </p:nvSpPr>
        <p:spPr>
          <a:xfrm>
            <a:off x="2813616" y="2791829"/>
            <a:ext cx="41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L1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140AFE-6397-929D-8EC0-A7EA576CF67B}"/>
              </a:ext>
            </a:extLst>
          </p:cNvPr>
          <p:cNvSpPr txBox="1"/>
          <p:nvPr/>
        </p:nvSpPr>
        <p:spPr>
          <a:xfrm>
            <a:off x="2143760" y="2176062"/>
            <a:ext cx="41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R1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FE2CFE-C517-BCAA-97E2-774B2659ED2E}"/>
              </a:ext>
            </a:extLst>
          </p:cNvPr>
          <p:cNvSpPr txBox="1"/>
          <p:nvPr/>
        </p:nvSpPr>
        <p:spPr>
          <a:xfrm>
            <a:off x="2986336" y="2369103"/>
            <a:ext cx="41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R2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ABE6A9-190E-1C74-A316-35E95E367BED}"/>
              </a:ext>
            </a:extLst>
          </p:cNvPr>
          <p:cNvSpPr txBox="1"/>
          <p:nvPr/>
        </p:nvSpPr>
        <p:spPr>
          <a:xfrm>
            <a:off x="4154032" y="1776327"/>
            <a:ext cx="41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R3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2413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5CEEA-6F79-C452-9B41-9DE07B739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2D54B-9AB1-1163-8E20-138F3A2DF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3. Motor Linearization</a:t>
            </a:r>
            <a:endParaRPr lang="ko-KR" alt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35F554-DA28-A99A-C3EA-9DFF6E732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9D4C17-58F3-527F-179E-FCE8D470EC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993863"/>
            <a:ext cx="4295140" cy="298984"/>
          </a:xfrm>
        </p:spPr>
        <p:txBody>
          <a:bodyPr/>
          <a:lstStyle/>
          <a:p>
            <a:r>
              <a:rPr lang="en-US" altLang="ko-KR" sz="1600" b="1" dirty="0"/>
              <a:t>1) Inverse Function Modeling using 2nd-Order Polynomials</a:t>
            </a:r>
            <a:endParaRPr lang="ko-KR" altLang="en-US" sz="1600" b="1" dirty="0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C45F58F2-ED3E-C50A-F6ED-14D8E8CDE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4">
                <a:extLst>
                  <a:ext uri="{FF2B5EF4-FFF2-40B4-BE49-F238E27FC236}">
                    <a16:creationId xmlns:a16="http://schemas.microsoft.com/office/drawing/2014/main" id="{79AD3909-D6E8-31BD-A345-C4448D4AAE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2986" y="4082303"/>
                <a:ext cx="4160782" cy="774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ko-KR" sz="1600" dirty="0"/>
                  <a:t> curve-fit by 2</a:t>
                </a:r>
                <a:r>
                  <a:rPr lang="en-US" altLang="ko-KR" sz="1600" baseline="30000" dirty="0"/>
                  <a:t>nd</a:t>
                </a:r>
                <a:r>
                  <a:rPr lang="en-US" altLang="ko-KR" sz="1600" dirty="0"/>
                  <a:t> polynomials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3 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ko-KR" sz="1600" dirty="0"/>
                  <a:t> curve-fit by 2</a:t>
                </a:r>
                <a:r>
                  <a:rPr lang="en-US" altLang="ko-KR" sz="1600" baseline="30000" dirty="0"/>
                  <a:t>nd</a:t>
                </a:r>
                <a:r>
                  <a:rPr lang="en-US" altLang="ko-KR" sz="1600" dirty="0"/>
                  <a:t> polynomials</a:t>
                </a:r>
              </a:p>
            </p:txBody>
          </p:sp>
        </mc:Choice>
        <mc:Fallback xmlns="">
          <p:sp>
            <p:nvSpPr>
              <p:cNvPr id="6" name="텍스트 개체 틀 4">
                <a:extLst>
                  <a:ext uri="{FF2B5EF4-FFF2-40B4-BE49-F238E27FC236}">
                    <a16:creationId xmlns:a16="http://schemas.microsoft.com/office/drawing/2014/main" id="{79AD3909-D6E8-31BD-A345-C4448D4AA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86" y="4082303"/>
                <a:ext cx="4160782" cy="774671"/>
              </a:xfrm>
              <a:prstGeom prst="rect">
                <a:avLst/>
              </a:prstGeom>
              <a:blipFill>
                <a:blip r:embed="rId4"/>
                <a:stretch>
                  <a:fillRect l="-586" t="-55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FF9C5D7E-93D4-6CAE-26DD-B7B6B3DF5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720" y="1584300"/>
            <a:ext cx="4343573" cy="2305976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63B0D9B-BA59-2566-8342-1DE4D694FEF4}"/>
              </a:ext>
            </a:extLst>
          </p:cNvPr>
          <p:cNvSpPr/>
          <p:nvPr/>
        </p:nvSpPr>
        <p:spPr>
          <a:xfrm>
            <a:off x="1987627" y="1958183"/>
            <a:ext cx="1310486" cy="1385885"/>
          </a:xfrm>
          <a:prstGeom prst="roundRect">
            <a:avLst>
              <a:gd name="adj" fmla="val 9824"/>
            </a:avLst>
          </a:prstGeom>
          <a:noFill/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0384649E-AF96-0646-3140-32FCCDC53E22}"/>
              </a:ext>
            </a:extLst>
          </p:cNvPr>
          <p:cNvCxnSpPr>
            <a:cxnSpLocks/>
          </p:cNvCxnSpPr>
          <p:nvPr/>
        </p:nvCxnSpPr>
        <p:spPr>
          <a:xfrm flipV="1">
            <a:off x="3300030" y="2651125"/>
            <a:ext cx="1543738" cy="10245"/>
          </a:xfrm>
          <a:prstGeom prst="line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그림 33">
            <a:extLst>
              <a:ext uri="{FF2B5EF4-FFF2-40B4-BE49-F238E27FC236}">
                <a16:creationId xmlns:a16="http://schemas.microsoft.com/office/drawing/2014/main" id="{8F904A6E-D1BB-2759-ADC0-FC9A915444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7074" y="1763637"/>
            <a:ext cx="3667968" cy="1947302"/>
          </a:xfrm>
          <a:prstGeom prst="rect">
            <a:avLst/>
          </a:prstGeom>
        </p:spPr>
      </p:pic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2AE9396-358A-C20C-5099-CF4029807FF8}"/>
              </a:ext>
            </a:extLst>
          </p:cNvPr>
          <p:cNvCxnSpPr/>
          <p:nvPr/>
        </p:nvCxnSpPr>
        <p:spPr>
          <a:xfrm flipH="1">
            <a:off x="6972300" y="2180167"/>
            <a:ext cx="850900" cy="3175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3D781CB-9031-A293-3F7F-B5DC1C7ABAF4}"/>
              </a:ext>
            </a:extLst>
          </p:cNvPr>
          <p:cNvCxnSpPr/>
          <p:nvPr/>
        </p:nvCxnSpPr>
        <p:spPr>
          <a:xfrm>
            <a:off x="6972300" y="2211917"/>
            <a:ext cx="0" cy="48895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30F8AD6D-E013-72FF-C0A1-3FE840B281ED}"/>
              </a:ext>
            </a:extLst>
          </p:cNvPr>
          <p:cNvCxnSpPr/>
          <p:nvPr/>
        </p:nvCxnSpPr>
        <p:spPr>
          <a:xfrm flipV="1">
            <a:off x="5664200" y="3197225"/>
            <a:ext cx="1076325" cy="4762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4DB695E-FD58-706D-1DF7-617DADE31EE1}"/>
              </a:ext>
            </a:extLst>
          </p:cNvPr>
          <p:cNvCxnSpPr/>
          <p:nvPr/>
        </p:nvCxnSpPr>
        <p:spPr>
          <a:xfrm flipV="1">
            <a:off x="6737350" y="2700867"/>
            <a:ext cx="0" cy="4979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620D9B0-CA6F-FBF9-8BED-B2C54F3DE646}"/>
              </a:ext>
            </a:extLst>
          </p:cNvPr>
          <p:cNvCxnSpPr>
            <a:cxnSpLocks/>
          </p:cNvCxnSpPr>
          <p:nvPr/>
        </p:nvCxnSpPr>
        <p:spPr>
          <a:xfrm>
            <a:off x="6737350" y="2700867"/>
            <a:ext cx="23812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텍스트 개체 틀 4">
                <a:extLst>
                  <a:ext uri="{FF2B5EF4-FFF2-40B4-BE49-F238E27FC236}">
                    <a16:creationId xmlns:a16="http://schemas.microsoft.com/office/drawing/2014/main" id="{61BDDC44-150F-FE4D-3BF0-649EF78AA5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70400" y="4065367"/>
                <a:ext cx="4762500" cy="24498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Linear interpolation applied to transition regions:</a:t>
                </a:r>
              </a:p>
              <a:p>
                <a:pPr marL="857250" lvl="1" indent="-171450"/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altLang="ko-KR" sz="1400" dirty="0"/>
                  <a:t>region (Negative low-speed boundary)</a:t>
                </a:r>
              </a:p>
              <a:p>
                <a:pPr marL="857250" lvl="1" indent="-171450"/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altLang="ko-KR" sz="1400" dirty="0"/>
                  <a:t>region (Positive low-speed boundary)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Target residual </a:t>
                </a:r>
                <a:r>
                  <a:rPr lang="en-US" altLang="ko-KR" sz="1400" dirty="0" err="1"/>
                  <a:t>deadzone</a:t>
                </a:r>
                <a:r>
                  <a:rPr lang="en-US" altLang="ko-KR" sz="1400" dirty="0"/>
                  <a:t> implementation:</a:t>
                </a:r>
              </a:p>
              <a:p>
                <a:pPr marL="857250" lvl="1" indent="-171450"/>
                <a:r>
                  <a:rPr lang="en-US" altLang="ko-KR" sz="1400" b="0" dirty="0"/>
                  <a:t>Defined as -0.01 to 0.01 [V]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r>
                  <a:rPr lang="en-US" altLang="ko-KR" sz="1400" b="0" dirty="0"/>
                  <a:t> for zero-speed stability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Scale adjustment for final mapping:</a:t>
                </a:r>
              </a:p>
              <a:p>
                <a:pPr marL="971550" lvl="1" indent="-285750"/>
                <a:r>
                  <a:rPr lang="en-US" altLang="ko-KR" sz="1400" b="0" dirty="0"/>
                  <a:t>Critical threshold points(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2, 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lang="en-US" altLang="ko-KR" sz="1400" b="0" dirty="0"/>
                  <a:t> mapped to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altLang="ko-KR" sz="1400" b="0" dirty="0"/>
                  <a:t>0.05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1400" b="0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endParaRPr lang="en-US" altLang="ko-KR" sz="1400" b="0" dirty="0"/>
              </a:p>
            </p:txBody>
          </p:sp>
        </mc:Choice>
        <mc:Fallback xmlns="">
          <p:sp>
            <p:nvSpPr>
              <p:cNvPr id="256" name="텍스트 개체 틀 4">
                <a:extLst>
                  <a:ext uri="{FF2B5EF4-FFF2-40B4-BE49-F238E27FC236}">
                    <a16:creationId xmlns:a16="http://schemas.microsoft.com/office/drawing/2014/main" id="{61BDDC44-150F-FE4D-3BF0-649EF78AA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400" y="4065367"/>
                <a:ext cx="4762500" cy="2449829"/>
              </a:xfrm>
              <a:prstGeom prst="rect">
                <a:avLst/>
              </a:prstGeom>
              <a:blipFill>
                <a:blip r:embed="rId7"/>
                <a:stretch>
                  <a:fillRect l="-128" t="-12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7" name="TextBox 256">
            <a:extLst>
              <a:ext uri="{FF2B5EF4-FFF2-40B4-BE49-F238E27FC236}">
                <a16:creationId xmlns:a16="http://schemas.microsoft.com/office/drawing/2014/main" id="{F52E57F2-36DF-DBA4-CEDA-C9D5B9156398}"/>
              </a:ext>
            </a:extLst>
          </p:cNvPr>
          <p:cNvSpPr txBox="1"/>
          <p:nvPr/>
        </p:nvSpPr>
        <p:spPr>
          <a:xfrm>
            <a:off x="6779519" y="1980454"/>
            <a:ext cx="41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R1</a:t>
            </a:r>
            <a:endParaRPr lang="ko-KR" altLang="en-US" sz="12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52BD9343-20A3-4577-F273-E65E28108672}"/>
              </a:ext>
            </a:extLst>
          </p:cNvPr>
          <p:cNvSpPr txBox="1"/>
          <p:nvPr/>
        </p:nvSpPr>
        <p:spPr>
          <a:xfrm>
            <a:off x="7760594" y="2118953"/>
            <a:ext cx="41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R2</a:t>
            </a:r>
            <a:endParaRPr lang="ko-KR" altLang="en-US" sz="1200" dirty="0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D0951A30-971D-0EAC-D4A6-520582D61789}"/>
              </a:ext>
            </a:extLst>
          </p:cNvPr>
          <p:cNvSpPr txBox="1"/>
          <p:nvPr/>
        </p:nvSpPr>
        <p:spPr>
          <a:xfrm>
            <a:off x="6763316" y="3152001"/>
            <a:ext cx="41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L1</a:t>
            </a:r>
            <a:endParaRPr lang="ko-KR" altLang="en-US" sz="1200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9A43E9B2-2E6D-7BC2-1DA7-5038E90F19EA}"/>
              </a:ext>
            </a:extLst>
          </p:cNvPr>
          <p:cNvSpPr txBox="1"/>
          <p:nvPr/>
        </p:nvSpPr>
        <p:spPr>
          <a:xfrm>
            <a:off x="5618459" y="2998854"/>
            <a:ext cx="41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L2</a:t>
            </a:r>
            <a:endParaRPr lang="ko-KR" altLang="en-US" sz="1200" dirty="0"/>
          </a:p>
        </p:txBody>
      </p:sp>
      <p:cxnSp>
        <p:nvCxnSpPr>
          <p:cNvPr id="264" name="직선 화살표 연결선 263">
            <a:extLst>
              <a:ext uri="{FF2B5EF4-FFF2-40B4-BE49-F238E27FC236}">
                <a16:creationId xmlns:a16="http://schemas.microsoft.com/office/drawing/2014/main" id="{A3ECC3CA-5F14-7F75-CD52-8BEE90788364}"/>
              </a:ext>
            </a:extLst>
          </p:cNvPr>
          <p:cNvCxnSpPr>
            <a:cxnSpLocks/>
          </p:cNvCxnSpPr>
          <p:nvPr/>
        </p:nvCxnSpPr>
        <p:spPr>
          <a:xfrm>
            <a:off x="5664200" y="1958183"/>
            <a:ext cx="22479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6" name="텍스트 개체 틀 4">
            <a:extLst>
              <a:ext uri="{FF2B5EF4-FFF2-40B4-BE49-F238E27FC236}">
                <a16:creationId xmlns:a16="http://schemas.microsoft.com/office/drawing/2014/main" id="{8696DB57-0BE1-AB0D-6017-477DB9B76D2B}"/>
              </a:ext>
            </a:extLst>
          </p:cNvPr>
          <p:cNvSpPr txBox="1">
            <a:spLocks/>
          </p:cNvSpPr>
          <p:nvPr/>
        </p:nvSpPr>
        <p:spPr>
          <a:xfrm>
            <a:off x="4843768" y="998564"/>
            <a:ext cx="4295140" cy="2989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2) Dead-zone Handling &amp; Mapped Linearization</a:t>
            </a:r>
            <a:endParaRPr lang="ko-KR" altLang="en-US" sz="1600" b="1" dirty="0"/>
          </a:p>
        </p:txBody>
      </p:sp>
      <p:cxnSp>
        <p:nvCxnSpPr>
          <p:cNvPr id="267" name="직선 화살표 연결선 266">
            <a:extLst>
              <a:ext uri="{FF2B5EF4-FFF2-40B4-BE49-F238E27FC236}">
                <a16:creationId xmlns:a16="http://schemas.microsoft.com/office/drawing/2014/main" id="{68E83441-02C4-F504-37BC-D8310816B8A0}"/>
              </a:ext>
            </a:extLst>
          </p:cNvPr>
          <p:cNvCxnSpPr>
            <a:cxnSpLocks/>
          </p:cNvCxnSpPr>
          <p:nvPr/>
        </p:nvCxnSpPr>
        <p:spPr>
          <a:xfrm>
            <a:off x="6719405" y="2675975"/>
            <a:ext cx="274013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DB89A48D-36D2-4B03-4C9C-B808FDC02E56}"/>
                  </a:ext>
                </a:extLst>
              </p:cNvPr>
              <p:cNvSpPr txBox="1"/>
              <p:nvPr/>
            </p:nvSpPr>
            <p:spPr>
              <a:xfrm>
                <a:off x="5914414" y="1752647"/>
                <a:ext cx="174747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Mapped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ko-KR" sz="1000" dirty="0"/>
                  <a:t>-0.05 to 0.05</a:t>
                </a:r>
                <a:endParaRPr lang="ko-KR" altLang="en-US" sz="1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DB89A48D-36D2-4B03-4C9C-B808FDC02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414" y="1752647"/>
                <a:ext cx="1747472" cy="246221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A8294F68-1F5E-1863-37B2-3083880A0E2B}"/>
                  </a:ext>
                </a:extLst>
              </p:cNvPr>
              <p:cNvSpPr txBox="1"/>
              <p:nvPr/>
            </p:nvSpPr>
            <p:spPr>
              <a:xfrm>
                <a:off x="6986499" y="2547363"/>
                <a:ext cx="18814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 dirty="0"/>
                  <a:t>Mapped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ko-KR" sz="1050" dirty="0"/>
                  <a:t>-0.01 to 0.01</a:t>
                </a:r>
                <a:endParaRPr lang="ko-KR" altLang="en-US" sz="1050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A8294F68-1F5E-1863-37B2-3083880A0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499" y="2547363"/>
                <a:ext cx="1881438" cy="253916"/>
              </a:xfrm>
              <a:prstGeom prst="rect">
                <a:avLst/>
              </a:prstGeom>
              <a:blipFill>
                <a:blip r:embed="rId9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E6DB64B6-978A-D548-75F1-42F34C24094A}"/>
                  </a:ext>
                </a:extLst>
              </p14:cNvPr>
              <p14:cNvContentPartPr/>
              <p14:nvPr/>
            </p14:nvContentPartPr>
            <p14:xfrm>
              <a:off x="5657800" y="3244500"/>
              <a:ext cx="360" cy="36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E6DB64B6-978A-D548-75F1-42F34C24094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48800" y="32358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AF652C26-D660-ED18-8AFF-2AAE95A876C8}"/>
                  </a:ext>
                </a:extLst>
              </p14:cNvPr>
              <p14:cNvContentPartPr/>
              <p14:nvPr/>
            </p14:nvContentPartPr>
            <p14:xfrm>
              <a:off x="6730960" y="3190500"/>
              <a:ext cx="360" cy="3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AF652C26-D660-ED18-8AFF-2AAE95A876C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21960" y="31818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B7D61653-B978-CF9A-348C-B1D078BDA8A5}"/>
                  </a:ext>
                </a:extLst>
              </p14:cNvPr>
              <p14:cNvContentPartPr/>
              <p14:nvPr/>
            </p14:nvContentPartPr>
            <p14:xfrm>
              <a:off x="6975400" y="2219220"/>
              <a:ext cx="360" cy="72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B7D61653-B978-CF9A-348C-B1D078BDA8A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66400" y="2210220"/>
                <a:ext cx="1800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9D54EF1C-A858-F6BA-40DD-CD7D41ED2814}"/>
                  </a:ext>
                </a:extLst>
              </p14:cNvPr>
              <p14:cNvContentPartPr/>
              <p14:nvPr/>
            </p14:nvContentPartPr>
            <p14:xfrm>
              <a:off x="7829320" y="2174580"/>
              <a:ext cx="360" cy="3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9D54EF1C-A858-F6BA-40DD-CD7D41ED281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20680" y="216594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326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FBC0-F65A-689B-A062-59B71FEC2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83175-F4E9-1537-1432-0D7A5EEC9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3. Motor Linearization</a:t>
            </a:r>
            <a:endParaRPr lang="ko-KR" alt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FE97C6-5BA3-A5E8-1D3B-A9715F30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2AE7E0-6F63-26D3-614E-A6DCDB9EFD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993863"/>
            <a:ext cx="4295140" cy="298984"/>
          </a:xfrm>
        </p:spPr>
        <p:txBody>
          <a:bodyPr/>
          <a:lstStyle/>
          <a:p>
            <a:r>
              <a:rPr lang="en-US" altLang="ko-KR" sz="1600" b="1" dirty="0"/>
              <a:t>1) Linearized Static Property</a:t>
            </a:r>
            <a:endParaRPr lang="ko-KR" altLang="en-US" sz="1600" b="1" dirty="0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0F734B6E-E2C7-BDE1-C073-1F710EAFC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2892E1D-A8C0-3A01-9DF4-89EF4BD6A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18" y="1558669"/>
            <a:ext cx="4423422" cy="22963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32153364-D8FD-8FE3-03EE-0A99AE572854}"/>
                  </a:ext>
                </a:extLst>
              </p14:cNvPr>
              <p14:cNvContentPartPr/>
              <p14:nvPr/>
            </p14:nvContentPartPr>
            <p14:xfrm rot="-11721980">
              <a:off x="1299426" y="1807084"/>
              <a:ext cx="77988" cy="17852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32153364-D8FD-8FE3-03EE-0A99AE5728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-11721980">
                <a:off x="1293316" y="1801014"/>
                <a:ext cx="90207" cy="29991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그룹 20">
            <a:extLst>
              <a:ext uri="{FF2B5EF4-FFF2-40B4-BE49-F238E27FC236}">
                <a16:creationId xmlns:a16="http://schemas.microsoft.com/office/drawing/2014/main" id="{EC68C6C7-2802-79FF-EE2B-9817FFCAF76D}"/>
              </a:ext>
            </a:extLst>
          </p:cNvPr>
          <p:cNvGrpSpPr/>
          <p:nvPr/>
        </p:nvGrpSpPr>
        <p:grpSpPr>
          <a:xfrm>
            <a:off x="1260840" y="1763810"/>
            <a:ext cx="237240" cy="73080"/>
            <a:chOff x="1260840" y="1763810"/>
            <a:chExt cx="237240" cy="7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F2B6C4BD-E9E6-80FC-462B-BF4DBA30A766}"/>
                    </a:ext>
                  </a:extLst>
                </p14:cNvPr>
                <p14:cNvContentPartPr/>
                <p14:nvPr/>
              </p14:nvContentPartPr>
              <p14:xfrm>
                <a:off x="1260840" y="1763810"/>
                <a:ext cx="237240" cy="720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F2B6C4BD-E9E6-80FC-462B-BF4DBA30A76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54720" y="1757690"/>
                  <a:ext cx="2494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9E5B9016-B638-DF22-F22B-3C3F8F848511}"/>
                    </a:ext>
                  </a:extLst>
                </p14:cNvPr>
                <p14:cNvContentPartPr/>
                <p14:nvPr/>
              </p14:nvContentPartPr>
              <p14:xfrm>
                <a:off x="1429680" y="1766690"/>
                <a:ext cx="46800" cy="590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9E5B9016-B638-DF22-F22B-3C3F8F84851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23560" y="1760570"/>
                  <a:ext cx="590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0AD72A60-922F-3C0C-B572-6AE185C4E8B0}"/>
                    </a:ext>
                  </a:extLst>
                </p14:cNvPr>
                <p14:cNvContentPartPr/>
                <p14:nvPr/>
              </p14:nvContentPartPr>
              <p14:xfrm>
                <a:off x="1384320" y="1785770"/>
                <a:ext cx="52560" cy="511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0AD72A60-922F-3C0C-B572-6AE185C4E8B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78200" y="1779650"/>
                  <a:ext cx="64800" cy="6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텍스트 개체 틀 4">
                <a:extLst>
                  <a:ext uri="{FF2B5EF4-FFF2-40B4-BE49-F238E27FC236}">
                    <a16:creationId xmlns:a16="http://schemas.microsoft.com/office/drawing/2014/main" id="{C90CC8F1-B762-0F9C-89BA-68123277E6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051" y="4353195"/>
                <a:ext cx="4160782" cy="774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Linearized Tracking Performance:</a:t>
                </a:r>
              </a:p>
              <a:p>
                <a:r>
                  <a:rPr lang="en-US" altLang="ko-KR" sz="1600" dirty="0"/>
                  <a:t>Positive Region Max Error: 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54 [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𝑑𝑒𝑔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dirty="0"/>
              </a:p>
              <a:p>
                <a:r>
                  <a:rPr lang="en-US" altLang="ko-KR" sz="1600" dirty="0"/>
                  <a:t>Negative Region Max Error =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68 [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𝑑𝑒𝑔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Target Linearized Slope: Slope: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=1178 [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𝑑𝑒𝑔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22" name="텍스트 개체 틀 4">
                <a:extLst>
                  <a:ext uri="{FF2B5EF4-FFF2-40B4-BE49-F238E27FC236}">
                    <a16:creationId xmlns:a16="http://schemas.microsoft.com/office/drawing/2014/main" id="{C90CC8F1-B762-0F9C-89BA-68123277E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51" y="4353195"/>
                <a:ext cx="4160782" cy="774671"/>
              </a:xfrm>
              <a:prstGeom prst="rect">
                <a:avLst/>
              </a:prstGeom>
              <a:blipFill>
                <a:blip r:embed="rId13"/>
                <a:stretch>
                  <a:fillRect l="-732" t="-5512" b="-1157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50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3221F-D4EB-6BFE-B1E0-A8ACEF9AB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89A3E-08C8-5E63-9CD9-FF379CD8B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3. Motor Linearization</a:t>
            </a:r>
            <a:endParaRPr lang="ko-KR" alt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F4BDF9-4467-36FD-5382-DC47F4A04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CB9A72-BB6C-CED2-D77C-A545FA4EA9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993863"/>
            <a:ext cx="4295140" cy="298984"/>
          </a:xfrm>
        </p:spPr>
        <p:txBody>
          <a:bodyPr/>
          <a:lstStyle/>
          <a:p>
            <a:r>
              <a:rPr lang="en-US" altLang="ko-KR" sz="1600" b="1" dirty="0"/>
              <a:t>1) Linearized Static Property</a:t>
            </a:r>
            <a:endParaRPr lang="ko-KR" altLang="en-US" sz="1600" b="1" dirty="0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A933C955-4260-825E-D0C5-6D23E08C1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0E00A1-DF3C-E8C0-0CBA-8FA6801E6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440" y="1656863"/>
            <a:ext cx="4160782" cy="21574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텍스트 개체 틀 4">
                <a:extLst>
                  <a:ext uri="{FF2B5EF4-FFF2-40B4-BE49-F238E27FC236}">
                    <a16:creationId xmlns:a16="http://schemas.microsoft.com/office/drawing/2014/main" id="{E19379DB-E890-36E6-9F87-80BA781DC7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051" y="4353195"/>
                <a:ext cx="4160782" cy="774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Linearized Tracking Performance:</a:t>
                </a:r>
              </a:p>
              <a:p>
                <a:r>
                  <a:rPr lang="en-US" altLang="ko-KR" sz="1600" dirty="0"/>
                  <a:t>Positive Region Max Error: 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54 [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𝑑𝑒𝑔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dirty="0"/>
              </a:p>
              <a:p>
                <a:r>
                  <a:rPr lang="en-US" altLang="ko-KR" sz="1600" dirty="0"/>
                  <a:t>Negative Region Max Error =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68 [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𝑑𝑒𝑔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Target Linearized Slope: Slope: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=1178 [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𝑑𝑒𝑔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8" name="텍스트 개체 틀 4">
                <a:extLst>
                  <a:ext uri="{FF2B5EF4-FFF2-40B4-BE49-F238E27FC236}">
                    <a16:creationId xmlns:a16="http://schemas.microsoft.com/office/drawing/2014/main" id="{E19379DB-E890-36E6-9F87-80BA781DC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51" y="4353195"/>
                <a:ext cx="4160782" cy="774671"/>
              </a:xfrm>
              <a:prstGeom prst="rect">
                <a:avLst/>
              </a:prstGeom>
              <a:blipFill>
                <a:blip r:embed="rId5"/>
                <a:stretch>
                  <a:fillRect l="-732" t="-5512" b="-1157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>
            <a:extLst>
              <a:ext uri="{FF2B5EF4-FFF2-40B4-BE49-F238E27FC236}">
                <a16:creationId xmlns:a16="http://schemas.microsoft.com/office/drawing/2014/main" id="{8D3CE9D9-7AAD-81DC-5A40-59DC18994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018" y="1558669"/>
            <a:ext cx="4423422" cy="2296326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4F91E91-DBE5-4C70-10B3-40AF7DF5118D}"/>
              </a:ext>
            </a:extLst>
          </p:cNvPr>
          <p:cNvSpPr/>
          <p:nvPr/>
        </p:nvSpPr>
        <p:spPr>
          <a:xfrm>
            <a:off x="1987627" y="1958183"/>
            <a:ext cx="1310486" cy="1385885"/>
          </a:xfrm>
          <a:prstGeom prst="roundRect">
            <a:avLst>
              <a:gd name="adj" fmla="val 9824"/>
            </a:avLst>
          </a:prstGeom>
          <a:noFill/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D50C5A9-AEF0-875E-5324-6BB21C008977}"/>
              </a:ext>
            </a:extLst>
          </p:cNvPr>
          <p:cNvCxnSpPr>
            <a:cxnSpLocks/>
          </p:cNvCxnSpPr>
          <p:nvPr/>
        </p:nvCxnSpPr>
        <p:spPr>
          <a:xfrm>
            <a:off x="3300030" y="2661370"/>
            <a:ext cx="1354520" cy="0"/>
          </a:xfrm>
          <a:prstGeom prst="line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B6216DF1-6756-1A70-8E2F-56411C7F78AB}"/>
                  </a:ext>
                </a:extLst>
              </p14:cNvPr>
              <p14:cNvContentPartPr/>
              <p14:nvPr/>
            </p14:nvContentPartPr>
            <p14:xfrm rot="789068">
              <a:off x="1276719" y="1799277"/>
              <a:ext cx="148242" cy="32226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B6216DF1-6756-1A70-8E2F-56411C7F78A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 rot="789068">
                <a:off x="1270587" y="1793121"/>
                <a:ext cx="160505" cy="445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E42157DE-A1CA-5F46-28F8-AE29BF205375}"/>
                  </a:ext>
                </a:extLst>
              </p14:cNvPr>
              <p14:cNvContentPartPr/>
              <p14:nvPr/>
            </p14:nvContentPartPr>
            <p14:xfrm>
              <a:off x="1263720" y="1797390"/>
              <a:ext cx="63360" cy="3132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E42157DE-A1CA-5F46-28F8-AE29BF20537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57600" y="1791270"/>
                <a:ext cx="756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46D01FEB-BD13-C06C-B620-2AE8F716090B}"/>
                  </a:ext>
                </a:extLst>
              </p14:cNvPr>
              <p14:cNvContentPartPr/>
              <p14:nvPr/>
            </p14:nvContentPartPr>
            <p14:xfrm>
              <a:off x="1304040" y="1789830"/>
              <a:ext cx="136800" cy="7056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46D01FEB-BD13-C06C-B620-2AE8F716090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97920" y="1783710"/>
                <a:ext cx="14904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C1D16F6B-F9BD-CFEE-81C3-0D800F5B7420}"/>
                  </a:ext>
                </a:extLst>
              </p14:cNvPr>
              <p14:cNvContentPartPr/>
              <p14:nvPr/>
            </p14:nvContentPartPr>
            <p14:xfrm>
              <a:off x="5597615" y="1872270"/>
              <a:ext cx="230040" cy="5724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C1D16F6B-F9BD-CFEE-81C3-0D800F5B742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91495" y="1866150"/>
                <a:ext cx="24228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텍스트 개체 틀 4">
                <a:extLst>
                  <a:ext uri="{FF2B5EF4-FFF2-40B4-BE49-F238E27FC236}">
                    <a16:creationId xmlns:a16="http://schemas.microsoft.com/office/drawing/2014/main" id="{9F5197DB-6A91-578C-7167-2DE1F55F7F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0833" y="4423338"/>
                <a:ext cx="4160782" cy="774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Residual Dead-Zone Behavior (Zoom-in):</a:t>
                </a:r>
              </a:p>
              <a:p>
                <a:r>
                  <a:rPr lang="en-US" altLang="ko-KR" sz="1600" dirty="0"/>
                  <a:t>Positive Threshold</a:t>
                </a:r>
                <a:r>
                  <a:rPr lang="en-US" altLang="ko-KR" sz="1600" b="1" dirty="0"/>
                  <a:t>:</a:t>
                </a:r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cmd</m:t>
                        </m:r>
                      </m:sub>
                    </m:sSub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0.03→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𝑔𝑦𝑟𝑜</m:t>
                        </m:r>
                      </m:sub>
                    </m:sSub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=32.437 [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𝑑𝑒𝑔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en-US" altLang="ko-KR" sz="1600" dirty="0"/>
              </a:p>
              <a:p>
                <a:r>
                  <a:rPr lang="en-US" altLang="ko-KR" sz="1600" dirty="0"/>
                  <a:t>Negative Threshold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cmd</m:t>
                        </m:r>
                      </m:sub>
                    </m:sSub>
                    <m:r>
                      <a:rPr lang="en-US" altLang="ko-KR" sz="160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altLang="ko-KR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0.03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→</m:t>
                    </m:r>
                  </m:oMath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𝑔𝑦𝑟𝑜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=−33.0642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𝑑𝑒𝑔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ko-KR" sz="1600" dirty="0"/>
                  <a:t> </a:t>
                </a:r>
              </a:p>
            </p:txBody>
          </p:sp>
        </mc:Choice>
        <mc:Fallback xmlns="">
          <p:sp>
            <p:nvSpPr>
              <p:cNvPr id="24" name="텍스트 개체 틀 4">
                <a:extLst>
                  <a:ext uri="{FF2B5EF4-FFF2-40B4-BE49-F238E27FC236}">
                    <a16:creationId xmlns:a16="http://schemas.microsoft.com/office/drawing/2014/main" id="{9F5197DB-6A91-578C-7167-2DE1F55F7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833" y="4423338"/>
                <a:ext cx="4160782" cy="774671"/>
              </a:xfrm>
              <a:prstGeom prst="rect">
                <a:avLst/>
              </a:prstGeom>
              <a:blipFill>
                <a:blip r:embed="rId15"/>
                <a:stretch>
                  <a:fillRect l="-880" t="-5512" b="-1110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569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BD214-0E6B-DF12-1747-C74B79919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910DCB6-A7EC-95C3-3AE5-7B897B568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293" y="1442497"/>
            <a:ext cx="4370722" cy="230749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29495E6-D556-6FAF-9302-E9D836108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24" y="1392274"/>
            <a:ext cx="4425291" cy="230749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270E5FC-84CC-FA23-FD22-46977972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3. Motor Linearization Validation</a:t>
            </a:r>
            <a:endParaRPr lang="ko-KR" alt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CABCC4-6D9E-6B5D-53EB-62FBC3FF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1DD8FA-37DD-7F63-464B-322FE7FDD7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993863"/>
            <a:ext cx="4295140" cy="298984"/>
          </a:xfrm>
        </p:spPr>
        <p:txBody>
          <a:bodyPr/>
          <a:lstStyle/>
          <a:p>
            <a:r>
              <a:rPr lang="en-US" altLang="ko-KR" sz="1600" b="1" dirty="0"/>
              <a:t>1) Triangle input</a:t>
            </a:r>
            <a:endParaRPr lang="ko-KR" altLang="en-US" sz="1600" b="1" dirty="0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670BFF43-E830-1004-9B15-5D784A0AE9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4">
                <a:extLst>
                  <a:ext uri="{FF2B5EF4-FFF2-40B4-BE49-F238E27FC236}">
                    <a16:creationId xmlns:a16="http://schemas.microsoft.com/office/drawing/2014/main" id="{C9A38536-2DBF-8A39-CE4C-F2896482C0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3859" y="4231953"/>
                <a:ext cx="5774964" cy="774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Positive direction: Tracking error of approx.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8.14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 [</m:t>
                    </m:r>
                    <m:r>
                      <m:rPr>
                        <m:sty m:val="p"/>
                      </m:rPr>
                      <a:rPr lang="en-US" altLang="ko-KR" sz="1400" i="1" dirty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Negative direction: Larger tracking error of approx.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3.7334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ko-KR" sz="1400" i="1" dirty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num>
                          <m:den>
                            <m:r>
                              <a:rPr lang="en-US" altLang="ko-KR" sz="140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</m:oMath>
                </a14:m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Standard deviation (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ko-KR" sz="1400" dirty="0"/>
                  <a:t>) increases in the negative region (R1)</a:t>
                </a:r>
              </a:p>
            </p:txBody>
          </p:sp>
        </mc:Choice>
        <mc:Fallback xmlns="">
          <p:sp>
            <p:nvSpPr>
              <p:cNvPr id="6" name="텍스트 개체 틀 4">
                <a:extLst>
                  <a:ext uri="{FF2B5EF4-FFF2-40B4-BE49-F238E27FC236}">
                    <a16:creationId xmlns:a16="http://schemas.microsoft.com/office/drawing/2014/main" id="{C9A38536-2DBF-8A39-CE4C-F2896482C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59" y="4231953"/>
                <a:ext cx="5774964" cy="774671"/>
              </a:xfrm>
              <a:prstGeom prst="rect">
                <a:avLst/>
              </a:prstGeom>
              <a:blipFill>
                <a:blip r:embed="rId6"/>
                <a:stretch>
                  <a:fillRect l="-211" t="-5512" b="-401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0D4EAF7-520E-DCD6-BB4A-F8332E840DBE}"/>
              </a:ext>
            </a:extLst>
          </p:cNvPr>
          <p:cNvSpPr txBox="1"/>
          <p:nvPr/>
        </p:nvSpPr>
        <p:spPr>
          <a:xfrm>
            <a:off x="7829932" y="3064548"/>
            <a:ext cx="3701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R1</a:t>
            </a:r>
            <a:endParaRPr lang="ko-KR" altLang="en-US" sz="12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AE21771-DAEA-18CB-47E7-9787096B9803}"/>
              </a:ext>
            </a:extLst>
          </p:cNvPr>
          <p:cNvSpPr/>
          <p:nvPr/>
        </p:nvSpPr>
        <p:spPr>
          <a:xfrm>
            <a:off x="2166180" y="2070670"/>
            <a:ext cx="945161" cy="950837"/>
          </a:xfrm>
          <a:prstGeom prst="roundRect">
            <a:avLst>
              <a:gd name="adj" fmla="val 9824"/>
            </a:avLst>
          </a:prstGeom>
          <a:noFill/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EFE0B87-B4A6-C965-03DA-06092C69947F}"/>
              </a:ext>
            </a:extLst>
          </p:cNvPr>
          <p:cNvCxnSpPr>
            <a:cxnSpLocks/>
          </p:cNvCxnSpPr>
          <p:nvPr/>
        </p:nvCxnSpPr>
        <p:spPr>
          <a:xfrm>
            <a:off x="3111341" y="2238881"/>
            <a:ext cx="1582579" cy="0"/>
          </a:xfrm>
          <a:prstGeom prst="line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0184640A-88CA-5202-3C30-F97C4F74870D}"/>
                  </a:ext>
                </a:extLst>
              </p14:cNvPr>
              <p14:cNvContentPartPr/>
              <p14:nvPr/>
            </p14:nvContentPartPr>
            <p14:xfrm>
              <a:off x="7746840" y="3311040"/>
              <a:ext cx="8640" cy="576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0184640A-88CA-5202-3C30-F97C4F7487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28840" y="3293040"/>
                <a:ext cx="442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BA2F96EE-31D9-E417-8D3B-E1A42132C61C}"/>
                  </a:ext>
                </a:extLst>
              </p14:cNvPr>
              <p14:cNvContentPartPr/>
              <p14:nvPr/>
            </p14:nvContentPartPr>
            <p14:xfrm>
              <a:off x="7734580" y="3302745"/>
              <a:ext cx="29160" cy="3204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BA2F96EE-31D9-E417-8D3B-E1A42132C61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25580" y="3294105"/>
                <a:ext cx="46800" cy="4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7343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D8480-9F74-91BB-5788-62C1B4E4D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3E536B50-4E38-CE33-DF5B-6ADC4B182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293" y="1442497"/>
            <a:ext cx="4370722" cy="230749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73DA851-A0CB-578B-A977-9FC255411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24" y="1392274"/>
            <a:ext cx="4425291" cy="230749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5F7631-6B35-F603-3F17-F759C19B0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3. Motor Linearization Validation</a:t>
            </a:r>
            <a:endParaRPr lang="ko-KR" alt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D92C23-A1E5-1477-91FC-DA5FCC1E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8B8B17-990E-F9B6-A2BB-2D69073E2F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993863"/>
            <a:ext cx="4295140" cy="298984"/>
          </a:xfrm>
        </p:spPr>
        <p:txBody>
          <a:bodyPr/>
          <a:lstStyle/>
          <a:p>
            <a:r>
              <a:rPr lang="en-US" altLang="ko-KR" sz="1600" b="1" dirty="0"/>
              <a:t>1) Triangle input</a:t>
            </a:r>
            <a:endParaRPr lang="ko-KR" altLang="en-US" sz="1600" b="1" dirty="0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BA547A57-3769-EB71-CD13-EA1EC5030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5467C0-3DC2-4ACD-C679-583693CED7C3}"/>
              </a:ext>
            </a:extLst>
          </p:cNvPr>
          <p:cNvSpPr txBox="1"/>
          <p:nvPr/>
        </p:nvSpPr>
        <p:spPr>
          <a:xfrm>
            <a:off x="7829932" y="3064548"/>
            <a:ext cx="3701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R1</a:t>
            </a:r>
            <a:endParaRPr lang="ko-KR" altLang="en-US" sz="12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EC27AB3-5BE5-B9F6-06C7-1A94A195446C}"/>
              </a:ext>
            </a:extLst>
          </p:cNvPr>
          <p:cNvSpPr/>
          <p:nvPr/>
        </p:nvSpPr>
        <p:spPr>
          <a:xfrm>
            <a:off x="2166180" y="2070670"/>
            <a:ext cx="945161" cy="950837"/>
          </a:xfrm>
          <a:prstGeom prst="roundRect">
            <a:avLst>
              <a:gd name="adj" fmla="val 9824"/>
            </a:avLst>
          </a:prstGeom>
          <a:noFill/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382DC81-68D2-FFA7-B67E-4B3ECE8C2525}"/>
              </a:ext>
            </a:extLst>
          </p:cNvPr>
          <p:cNvCxnSpPr>
            <a:cxnSpLocks/>
          </p:cNvCxnSpPr>
          <p:nvPr/>
        </p:nvCxnSpPr>
        <p:spPr>
          <a:xfrm>
            <a:off x="3111341" y="2238881"/>
            <a:ext cx="1582579" cy="0"/>
          </a:xfrm>
          <a:prstGeom prst="line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3C97623B-EF6B-F6D8-BAE6-B38AD3120BCF}"/>
                  </a:ext>
                </a:extLst>
              </p14:cNvPr>
              <p14:cNvContentPartPr/>
              <p14:nvPr/>
            </p14:nvContentPartPr>
            <p14:xfrm>
              <a:off x="7746840" y="3311040"/>
              <a:ext cx="8640" cy="576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3C97623B-EF6B-F6D8-BAE6-B38AD3120B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28840" y="3293040"/>
                <a:ext cx="442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52E8976D-1F2D-5F7F-6392-9BABE57214CF}"/>
                  </a:ext>
                </a:extLst>
              </p14:cNvPr>
              <p14:cNvContentPartPr/>
              <p14:nvPr/>
            </p14:nvContentPartPr>
            <p14:xfrm>
              <a:off x="7734580" y="3302745"/>
              <a:ext cx="29160" cy="3204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52E8976D-1F2D-5F7F-6392-9BABE57214C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25580" y="3294105"/>
                <a:ext cx="46800" cy="4968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83CD5839-479E-A87D-D5A8-F3B515FA89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023" y="3749989"/>
            <a:ext cx="4395473" cy="23074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텍스트 개체 틀 4">
                <a:extLst>
                  <a:ext uri="{FF2B5EF4-FFF2-40B4-BE49-F238E27FC236}">
                    <a16:creationId xmlns:a16="http://schemas.microsoft.com/office/drawing/2014/main" id="{A492878A-2E03-688A-38BC-197365A43F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88744" y="4047784"/>
                <a:ext cx="4307504" cy="774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Overall Linearity (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&lt;10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ko-KR" sz="1400" dirty="0"/>
                  <a:t>): Matches the reference input well with minimal tracking error.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Inertial Effect (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~ 20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ko-KR" sz="1400" dirty="0"/>
                  <a:t>): Error increases due to the physical inertia during deceleration/reversal.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Dead-zone Effect (Peaks): Sharp error peaks are formed at zero-crossing points due to the residual </a:t>
                </a:r>
                <a:r>
                  <a:rPr lang="en-US" altLang="ko-KR" sz="1400" dirty="0" err="1"/>
                  <a:t>deadzone</a:t>
                </a:r>
                <a:r>
                  <a:rPr lang="en-US" altLang="ko-KR" sz="1400" dirty="0"/>
                  <a:t>.</a:t>
                </a:r>
              </a:p>
            </p:txBody>
          </p:sp>
        </mc:Choice>
        <mc:Fallback xmlns="">
          <p:sp>
            <p:nvSpPr>
              <p:cNvPr id="9" name="텍스트 개체 틀 4">
                <a:extLst>
                  <a:ext uri="{FF2B5EF4-FFF2-40B4-BE49-F238E27FC236}">
                    <a16:creationId xmlns:a16="http://schemas.microsoft.com/office/drawing/2014/main" id="{A492878A-2E03-688A-38BC-197365A4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744" y="4047784"/>
                <a:ext cx="4307504" cy="774671"/>
              </a:xfrm>
              <a:prstGeom prst="rect">
                <a:avLst/>
              </a:prstGeom>
              <a:blipFill>
                <a:blip r:embed="rId11"/>
                <a:stretch>
                  <a:fillRect l="-141" t="-3937" r="-1273" b="-1267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550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85D1A-E0B7-87B2-23FD-FB9561017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FC9225-4622-0D6B-F797-E8181B60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3. Motor Linearization Validation</a:t>
            </a:r>
            <a:endParaRPr lang="ko-KR" alt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9E5F0E-13BA-DC43-D435-750146CF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591C3F6-3887-60A7-E06E-0AAC0F0547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993863"/>
            <a:ext cx="4295140" cy="298984"/>
          </a:xfrm>
        </p:spPr>
        <p:txBody>
          <a:bodyPr/>
          <a:lstStyle/>
          <a:p>
            <a:r>
              <a:rPr lang="en-US" altLang="ko-KR" sz="1600" b="1" dirty="0"/>
              <a:t>1) Sin input</a:t>
            </a:r>
            <a:endParaRPr lang="ko-KR" altLang="en-US" sz="1600" b="1" dirty="0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0B3805A4-EA1F-95B3-22E0-7CB1A5CDF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1CD72AA-728A-09E7-192D-F5EEF1071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81" y="1534470"/>
            <a:ext cx="4295140" cy="22675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C869862-174F-4423-134D-5D828CE63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0440" y="1506461"/>
            <a:ext cx="4241311" cy="2239171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F323111-5782-9EE9-5861-716C06D50F40}"/>
              </a:ext>
            </a:extLst>
          </p:cNvPr>
          <p:cNvSpPr/>
          <p:nvPr/>
        </p:nvSpPr>
        <p:spPr>
          <a:xfrm>
            <a:off x="2166180" y="2070670"/>
            <a:ext cx="945161" cy="950837"/>
          </a:xfrm>
          <a:prstGeom prst="roundRect">
            <a:avLst>
              <a:gd name="adj" fmla="val 9824"/>
            </a:avLst>
          </a:prstGeom>
          <a:noFill/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5AC7972-675C-7488-F213-FA0B7EA4607A}"/>
              </a:ext>
            </a:extLst>
          </p:cNvPr>
          <p:cNvCxnSpPr>
            <a:cxnSpLocks/>
          </p:cNvCxnSpPr>
          <p:nvPr/>
        </p:nvCxnSpPr>
        <p:spPr>
          <a:xfrm>
            <a:off x="3111341" y="2238881"/>
            <a:ext cx="1582579" cy="0"/>
          </a:xfrm>
          <a:prstGeom prst="line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텍스트 개체 틀 4">
                <a:extLst>
                  <a:ext uri="{FF2B5EF4-FFF2-40B4-BE49-F238E27FC236}">
                    <a16:creationId xmlns:a16="http://schemas.microsoft.com/office/drawing/2014/main" id="{74FB1959-8F4A-876D-8D99-AA80422651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3859" y="4231953"/>
                <a:ext cx="5774964" cy="774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Positive direction: Tracking error of approx.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4.09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 [</m:t>
                    </m:r>
                    <m:r>
                      <m:rPr>
                        <m:sty m:val="p"/>
                      </m:rPr>
                      <a:rPr lang="en-US" altLang="ko-KR" sz="1400" i="1" dirty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Negative direction: Larger tracking error of approx.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68.73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ko-KR" sz="1400" i="1" dirty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num>
                          <m:den>
                            <m:r>
                              <a:rPr lang="en-US" altLang="ko-KR" sz="140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</m:oMath>
                </a14:m>
                <a:endParaRPr lang="en-US" altLang="ko-KR" sz="1400" dirty="0"/>
              </a:p>
            </p:txBody>
          </p:sp>
        </mc:Choice>
        <mc:Fallback xmlns="">
          <p:sp>
            <p:nvSpPr>
              <p:cNvPr id="15" name="텍스트 개체 틀 4">
                <a:extLst>
                  <a:ext uri="{FF2B5EF4-FFF2-40B4-BE49-F238E27FC236}">
                    <a16:creationId xmlns:a16="http://schemas.microsoft.com/office/drawing/2014/main" id="{74FB1959-8F4A-876D-8D99-AA8042265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59" y="4231953"/>
                <a:ext cx="5774964" cy="774671"/>
              </a:xfrm>
              <a:prstGeom prst="rect">
                <a:avLst/>
              </a:prstGeom>
              <a:blipFill>
                <a:blip r:embed="rId6"/>
                <a:stretch>
                  <a:fillRect l="-211" t="-55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2518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0814D-7ADA-3C24-E1B3-CA1BC6F9D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7ABEC-2AC8-2EF8-CE9B-C397E96B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3. Motor Linearization Validation</a:t>
            </a:r>
            <a:endParaRPr lang="ko-KR" alt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FB2E3C-1FD3-E214-3135-CAEC460A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D33E44-CBC0-3F6C-2F30-36FED282D3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993863"/>
            <a:ext cx="4295140" cy="298984"/>
          </a:xfrm>
        </p:spPr>
        <p:txBody>
          <a:bodyPr/>
          <a:lstStyle/>
          <a:p>
            <a:r>
              <a:rPr lang="en-US" altLang="ko-KR" sz="1600" b="1" dirty="0"/>
              <a:t>1) Sin input</a:t>
            </a:r>
            <a:endParaRPr lang="ko-KR" altLang="en-US" sz="1600" b="1" dirty="0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105CBB0D-C48F-C75A-9267-BAF18771E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282932F-6F50-B81B-878F-B72B5E859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81" y="1534470"/>
            <a:ext cx="4295140" cy="22675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EB80AC5-48D2-F061-B510-1C84E7907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0440" y="1506461"/>
            <a:ext cx="4241311" cy="2239171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38FD68-D2AF-1AFB-F43C-D37B86016F8D}"/>
              </a:ext>
            </a:extLst>
          </p:cNvPr>
          <p:cNvSpPr/>
          <p:nvPr/>
        </p:nvSpPr>
        <p:spPr>
          <a:xfrm>
            <a:off x="2166180" y="2070670"/>
            <a:ext cx="945161" cy="950837"/>
          </a:xfrm>
          <a:prstGeom prst="roundRect">
            <a:avLst>
              <a:gd name="adj" fmla="val 9824"/>
            </a:avLst>
          </a:prstGeom>
          <a:noFill/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7B20116-6061-324C-8AAB-08933DB815C2}"/>
              </a:ext>
            </a:extLst>
          </p:cNvPr>
          <p:cNvCxnSpPr>
            <a:cxnSpLocks/>
          </p:cNvCxnSpPr>
          <p:nvPr/>
        </p:nvCxnSpPr>
        <p:spPr>
          <a:xfrm>
            <a:off x="3111341" y="2238881"/>
            <a:ext cx="1582579" cy="0"/>
          </a:xfrm>
          <a:prstGeom prst="line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A695FECD-04DE-B020-829D-C6E77CB359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454" y="3802058"/>
            <a:ext cx="4350839" cy="22705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4">
                <a:extLst>
                  <a:ext uri="{FF2B5EF4-FFF2-40B4-BE49-F238E27FC236}">
                    <a16:creationId xmlns:a16="http://schemas.microsoft.com/office/drawing/2014/main" id="{24520358-F3E3-356C-8F68-82E485D980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88744" y="4047784"/>
                <a:ext cx="4307504" cy="774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Overall Linearity (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&lt;5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ko-KR" sz="1400" dirty="0"/>
                  <a:t>): Matches the reference input well with minimal tracking error.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Inertial Effect (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~ 17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ko-KR" sz="1400" dirty="0"/>
                  <a:t>): Error increases due to the physical inertia during deceleration/reversal.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Dead-zone Effect (Peaks): Sharp error peaks are formed at zero-crossing points due to the residual </a:t>
                </a:r>
                <a:r>
                  <a:rPr lang="en-US" altLang="ko-KR" sz="1400" dirty="0" err="1"/>
                  <a:t>deadzone</a:t>
                </a:r>
                <a:r>
                  <a:rPr lang="en-US" altLang="ko-KR" sz="1400" dirty="0"/>
                  <a:t>.</a:t>
                </a:r>
              </a:p>
            </p:txBody>
          </p:sp>
        </mc:Choice>
        <mc:Fallback xmlns="">
          <p:sp>
            <p:nvSpPr>
              <p:cNvPr id="6" name="텍스트 개체 틀 4">
                <a:extLst>
                  <a:ext uri="{FF2B5EF4-FFF2-40B4-BE49-F238E27FC236}">
                    <a16:creationId xmlns:a16="http://schemas.microsoft.com/office/drawing/2014/main" id="{24520358-F3E3-356C-8F68-82E485D98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744" y="4047784"/>
                <a:ext cx="4307504" cy="774671"/>
              </a:xfrm>
              <a:prstGeom prst="rect">
                <a:avLst/>
              </a:prstGeom>
              <a:blipFill>
                <a:blip r:embed="rId7"/>
                <a:stretch>
                  <a:fillRect l="-141" t="-3937" b="-1267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86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4AC7-1E6A-3CB8-2431-FA66AD0C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9E173663-FAF9-2F30-FF87-D3C17A0E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3</a:t>
            </a:r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. Obtaining Transfer Function &amp; Validation</a:t>
            </a:r>
            <a:endParaRPr lang="ko-KR" altLang="en-US" dirty="0">
              <a:latin typeface="+mn-lt"/>
            </a:endParaRPr>
          </a:p>
        </p:txBody>
      </p:sp>
      <p:sp>
        <p:nvSpPr>
          <p:cNvPr id="10" name="제목 6">
            <a:extLst>
              <a:ext uri="{FF2B5EF4-FFF2-40B4-BE49-F238E27FC236}">
                <a16:creationId xmlns:a16="http://schemas.microsoft.com/office/drawing/2014/main" id="{7153BE5D-9B14-FBAB-6B26-066B2B93F22D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latin typeface="+mn-lt"/>
              </a:rPr>
              <a:t>Obtaining </a:t>
            </a:r>
            <a:r>
              <a:rPr lang="en-US" altLang="ko-KR" sz="1600" b="1" dirty="0" err="1">
                <a:latin typeface="+mn-lt"/>
              </a:rPr>
              <a:t>freq_responses</a:t>
            </a:r>
            <a:r>
              <a:rPr lang="en-US" altLang="ko-KR" sz="1600" b="1" dirty="0">
                <a:latin typeface="+mn-lt"/>
              </a:rPr>
              <a:t> of Motor </a:t>
            </a:r>
            <a:endParaRPr lang="ko-KR" altLang="en-US" sz="1600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04E5832-C989-272D-498A-4ECFBD97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B73D05-605A-870F-905C-7D62040E8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9293" y="3928388"/>
            <a:ext cx="2985220" cy="105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Range of Check: 0.2 – 5.8 [Hz]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Bandwidth: ~ 3.0 [Hz]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 err="1">
                <a:cs typeface="Arial" panose="020B0604020202020204" pitchFamily="34" charset="0"/>
              </a:rPr>
              <a:t>System_order</a:t>
            </a:r>
            <a:r>
              <a:rPr lang="en-US" altLang="ko-KR" sz="1100" dirty="0">
                <a:cs typeface="Arial" panose="020B0604020202020204" pitchFamily="34" charset="0"/>
              </a:rPr>
              <a:t>: 1st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 err="1">
                <a:cs typeface="Arial" panose="020B0604020202020204" pitchFamily="34" charset="0"/>
              </a:rPr>
              <a:t>DC_gain</a:t>
            </a:r>
            <a:r>
              <a:rPr lang="en-US" altLang="ko-KR" sz="1100" dirty="0">
                <a:cs typeface="Arial" panose="020B0604020202020204" pitchFamily="34" charset="0"/>
              </a:rPr>
              <a:t>: ~ 1112.43 [deg/sec]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E337FD-A38A-A5BD-7B07-8575F55B2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38" y="1530293"/>
            <a:ext cx="6548155" cy="418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9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BA52-0F34-D769-C561-C7C5C287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C67562F4-4111-E784-8A9A-0090C82D2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4.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스퀘어 Bold" panose="020B0600000101010101" pitchFamily="50" charset="-127"/>
                <a:cs typeface="+mj-cs"/>
              </a:rPr>
              <a:t>Obtaining Transfer Function &amp; Validation</a:t>
            </a:r>
            <a:endParaRPr lang="ko-KR" altLang="en-US" b="1" dirty="0">
              <a:latin typeface="+mn-lt"/>
            </a:endParaRPr>
          </a:p>
        </p:txBody>
      </p:sp>
      <p:sp>
        <p:nvSpPr>
          <p:cNvPr id="10" name="제목 6">
            <a:extLst>
              <a:ext uri="{FF2B5EF4-FFF2-40B4-BE49-F238E27FC236}">
                <a16:creationId xmlns:a16="http://schemas.microsoft.com/office/drawing/2014/main" id="{31C0AEBE-1957-23D2-4367-EF57085B0258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latin typeface="+mn-lt"/>
              </a:rPr>
              <a:t>Obtaining Transfer function of Motor </a:t>
            </a:r>
            <a:endParaRPr lang="ko-KR" altLang="en-US" sz="1600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138D92-F8FD-BC9E-C128-2E029584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D7CB46-4C0A-23E6-DE8D-37687F6E7977}"/>
                  </a:ext>
                </a:extLst>
              </p:cNvPr>
              <p:cNvSpPr txBox="1"/>
              <p:nvPr/>
            </p:nvSpPr>
            <p:spPr>
              <a:xfrm>
                <a:off x="580380" y="1416183"/>
                <a:ext cx="17336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D7CB46-4C0A-23E6-DE8D-37687F6E7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80" y="1416183"/>
                <a:ext cx="1733616" cy="276999"/>
              </a:xfrm>
              <a:prstGeom prst="rect">
                <a:avLst/>
              </a:prstGeom>
              <a:blipFill>
                <a:blip r:embed="rId3"/>
                <a:stretch>
                  <a:fillRect l="-2456" b="-8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E237FC35-ED59-5C3B-7EE6-14246DEFF511}"/>
              </a:ext>
            </a:extLst>
          </p:cNvPr>
          <p:cNvSpPr/>
          <p:nvPr/>
        </p:nvSpPr>
        <p:spPr>
          <a:xfrm>
            <a:off x="2586960" y="1348036"/>
            <a:ext cx="431604" cy="413292"/>
          </a:xfrm>
          <a:prstGeom prst="rightArrow">
            <a:avLst/>
          </a:prstGeom>
          <a:solidFill>
            <a:srgbClr val="FF98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20C7E1-E994-4210-6BAF-48BE017021C3}"/>
                  </a:ext>
                </a:extLst>
              </p:cNvPr>
              <p:cNvSpPr txBox="1"/>
              <p:nvPr/>
            </p:nvSpPr>
            <p:spPr>
              <a:xfrm>
                <a:off x="3291528" y="1292174"/>
                <a:ext cx="3494310" cy="525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mtClean="0">
                          <a:latin typeface="Cambria Math" panose="02040503050406030204" pitchFamily="18" charset="0"/>
                        </a:rPr>
                        <m:t>1112.4385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10.6798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 +11.0963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20C7E1-E994-4210-6BAF-48BE01702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528" y="1292174"/>
                <a:ext cx="3494310" cy="525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8">
            <a:extLst>
              <a:ext uri="{FF2B5EF4-FFF2-40B4-BE49-F238E27FC236}">
                <a16:creationId xmlns:a16="http://schemas.microsoft.com/office/drawing/2014/main" id="{E1E68A2E-EA1F-3EDA-5CD9-49548B464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3889" y="4314355"/>
            <a:ext cx="2582823" cy="29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 err="1">
                <a:cs typeface="Arial" panose="020B0604020202020204" pitchFamily="34" charset="0"/>
              </a:rPr>
              <a:t>Fitted_range</a:t>
            </a:r>
            <a:r>
              <a:rPr lang="en-US" altLang="ko-KR" sz="1100" dirty="0">
                <a:cs typeface="Arial" panose="020B0604020202020204" pitchFamily="34" charset="0"/>
              </a:rPr>
              <a:t>: 0.3 – 1.3 [Hz]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AD7BA0F-3BD9-C96E-7AC9-646FABE35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2" y="2052968"/>
            <a:ext cx="6125436" cy="406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25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4F7E0-985D-A1C7-A867-292857598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484947C-8AAE-C5BD-D97A-DFCBEE12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6.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스퀘어 Bold" panose="020B0600000101010101" pitchFamily="50" charset="-127"/>
                <a:cs typeface="+mj-cs"/>
              </a:rPr>
              <a:t>Motor Validation</a:t>
            </a:r>
            <a:endParaRPr lang="ko-KR" altLang="en-US" b="1" dirty="0">
              <a:latin typeface="+mn-lt"/>
            </a:endParaRPr>
          </a:p>
        </p:txBody>
      </p:sp>
      <p:sp>
        <p:nvSpPr>
          <p:cNvPr id="10" name="제목 6">
            <a:extLst>
              <a:ext uri="{FF2B5EF4-FFF2-40B4-BE49-F238E27FC236}">
                <a16:creationId xmlns:a16="http://schemas.microsoft.com/office/drawing/2014/main" id="{DA5556BD-9CD0-21ED-707A-53417A1DB39C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latin typeface="+mn-lt"/>
              </a:rPr>
              <a:t>Representative Frequencies: </a:t>
            </a:r>
            <a:endParaRPr lang="ko-KR" altLang="en-US" sz="1600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486FAE-72F6-755D-75A5-E909A86F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4CF4696-3DFE-E864-A2F9-8018C2E3B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684581"/>
            <a:ext cx="4310387" cy="299227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39F5530-14DD-0A91-E0E3-A183C5DAA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379" y="1818059"/>
            <a:ext cx="4034514" cy="272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4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D69C9-44F8-30BA-E1FB-DCFBAE430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5FEAC638-5B11-07D1-AFE5-B9E208A0B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6.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스퀘어 Bold" panose="020B0600000101010101" pitchFamily="50" charset="-127"/>
                <a:cs typeface="+mj-cs"/>
              </a:rPr>
              <a:t>Motor Validation</a:t>
            </a:r>
            <a:endParaRPr lang="ko-KR" altLang="en-US" b="1" dirty="0">
              <a:latin typeface="+mn-lt"/>
            </a:endParaRPr>
          </a:p>
        </p:txBody>
      </p:sp>
      <p:sp>
        <p:nvSpPr>
          <p:cNvPr id="10" name="제목 6">
            <a:extLst>
              <a:ext uri="{FF2B5EF4-FFF2-40B4-BE49-F238E27FC236}">
                <a16:creationId xmlns:a16="http://schemas.microsoft.com/office/drawing/2014/main" id="{9235C69B-E9B9-0DF3-C1BF-F356D4C79DC1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latin typeface="+mn-lt"/>
              </a:rPr>
              <a:t>Representative Frequencies: </a:t>
            </a:r>
            <a:endParaRPr lang="ko-KR" altLang="en-US" sz="1600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D58FBEE-9F38-1B25-3BB3-219414833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210738-76F3-9A59-F017-2FF2C0F99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25" y="1395351"/>
            <a:ext cx="4205575" cy="28612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ECAD06E-6EF9-73FC-8911-9C0E4E113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865" y="1480617"/>
            <a:ext cx="4058459" cy="277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83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75A1D-082D-81CA-6C81-6E42CB651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7A12D57-0E2F-9A9F-6547-09A6250AF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6-1</a:t>
            </a:r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. Visualizing </a:t>
            </a:r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Errors 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CDD7FE-F049-3326-EB64-F17258360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B010CBE-4612-2F85-5392-BC9ABB50C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1" y="988513"/>
            <a:ext cx="6215380" cy="5148679"/>
          </a:xfrm>
          <a:prstGeom prst="rect">
            <a:avLst/>
          </a:prstGeom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15A9C5F9-C48C-FD55-2E2B-7A697D45F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933" y="2966735"/>
            <a:ext cx="2985220" cy="804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RMS fit: ~ 80 % following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Magnitude fit: ~ 90 % 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Phase Error: Needs to be talked.</a:t>
            </a:r>
          </a:p>
        </p:txBody>
      </p:sp>
    </p:spTree>
    <p:extLst>
      <p:ext uri="{BB962C8B-B14F-4D97-AF65-F5344CB8AC3E}">
        <p14:creationId xmlns:p14="http://schemas.microsoft.com/office/powerpoint/2010/main" val="245454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4E360-8048-41E1-7422-96727F075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BA0FD4B-E0E1-544E-FF84-591B94BC6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6-1</a:t>
            </a:r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. Visualizing </a:t>
            </a:r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Errors 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D5D253-9DAA-DD1B-0A25-20432A86E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9EC332-FDC7-68AD-CB5F-524DDB4C1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1" y="988513"/>
            <a:ext cx="6215380" cy="5148679"/>
          </a:xfrm>
          <a:prstGeom prst="rect">
            <a:avLst/>
          </a:prstGeom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6AE7C713-10C7-2F87-72BF-8ABA71F36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933" y="2770354"/>
            <a:ext cx="2985220" cy="804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RMS fit: ~ 80 % following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Magnitude fit: ~ 90 % 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Phase Error: Needs to be talked.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AD3A414-0167-39CF-62DB-301348F02293}"/>
              </a:ext>
            </a:extLst>
          </p:cNvPr>
          <p:cNvSpPr/>
          <p:nvPr/>
        </p:nvSpPr>
        <p:spPr>
          <a:xfrm>
            <a:off x="878840" y="4607560"/>
            <a:ext cx="2250440" cy="1036320"/>
          </a:xfrm>
          <a:prstGeom prst="roundRect">
            <a:avLst>
              <a:gd name="adj" fmla="val 9824"/>
            </a:avLst>
          </a:prstGeom>
          <a:noFill/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1A4D268A-49C8-E47B-8282-2D678EB671A5}"/>
              </a:ext>
            </a:extLst>
          </p:cNvPr>
          <p:cNvSpPr/>
          <p:nvPr/>
        </p:nvSpPr>
        <p:spPr>
          <a:xfrm>
            <a:off x="3474818" y="4712428"/>
            <a:ext cx="431604" cy="413292"/>
          </a:xfrm>
          <a:prstGeom prst="rightArrow">
            <a:avLst/>
          </a:prstGeom>
          <a:solidFill>
            <a:srgbClr val="FF98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BD1AB494-3D75-676D-3D4D-A57ECA7F9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933" y="4480602"/>
            <a:ext cx="2985220" cy="105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The leading terms in low frequency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Inertia is detected 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Jump discontinuity in neg region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 err="1">
                <a:cs typeface="Arial" panose="020B0604020202020204" pitchFamily="34" charset="0"/>
              </a:rPr>
              <a:t>Deadzone</a:t>
            </a:r>
            <a:r>
              <a:rPr lang="en-US" altLang="ko-KR" sz="1100" dirty="0">
                <a:cs typeface="Arial" panose="020B0604020202020204" pitchFamily="34" charset="0"/>
              </a:rPr>
              <a:t> &amp; Backlash movement.	</a:t>
            </a:r>
          </a:p>
        </p:txBody>
      </p:sp>
    </p:spTree>
    <p:extLst>
      <p:ext uri="{BB962C8B-B14F-4D97-AF65-F5344CB8AC3E}">
        <p14:creationId xmlns:p14="http://schemas.microsoft.com/office/powerpoint/2010/main" val="334403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4F0EF-F6FC-2BC6-98CD-9DFE19865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69F28BCF-DFAC-4233-DC6B-575E245A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Appendix 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760BF96-A1E0-8CFF-64DB-BA37835D4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0" name="제목 6">
            <a:extLst>
              <a:ext uri="{FF2B5EF4-FFF2-40B4-BE49-F238E27FC236}">
                <a16:creationId xmlns:a16="http://schemas.microsoft.com/office/drawing/2014/main" id="{DB15FF96-B47E-6FFF-3622-8C35C258F1BC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 err="1">
                <a:latin typeface="+mn-lt"/>
              </a:rPr>
              <a:t>invFreq</a:t>
            </a:r>
            <a:r>
              <a:rPr lang="en-US" altLang="ko-KR" sz="1600" b="1" dirty="0">
                <a:latin typeface="+mn-lt"/>
              </a:rPr>
              <a:t>(1,2): </a:t>
            </a:r>
            <a:endParaRPr lang="ko-KR" altLang="en-US" sz="1600" b="1" dirty="0">
              <a:latin typeface="+mn-lt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38E206F-84AF-703D-8270-DDC71737C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00" y="1395351"/>
            <a:ext cx="6294779" cy="395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83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42D20-D04D-0D22-681E-CCCC2D7B9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76731812-034D-3025-723C-AD62B8C7B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Appendix 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223356A-9D01-64F0-4C17-5445A818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787DE2-3C54-7F16-A9C3-56543CDEF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487200"/>
            <a:ext cx="5547360" cy="3487360"/>
          </a:xfrm>
          <a:prstGeom prst="rect">
            <a:avLst/>
          </a:prstGeom>
        </p:spPr>
      </p:pic>
      <p:sp>
        <p:nvSpPr>
          <p:cNvPr id="10" name="제목 6">
            <a:extLst>
              <a:ext uri="{FF2B5EF4-FFF2-40B4-BE49-F238E27FC236}">
                <a16:creationId xmlns:a16="http://schemas.microsoft.com/office/drawing/2014/main" id="{81AEE5A7-E5B4-BD41-779B-BF3580A7C5F6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 err="1">
                <a:latin typeface="+mn-lt"/>
              </a:rPr>
              <a:t>invFreq</a:t>
            </a:r>
            <a:r>
              <a:rPr lang="en-US" altLang="ko-KR" sz="1600" b="1" dirty="0">
                <a:latin typeface="+mn-lt"/>
              </a:rPr>
              <a:t>(1,2): </a:t>
            </a:r>
            <a:endParaRPr lang="ko-KR" altLang="en-US" sz="16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504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61B63-E347-C331-ECB7-2552EEB74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6CE57A9B-BE96-A589-6DD5-93E0780B6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Appendix 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AC4CC7E-A45C-F360-AC95-5381CB39D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0" name="제목 6">
            <a:extLst>
              <a:ext uri="{FF2B5EF4-FFF2-40B4-BE49-F238E27FC236}">
                <a16:creationId xmlns:a16="http://schemas.microsoft.com/office/drawing/2014/main" id="{6178A79E-7CB7-76FC-CDB6-4A2F816DBD1D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 err="1">
                <a:latin typeface="+mn-lt"/>
              </a:rPr>
              <a:t>invFreq</a:t>
            </a:r>
            <a:r>
              <a:rPr lang="en-US" altLang="ko-KR" sz="1600" b="1" dirty="0">
                <a:latin typeface="+mn-lt"/>
              </a:rPr>
              <a:t>(1,2): </a:t>
            </a:r>
            <a:endParaRPr lang="ko-KR" altLang="en-US" sz="1600" b="1" dirty="0">
              <a:latin typeface="+mn-lt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5440BCA-3FCA-C7DC-874E-FD2D35646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94" y="1478280"/>
            <a:ext cx="3840047" cy="238715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1901746-4A1B-7C82-A7E9-659806248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392" y="1513841"/>
            <a:ext cx="3840047" cy="238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0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91CF4-1128-ACF0-E001-F460E0580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80A42C95-C128-F7BE-9F80-A78246A9F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Appendix 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ACBF5F8-5A64-4E2A-E841-CED736C08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0" name="제목 6">
            <a:extLst>
              <a:ext uri="{FF2B5EF4-FFF2-40B4-BE49-F238E27FC236}">
                <a16:creationId xmlns:a16="http://schemas.microsoft.com/office/drawing/2014/main" id="{BD585F34-5C82-E620-5C2C-F775BDAF793C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 err="1">
                <a:latin typeface="+mn-lt"/>
              </a:rPr>
              <a:t>invFreq</a:t>
            </a:r>
            <a:r>
              <a:rPr lang="en-US" altLang="ko-KR" sz="1600" b="1" dirty="0">
                <a:latin typeface="+mn-lt"/>
              </a:rPr>
              <a:t>(1,2): </a:t>
            </a:r>
            <a:endParaRPr lang="ko-KR" altLang="en-US" sz="1600" b="1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519BFD8-F6B1-B096-6A2D-0B97EA515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63" y="1395351"/>
            <a:ext cx="4186637" cy="26026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6098927-20AB-3DF7-82F4-D2A494823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95351"/>
            <a:ext cx="4485640" cy="278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69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에스코어드림">
      <a:majorFont>
        <a:latin typeface="Calibri Light"/>
        <a:ea typeface="에스코어 드림 6 Bold"/>
        <a:cs typeface=""/>
      </a:majorFont>
      <a:minorFont>
        <a:latin typeface="Calibri"/>
        <a:ea typeface="에스코어 드림 4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fd5d-5799-4231-b04c-96401190256d" xsi:nil="true"/>
    <lcf76f155ced4ddcb4097134ff3c332f xmlns="ecb78d4e-e55c-4e7d-8ea6-0e0f2bb207a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5FF92F0B5313546897FC90F31853BBC" ma:contentTypeVersion="17" ma:contentTypeDescription="새 문서를 만듭니다." ma:contentTypeScope="" ma:versionID="01f3bfb803af81975f7724404d7ca805">
  <xsd:schema xmlns:xsd="http://www.w3.org/2001/XMLSchema" xmlns:xs="http://www.w3.org/2001/XMLSchema" xmlns:p="http://schemas.microsoft.com/office/2006/metadata/properties" xmlns:ns2="400cfd5d-5799-4231-b04c-96401190256d" xmlns:ns3="ecb78d4e-e55c-4e7d-8ea6-0e0f2bb207af" targetNamespace="http://schemas.microsoft.com/office/2006/metadata/properties" ma:root="true" ma:fieldsID="efa3055e76958559751629e0ee17becc" ns2:_="" ns3:_="">
    <xsd:import namespace="400cfd5d-5799-4231-b04c-96401190256d"/>
    <xsd:import namespace="ecb78d4e-e55c-4e7d-8ea6-0e0f2bb207a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fd5d-5799-4231-b04c-9640119025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879ff50-2a45-4012-99bf-9beee4910333}" ma:internalName="TaxCatchAll" ma:showField="CatchAllData" ma:web="400cfd5d-5799-4231-b04c-9640119025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78d4e-e55c-4e7d-8ea6-0e0f2bb207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ac8a2166-609b-46cc-bb79-1f8badf8bf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56FF71-086F-4364-AB42-761853C03E2E}">
  <ds:schemaRefs>
    <ds:schemaRef ds:uri="http://schemas.microsoft.com/office/infopath/2007/PartnerControls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ecb78d4e-e55c-4e7d-8ea6-0e0f2bb207af"/>
    <ds:schemaRef ds:uri="400cfd5d-5799-4231-b04c-96401190256d"/>
    <ds:schemaRef ds:uri="http://purl.org/dc/terms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83115F24-632F-4EE3-A471-7D91785DFE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0cfd5d-5799-4231-b04c-96401190256d"/>
    <ds:schemaRef ds:uri="ecb78d4e-e55c-4e7d-8ea6-0e0f2bb207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D3A792-1ED0-417E-9576-F1CD3FA67C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8565</TotalTime>
  <Words>968</Words>
  <Application>Microsoft Office PowerPoint</Application>
  <PresentationFormat>화면 슬라이드 쇼(4:3)</PresentationFormat>
  <Paragraphs>189</Paragraphs>
  <Slides>22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32" baseType="lpstr">
      <vt:lpstr>맑은 고딕</vt:lpstr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Office 테마</vt:lpstr>
      <vt:lpstr>디자인 사용자 지정</vt:lpstr>
      <vt:lpstr>TOTAL RECALL</vt:lpstr>
      <vt:lpstr>Digital Control and Signal Processing Final Project</vt:lpstr>
      <vt:lpstr>2. Motor Static Property</vt:lpstr>
      <vt:lpstr>2. Motor Static Property</vt:lpstr>
      <vt:lpstr>3. Motor Linearization</vt:lpstr>
      <vt:lpstr>3. Motor Linearization</vt:lpstr>
      <vt:lpstr>3. Motor Linearization</vt:lpstr>
      <vt:lpstr>3. Motor Linearization</vt:lpstr>
      <vt:lpstr>3. Motor Linearization Validation</vt:lpstr>
      <vt:lpstr>3. Motor Linearization Validation</vt:lpstr>
      <vt:lpstr>3. Motor Linearization Validation</vt:lpstr>
      <vt:lpstr>3. Motor Linearization Validation</vt:lpstr>
      <vt:lpstr>3. Obtaining Transfer Function &amp; Validation</vt:lpstr>
      <vt:lpstr>4. Obtaining Transfer Function &amp; Validation</vt:lpstr>
      <vt:lpstr>6. Motor Validation</vt:lpstr>
      <vt:lpstr>6. Motor Validation</vt:lpstr>
      <vt:lpstr>6-1. Visualizing Errors </vt:lpstr>
      <vt:lpstr>6-1. Visualizing Errors </vt:lpstr>
      <vt:lpstr>Appendix </vt:lpstr>
      <vt:lpstr>Appendix </vt:lpstr>
      <vt:lpstr>Appendix </vt:lpstr>
      <vt:lpstr>Appendix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JoHan Jin</dc:creator>
  <cp:lastModifiedBy>유성 오</cp:lastModifiedBy>
  <cp:revision>83</cp:revision>
  <dcterms:created xsi:type="dcterms:W3CDTF">2022-06-23T13:17:03Z</dcterms:created>
  <dcterms:modified xsi:type="dcterms:W3CDTF">2026-05-25T04:54:55Z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0x010100C5FF92F0B5313546897FC90F31853BBC</vt:lpwstr>
  </property>
</Properties>
</file>