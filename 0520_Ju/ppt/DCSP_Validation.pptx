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0"/>
  </p:notesMasterIdLst>
  <p:sldIdLst>
    <p:sldId id="367" r:id="rId6"/>
    <p:sldId id="374" r:id="rId7"/>
    <p:sldId id="369" r:id="rId8"/>
    <p:sldId id="3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319"/>
    <a:srgbClr val="84B444"/>
    <a:srgbClr val="C3DAA4"/>
    <a:srgbClr val="66D096"/>
    <a:srgbClr val="FFFFFF"/>
    <a:srgbClr val="F2C558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4" autoAdjust="0"/>
    <p:restoredTop sz="94776" autoAdjust="0"/>
  </p:normalViewPr>
  <p:slideViewPr>
    <p:cSldViewPr snapToGrid="0">
      <p:cViewPr varScale="1">
        <p:scale>
          <a:sx n="100" d="100"/>
          <a:sy n="100" d="100"/>
        </p:scale>
        <p:origin x="128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06:18.0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06:33.0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21 6553,'-21'4'1901,"18"1"-1121,13 4-38,-10-9-726,1 1 1,-1-1-1,0 0 0,1 1 1,-1-1-1,0 0 0,1 0 1,-1 1-1,1-1 1,-1 0-1,1 0 0,-1 1 1,0-1-1,1 0 0,-1 0 1,1 0-1,-1 0 1,1 0-1,-1 0 0,1 0 1,-1 0-1,1 0 0,-1 0 1,1 0-1,-1 0 0,1 0 1,-1 0-1,1 0 1,-1 0-1,1-1 0,-1 1 1,0 0-1,1 0 0,-1 0 1,1-1-1,-1 1 1,0 0-1,1-1 0,-1 1 1,1 0-1,-1-1 0,1 0 1,-1 0-10,0-1 0,0 1 1,0 0-1,0-1 0,0 1 0,0-1 1,0 1-1,-1 0 0,1-1 0,0 1 1,-1-1-1,1 1 0,-2-3 0,2 3 13,-1 0 0,1 0-1,-1 0 1,0 0 0,1 0-1,-1 0 1,0 0 0,0 0-1,1 0 1,-1 0 0,0 1-1,0-1 1,0 0 0,0 1-1,0-1 1,-2 0 0,2 1 20,1 0 0,-1 0 0,0 0 0,1 0 0,-1 0 0,0 0 0,1 1 0,-1-1 0,0 0 0,1 1 0,-1-1 0,1 0 0,-1 1 0,0-1 1,1 1-1,-1-1 0,1 1 0,-1-1 0,1 1 0,0-1 0,-1 1 0,1 0 0,0-1 0,-1 1 0,1 0 0,0-1 0,-1 1 0,1 0 0,0-1 0,0 1 0,0 0 0,0-1 0,0 1 1,0 1-1,0-3-14,0 1 1,1-1 0,-1 1 0,0-1 0,1 1-1,-1-1 1,1 1 0,-1 0 0,1-1 0,-1 1 0,1 0-1,-1-1 1,1 1 0,-1 0 0,1 0 0,-1-1-1,1 1 1,0 0 0,-1 0 0,1 0 0,-1 0 0,1 0-1,-1 0 1,1 0 0,0 0 0,-1 0 0,1 0-1,-1 0 1,1 0 0,0 0 0,-1 0 0,1 1 0,-1-1-1,1 0 1,-1 0 0,1 1 0,-1-1 0,1 0-1,-1 1 1,1-1 0,-1 0 0,1 1 0,-1-1-1,0 1 1,1-1 0,-1 1 0,0-1 0,1 1 0,-1-1-1,0 1 1,0-1 0,1 1 0,-1-1 0,0 1-1,0 0 1,0-1 0,0 1 0,0-1 0,0 1 0,0 0-1,0 0 1,1-5-44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06:34.8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C934-940F-286C-549B-783509C0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49C057-559E-50CE-81C4-CE47B061C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8C30E-C1A6-BBCB-4676-0D7A7DEA8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914B8-8980-7BD8-0D85-AF6CA78FF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41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C31C0-7DDF-11A4-2531-4C979E23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8BF2DB-BCDE-9BCA-4DCE-DC97D377F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573682-B126-685A-56A0-8C77689BC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1F03-01F0-EC23-431B-B2A5EB531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43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E69B-C7D4-FB35-F90C-353B6D5C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CAD728-A28E-87E3-61E7-C484A14B4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091195-C921-7B16-17F9-9EADC371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FA433-0D7D-CC3A-4DB4-6012ADFF4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860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99C7-A9A1-0979-4ABD-891F9BD0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5DD6A1-FAED-EBBA-AA56-65A40E4F2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1F8CF5-9622-618C-D703-01D764D7C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3D1F2-D248-8C47-33DD-9635EB830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0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0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customXml" Target="../ink/ink3.xml"/><Relationship Id="rId5" Type="http://schemas.openxmlformats.org/officeDocument/2006/relationships/image" Target="../media/image8.png"/><Relationship Id="rId10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D214-0E6B-DF12-1747-C74B7991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86F7554-1D18-2F57-0487-F2DB3A78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1461459"/>
            <a:ext cx="4406549" cy="23291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032FE2-67DA-C7C1-A6B3-218346B38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8" y="1462889"/>
            <a:ext cx="4409992" cy="22927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70E5FC-84CC-FA23-FD22-4697797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ABCC4-6D9E-6B5D-53EB-62FBC3FF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1DD8FA-37DD-7F63-464B-322FE7FDD7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Triangle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670BFF43-E830-1004-9B15-5D784A0AE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9A38536-2DBF-8A39-CE4C-F2896482C0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Positive direction: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6.14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[</m:t>
                    </m:r>
                    <m:f>
                      <m:f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deg</m:t>
                        </m:r>
                      </m:num>
                      <m:den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Negative direction: Larger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3.7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num>
                          <m:den>
                            <m: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9A38536-2DBF-8A39-CE4C-F2896482C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  <a:blipFill>
                <a:blip r:embed="rId6"/>
                <a:stretch>
                  <a:fillRect l="-211" b="-5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E21771-DAEA-18CB-47E7-9787096B9803}"/>
              </a:ext>
            </a:extLst>
          </p:cNvPr>
          <p:cNvSpPr/>
          <p:nvPr/>
        </p:nvSpPr>
        <p:spPr>
          <a:xfrm>
            <a:off x="1273176" y="2070670"/>
            <a:ext cx="1838166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30FEF87-0A9B-660E-92F0-799E3E614C62}"/>
              </a:ext>
            </a:extLst>
          </p:cNvPr>
          <p:cNvCxnSpPr>
            <a:cxnSpLocks/>
          </p:cNvCxnSpPr>
          <p:nvPr/>
        </p:nvCxnSpPr>
        <p:spPr>
          <a:xfrm>
            <a:off x="3111341" y="2556381"/>
            <a:ext cx="2146459" cy="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34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7DAD-67AA-D52E-A402-492D89035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20323B6-02AD-1E5B-CF7B-E9871D7E6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1461459"/>
            <a:ext cx="4406549" cy="23291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0DFAC3-162F-1973-8C3A-A991BF529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8" y="1462889"/>
            <a:ext cx="4409992" cy="22927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92775A-3B3A-90F8-9F3C-3F5E3779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D4B8CA-8F2D-A822-F10F-8D8D95D0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25430A-7137-47AE-AF35-F5C2B7047F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Triangle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8E1DDD3A-214C-F55C-F4BB-B3BE86A50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C329958-1D0D-19AC-070F-914DC4E50507}"/>
              </a:ext>
            </a:extLst>
          </p:cNvPr>
          <p:cNvSpPr/>
          <p:nvPr/>
        </p:nvSpPr>
        <p:spPr>
          <a:xfrm>
            <a:off x="1273176" y="2070670"/>
            <a:ext cx="1838166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F58A86D-8856-CF6F-F8EC-420AC4846A1C}"/>
              </a:ext>
            </a:extLst>
          </p:cNvPr>
          <p:cNvCxnSpPr>
            <a:cxnSpLocks/>
          </p:cNvCxnSpPr>
          <p:nvPr/>
        </p:nvCxnSpPr>
        <p:spPr>
          <a:xfrm>
            <a:off x="3111341" y="2556381"/>
            <a:ext cx="2146459" cy="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4">
                <a:extLst>
                  <a:ext uri="{FF2B5EF4-FFF2-40B4-BE49-F238E27FC236}">
                    <a16:creationId xmlns:a16="http://schemas.microsoft.com/office/drawing/2014/main" id="{CB632AD2-3446-CF05-18A5-885609FD9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8744" y="4047784"/>
                <a:ext cx="4037611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Tracking Issue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&lt; 30</m:t>
                        </m:r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ko-KR" sz="1400" dirty="0"/>
                  <a:t>Output fails to accurately track command input during the initial rising phase</a:t>
                </a:r>
              </a:p>
            </p:txBody>
          </p:sp>
        </mc:Choice>
        <mc:Fallback xmlns="">
          <p:sp>
            <p:nvSpPr>
              <p:cNvPr id="3" name="텍스트 개체 틀 4">
                <a:extLst>
                  <a:ext uri="{FF2B5EF4-FFF2-40B4-BE49-F238E27FC236}">
                    <a16:creationId xmlns:a16="http://schemas.microsoft.com/office/drawing/2014/main" id="{CB632AD2-3446-CF05-18A5-885609FD9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744" y="4047784"/>
                <a:ext cx="4037611" cy="774671"/>
              </a:xfrm>
              <a:prstGeom prst="rect">
                <a:avLst/>
              </a:prstGeom>
              <a:blipFill>
                <a:blip r:embed="rId6"/>
                <a:stretch>
                  <a:fillRect l="-151" t="-3937" r="-10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1FEF8386-BF4C-53A0-82BE-78592EBF1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28" y="3797499"/>
            <a:ext cx="4506512" cy="235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8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5D1A-E0B7-87B2-23FD-FB956101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10E3B21-FAAC-98D8-4B1D-BF90B5DF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070" y="1462889"/>
            <a:ext cx="4456057" cy="2355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D7C8D9-43F3-E1C0-6265-904E4A3AD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2" y="1506638"/>
            <a:ext cx="4266178" cy="22389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FC9225-4622-0D6B-F797-E8181B60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9E5F0E-13BA-DC43-D435-750146CF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91C3F6-3887-60A7-E06E-0AAC0F054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2) Sin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0B3805A4-EA1F-95B3-22E0-7CB1A5CDF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F323111-5782-9EE9-5861-716C06D50F40}"/>
              </a:ext>
            </a:extLst>
          </p:cNvPr>
          <p:cNvSpPr/>
          <p:nvPr/>
        </p:nvSpPr>
        <p:spPr>
          <a:xfrm>
            <a:off x="1671320" y="2070670"/>
            <a:ext cx="144002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74FB1959-8F4A-876D-8D99-AA80422651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Positive direction: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Negative direction: Larger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47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num>
                          <m:den>
                            <m: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74FB1959-8F4A-876D-8D99-AA8042265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  <a:blipFill>
                <a:blip r:embed="rId6"/>
                <a:stretch>
                  <a:fillRect l="-211" t="-39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1FEA1D0-4E9A-7CEE-590A-79E716AC2196}"/>
              </a:ext>
            </a:extLst>
          </p:cNvPr>
          <p:cNvCxnSpPr>
            <a:cxnSpLocks/>
          </p:cNvCxnSpPr>
          <p:nvPr/>
        </p:nvCxnSpPr>
        <p:spPr>
          <a:xfrm>
            <a:off x="3111341" y="2556381"/>
            <a:ext cx="2146459" cy="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51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7233-34E2-17E9-E6EF-B702AB9C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32ED7763-E0AD-6AAF-EBF4-649A6C39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070" y="1462889"/>
            <a:ext cx="4456057" cy="2355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814334-AC47-EDA4-1AF0-09D7DE664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2" y="1506638"/>
            <a:ext cx="4266178" cy="22389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08F52A-C768-8D0D-00FA-B64168CE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0059C-F193-A22F-2204-FC1A4530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6074AB-3B9C-7D15-AAD1-EFA4B1925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2) Sin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C3537BE8-466F-FFA0-1671-960219AA7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B4C8C7-16DA-C7EB-E877-41F0C75F820E}"/>
              </a:ext>
            </a:extLst>
          </p:cNvPr>
          <p:cNvSpPr/>
          <p:nvPr/>
        </p:nvSpPr>
        <p:spPr>
          <a:xfrm>
            <a:off x="1671320" y="2070670"/>
            <a:ext cx="144002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7F8810B-CCE4-8B1B-6F22-88338E48085A}"/>
              </a:ext>
            </a:extLst>
          </p:cNvPr>
          <p:cNvCxnSpPr>
            <a:cxnSpLocks/>
          </p:cNvCxnSpPr>
          <p:nvPr/>
        </p:nvCxnSpPr>
        <p:spPr>
          <a:xfrm>
            <a:off x="3111341" y="2556381"/>
            <a:ext cx="2146459" cy="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3C85C49B-496B-3805-705F-C13E2B84B7DD}"/>
              </a:ext>
            </a:extLst>
          </p:cNvPr>
          <p:cNvSpPr txBox="1">
            <a:spLocks/>
          </p:cNvSpPr>
          <p:nvPr/>
        </p:nvSpPr>
        <p:spPr>
          <a:xfrm>
            <a:off x="4988744" y="4047784"/>
            <a:ext cx="4307504" cy="7746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 error function shows a peak in the </a:t>
            </a:r>
            <a:r>
              <a:rPr lang="en-US" altLang="ko-KR" sz="1400" b="1" dirty="0"/>
              <a:t>first period, </a:t>
            </a:r>
            <a:r>
              <a:rPr lang="en-US" altLang="ko-KR" sz="1400" dirty="0"/>
              <a:t>followed by a decreasing trend in the next cycle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B06F61-FE70-6689-487B-A233A9555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26" y="3789374"/>
            <a:ext cx="4481314" cy="2333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077D06-8B5D-740B-19E9-2CE0B68DB10F}"/>
              </a:ext>
            </a:extLst>
          </p:cNvPr>
          <p:cNvSpPr txBox="1"/>
          <p:nvPr/>
        </p:nvSpPr>
        <p:spPr>
          <a:xfrm>
            <a:off x="592433" y="1462889"/>
            <a:ext cx="909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Max Error</a:t>
            </a:r>
            <a:endParaRPr lang="ko-KR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1989C1E-4938-A46B-3B90-457FF14D492D}"/>
                  </a:ext>
                </a:extLst>
              </p14:cNvPr>
              <p14:cNvContentPartPr/>
              <p14:nvPr/>
            </p14:nvContentPartPr>
            <p14:xfrm>
              <a:off x="942600" y="1688860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1989C1E-4938-A46B-3B90-457FF14D49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4960" y="16708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28222D7C-31C3-2145-EF6A-063B9DF135FD}"/>
              </a:ext>
            </a:extLst>
          </p:cNvPr>
          <p:cNvGrpSpPr/>
          <p:nvPr/>
        </p:nvGrpSpPr>
        <p:grpSpPr>
          <a:xfrm>
            <a:off x="941520" y="1683190"/>
            <a:ext cx="12600" cy="15840"/>
            <a:chOff x="941520" y="1683190"/>
            <a:chExt cx="1260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3AA1BE7-C99A-CDA5-C763-F1F77DBC07A2}"/>
                    </a:ext>
                  </a:extLst>
                </p14:cNvPr>
                <p14:cNvContentPartPr/>
                <p14:nvPr/>
              </p14:nvContentPartPr>
              <p14:xfrm>
                <a:off x="941520" y="1683190"/>
                <a:ext cx="12600" cy="15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3AA1BE7-C99A-CDA5-C763-F1F77DBC07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3880" y="1665550"/>
                  <a:ext cx="48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8D2132C-2F3D-78F8-D06F-43674AE24B70}"/>
                    </a:ext>
                  </a:extLst>
                </p14:cNvPr>
                <p14:cNvContentPartPr/>
                <p14:nvPr/>
              </p14:nvContentPartPr>
              <p14:xfrm>
                <a:off x="942600" y="1695430"/>
                <a:ext cx="360" cy="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8D2132C-2F3D-78F8-D06F-43674AE24B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4960" y="16774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518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8568</TotalTime>
  <Words>132</Words>
  <Application>Microsoft Office PowerPoint</Application>
  <PresentationFormat>화면 슬라이드 쇼(4:3)</PresentationFormat>
  <Paragraphs>23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디자인 사용자 지정</vt:lpstr>
      <vt:lpstr>3. Motor Linearization Validation</vt:lpstr>
      <vt:lpstr>3. Motor Linearization Validation</vt:lpstr>
      <vt:lpstr>3. Motor Linearization Validation</vt:lpstr>
      <vt:lpstr>3. Motor Linearization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84</cp:revision>
  <dcterms:created xsi:type="dcterms:W3CDTF">2022-06-23T13:17:03Z</dcterms:created>
  <dcterms:modified xsi:type="dcterms:W3CDTF">2026-05-28T04:10:54Z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