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  <p:sldMasterId id="2147483672" r:id="rId5"/>
  </p:sldMasterIdLst>
  <p:notesMasterIdLst>
    <p:notesMasterId r:id="rId15"/>
  </p:notesMasterIdLst>
  <p:sldIdLst>
    <p:sldId id="336" r:id="rId6"/>
    <p:sldId id="258" r:id="rId7"/>
    <p:sldId id="353" r:id="rId8"/>
    <p:sldId id="363" r:id="rId9"/>
    <p:sldId id="374" r:id="rId10"/>
    <p:sldId id="375" r:id="rId11"/>
    <p:sldId id="376" r:id="rId12"/>
    <p:sldId id="377" r:id="rId13"/>
    <p:sldId id="378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4B444"/>
    <a:srgbClr val="C3DAA4"/>
    <a:srgbClr val="66D096"/>
    <a:srgbClr val="FFFFFF"/>
    <a:srgbClr val="F2C558"/>
    <a:srgbClr val="D95319"/>
    <a:srgbClr val="6CFF6C"/>
    <a:srgbClr val="00FF00"/>
    <a:srgbClr val="555054"/>
    <a:srgbClr val="FF9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C657A0-8059-4D2E-B319-B5B594BDE5B1}" v="1" dt="2023-11-22T10:20:38.609"/>
    <p1510:client id="{A8CFDE39-7487-45DA-B50E-6B9C5A0B08DD}" v="4" dt="2023-11-23T01:15:58.84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84" autoAdjust="0"/>
    <p:restoredTop sz="94776" autoAdjust="0"/>
  </p:normalViewPr>
  <p:slideViewPr>
    <p:cSldViewPr snapToGrid="0">
      <p:cViewPr>
        <p:scale>
          <a:sx n="99" d="100"/>
          <a:sy n="99" d="100"/>
        </p:scale>
        <p:origin x="1328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>
      <p:cViewPr varScale="1">
        <p:scale>
          <a:sx n="122" d="100"/>
          <a:sy n="122" d="100"/>
        </p:scale>
        <p:origin x="105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2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건희" userId="0a994238-b102-4555-836f-34b53b2f3c57" providerId="ADAL" clId="{6E780404-D2B4-4158-B3BD-D83772575D23}"/>
    <pc:docChg chg="custSel addSld delSld modSld sldOrd">
      <pc:chgData name="이건희" userId="0a994238-b102-4555-836f-34b53b2f3c57" providerId="ADAL" clId="{6E780404-D2B4-4158-B3BD-D83772575D23}" dt="2023-11-15T14:22:01.421" v="243" actId="47"/>
      <pc:docMkLst>
        <pc:docMk/>
      </pc:docMkLst>
      <pc:sldChg chg="del">
        <pc:chgData name="이건희" userId="0a994238-b102-4555-836f-34b53b2f3c57" providerId="ADAL" clId="{6E780404-D2B4-4158-B3BD-D83772575D23}" dt="2023-11-15T14:20:21.922" v="226" actId="47"/>
        <pc:sldMkLst>
          <pc:docMk/>
          <pc:sldMk cId="2816973779" sldId="318"/>
        </pc:sldMkLst>
      </pc:sldChg>
      <pc:sldChg chg="del">
        <pc:chgData name="이건희" userId="0a994238-b102-4555-836f-34b53b2f3c57" providerId="ADAL" clId="{6E780404-D2B4-4158-B3BD-D83772575D23}" dt="2023-11-15T14:22:01.421" v="243" actId="47"/>
        <pc:sldMkLst>
          <pc:docMk/>
          <pc:sldMk cId="3826497491" sldId="342"/>
        </pc:sldMkLst>
      </pc:sldChg>
      <pc:sldChg chg="modSp mod">
        <pc:chgData name="이건희" userId="0a994238-b102-4555-836f-34b53b2f3c57" providerId="ADAL" clId="{6E780404-D2B4-4158-B3BD-D83772575D23}" dt="2023-11-15T14:21:28.485" v="242" actId="27636"/>
        <pc:sldMkLst>
          <pc:docMk/>
          <pc:sldMk cId="4266534040" sldId="357"/>
        </pc:sldMkLst>
        <pc:spChg chg="mod">
          <ac:chgData name="이건희" userId="0a994238-b102-4555-836f-34b53b2f3c57" providerId="ADAL" clId="{6E780404-D2B4-4158-B3BD-D83772575D23}" dt="2023-11-15T14:21:28.485" v="242" actId="27636"/>
          <ac:spMkLst>
            <pc:docMk/>
            <pc:sldMk cId="4266534040" sldId="357"/>
            <ac:spMk id="6" creationId="{1046507C-0465-E689-1246-E7FADBCD42AE}"/>
          </ac:spMkLst>
        </pc:spChg>
      </pc:sldChg>
      <pc:sldChg chg="addSp delSp modSp add mod ord">
        <pc:chgData name="이건희" userId="0a994238-b102-4555-836f-34b53b2f3c57" providerId="ADAL" clId="{6E780404-D2B4-4158-B3BD-D83772575D23}" dt="2023-11-15T14:20:25.826" v="228"/>
        <pc:sldMkLst>
          <pc:docMk/>
          <pc:sldMk cId="625425664" sldId="359"/>
        </pc:sldMkLst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6" creationId="{B5ED6AD2-BD90-4986-2DA7-A4DBB21F7EAA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7" creationId="{AA348A41-FC8F-0614-FCFA-B09B84115779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9" creationId="{FC981CA2-A69C-04B1-AE7B-F36537114B55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0" creationId="{5ACD0F59-1160-4A00-027B-CBDF2DA138D3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1" creationId="{4071B449-A8AD-7FC7-C947-757A529C64BD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2" creationId="{708BA44F-1E8F-2F48-77A9-C024B70F64A0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3" creationId="{E143D1C2-3DDE-DEC4-CE8A-D490FA8360DB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4" creationId="{6684B667-6714-18D9-659A-55C8EB1AB522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5" creationId="{0FE00133-365C-10C6-BEE5-BBCCADF687DE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7" creationId="{2E6AE771-B90A-D082-9002-C47AE960E26A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8" creationId="{7D9D20DD-115E-17A2-8002-034B46628B6E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19" creationId="{DDA990AD-1656-6143-3674-71662ED747CD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20" creationId="{4422E0C6-4169-91F3-460F-6E0A8E42B929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21" creationId="{166130A6-7D87-2787-B5B9-D8FBBE6D4FDD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22" creationId="{A1E16E57-4A0A-A582-CEA3-B2249B905BD9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23" creationId="{D0C95ABA-1FDF-2500-864D-4621D966D105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29" creationId="{C0D5AC4D-05E3-EBE8-6C35-BE7BD756EA43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30" creationId="{63F53F11-7B04-2E66-B925-4420B2613583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31" creationId="{4AED7A80-5768-A8ED-5038-2813A3E7E6E3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32" creationId="{04B3AD78-A908-CE4B-ACFF-AA3E53BBCC7A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33" creationId="{DAB8661D-6925-E9BD-6844-112D034863AC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34" creationId="{FAD1DE44-8F1D-2536-C714-2CEB6B5B5C0D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35" creationId="{83D390B5-E5E8-C771-BFEC-5DC77F602348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36" creationId="{D8D4C46D-E62C-C3A4-61F9-77EF26AED9FF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38" creationId="{D5E1758F-529B-3DC1-DB0B-973E0CE41537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40" creationId="{04B8DECF-1CC7-6B8A-788B-4B08E9637F20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42" creationId="{07C65A3E-3E6C-04F9-B00A-94A4D7C61F8C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44" creationId="{9AA67336-AA67-7BB4-5751-D9EC59C61F52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46" creationId="{CC97A693-630C-B3EC-67A4-A496194E1452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48" creationId="{F02361B9-F8DC-2BEC-7EFE-FC0767935CD8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50" creationId="{3732F081-BA7B-B43D-8615-C0F53B0F7DAF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51" creationId="{99C88BBD-1785-75F9-C0C8-A4620D0087B9}"/>
          </ac:spMkLst>
        </pc:spChg>
        <pc:spChg chg="mod">
          <ac:chgData name="이건희" userId="0a994238-b102-4555-836f-34b53b2f3c57" providerId="ADAL" clId="{6E780404-D2B4-4158-B3BD-D83772575D23}" dt="2023-11-15T14:16:49.848" v="30"/>
          <ac:spMkLst>
            <pc:docMk/>
            <pc:sldMk cId="625425664" sldId="359"/>
            <ac:spMk id="52" creationId="{82B4ADDD-EBA3-8DFB-711F-A91F3043C57E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53" creationId="{67ADF3A2-B84D-F52F-9BB3-99D042FD5A50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55" creationId="{1F2F0660-A47F-32B2-27BE-CCD6D33A1702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57" creationId="{15DF10DB-E1C8-FBA5-D5FF-D10FE0E1E611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58" creationId="{368DC135-FC7A-C567-DDBA-3C5B76DE3BDB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59" creationId="{4966707C-28C5-5D42-3552-AF2ABC7B7872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61" creationId="{3E8C7EFF-A93B-CAE6-6261-237358E78DA6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64" creationId="{A43954DA-BE7A-7DFC-6FD9-37900370AFE9}"/>
          </ac:spMkLst>
        </pc:spChg>
        <pc:spChg chg="del">
          <ac:chgData name="이건희" userId="0a994238-b102-4555-836f-34b53b2f3c57" providerId="ADAL" clId="{6E780404-D2B4-4158-B3BD-D83772575D23}" dt="2023-11-15T14:16:53.249" v="32" actId="478"/>
          <ac:spMkLst>
            <pc:docMk/>
            <pc:sldMk cId="625425664" sldId="359"/>
            <ac:spMk id="65" creationId="{E9478FC5-85B6-A830-1E29-A33834F7B8AC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70" creationId="{0F234A60-204C-5572-D4C8-D649507A913F}"/>
          </ac:spMkLst>
        </pc:spChg>
        <pc:spChg chg="del">
          <ac:chgData name="이건희" userId="0a994238-b102-4555-836f-34b53b2f3c57" providerId="ADAL" clId="{6E780404-D2B4-4158-B3BD-D83772575D23}" dt="2023-11-15T14:16:51.426" v="31" actId="478"/>
          <ac:spMkLst>
            <pc:docMk/>
            <pc:sldMk cId="625425664" sldId="359"/>
            <ac:spMk id="72" creationId="{3A3DCD8E-F136-7EFC-E27A-435291719380}"/>
          </ac:spMkLst>
        </pc:spChg>
        <pc:spChg chg="del">
          <ac:chgData name="이건희" userId="0a994238-b102-4555-836f-34b53b2f3c57" providerId="ADAL" clId="{6E780404-D2B4-4158-B3BD-D83772575D23}" dt="2023-11-15T14:16:54.039" v="33" actId="478"/>
          <ac:spMkLst>
            <pc:docMk/>
            <pc:sldMk cId="625425664" sldId="359"/>
            <ac:spMk id="75" creationId="{837F1A43-C52A-EE89-4B50-1156723D3624}"/>
          </ac:spMkLst>
        </pc:spChg>
        <pc:spChg chg="mod">
          <ac:chgData name="이건희" userId="0a994238-b102-4555-836f-34b53b2f3c57" providerId="ADAL" clId="{6E780404-D2B4-4158-B3BD-D83772575D23}" dt="2023-11-15T14:17:29.180" v="59"/>
          <ac:spMkLst>
            <pc:docMk/>
            <pc:sldMk cId="625425664" sldId="359"/>
            <ac:spMk id="78" creationId="{C0D9E28A-9326-CC4C-9286-622CF79281F6}"/>
          </ac:spMkLst>
        </pc:spChg>
        <pc:spChg chg="mod">
          <ac:chgData name="이건희" userId="0a994238-b102-4555-836f-34b53b2f3c57" providerId="ADAL" clId="{6E780404-D2B4-4158-B3BD-D83772575D23}" dt="2023-11-15T14:17:29.180" v="59"/>
          <ac:spMkLst>
            <pc:docMk/>
            <pc:sldMk cId="625425664" sldId="359"/>
            <ac:spMk id="79" creationId="{A1B17233-D25B-9BE8-1E48-783041C6D814}"/>
          </ac:spMkLst>
        </pc:spChg>
        <pc:spChg chg="mod">
          <ac:chgData name="이건희" userId="0a994238-b102-4555-836f-34b53b2f3c57" providerId="ADAL" clId="{6E780404-D2B4-4158-B3BD-D83772575D23}" dt="2023-11-15T14:17:29.180" v="59"/>
          <ac:spMkLst>
            <pc:docMk/>
            <pc:sldMk cId="625425664" sldId="359"/>
            <ac:spMk id="80" creationId="{C0E8F7FB-C514-0516-81A6-B26489C74424}"/>
          </ac:spMkLst>
        </pc:spChg>
        <pc:spChg chg="mod">
          <ac:chgData name="이건희" userId="0a994238-b102-4555-836f-34b53b2f3c57" providerId="ADAL" clId="{6E780404-D2B4-4158-B3BD-D83772575D23}" dt="2023-11-15T14:17:29.180" v="59"/>
          <ac:spMkLst>
            <pc:docMk/>
            <pc:sldMk cId="625425664" sldId="359"/>
            <ac:spMk id="82" creationId="{A0A3DB1E-82E1-6321-37CA-9E7C909876CF}"/>
          </ac:spMkLst>
        </pc:spChg>
        <pc:spChg chg="add mod">
          <ac:chgData name="이건희" userId="0a994238-b102-4555-836f-34b53b2f3c57" providerId="ADAL" clId="{6E780404-D2B4-4158-B3BD-D83772575D23}" dt="2023-11-15T14:17:50.087" v="61" actId="164"/>
          <ac:spMkLst>
            <pc:docMk/>
            <pc:sldMk cId="625425664" sldId="359"/>
            <ac:spMk id="88" creationId="{C5806423-9CAB-620E-45AF-1BD7D4E1156C}"/>
          </ac:spMkLst>
        </pc:spChg>
        <pc:spChg chg="add mod">
          <ac:chgData name="이건희" userId="0a994238-b102-4555-836f-34b53b2f3c57" providerId="ADAL" clId="{6E780404-D2B4-4158-B3BD-D83772575D23}" dt="2023-11-15T14:19:31.018" v="86" actId="13822"/>
          <ac:spMkLst>
            <pc:docMk/>
            <pc:sldMk cId="625425664" sldId="359"/>
            <ac:spMk id="94" creationId="{768D1ADD-FD58-6729-2C33-4D735CF483A9}"/>
          </ac:spMkLst>
        </pc:spChg>
        <pc:spChg chg="add mod">
          <ac:chgData name="이건희" userId="0a994238-b102-4555-836f-34b53b2f3c57" providerId="ADAL" clId="{6E780404-D2B4-4158-B3BD-D83772575D23}" dt="2023-11-15T14:20:14.998" v="225" actId="1076"/>
          <ac:spMkLst>
            <pc:docMk/>
            <pc:sldMk cId="625425664" sldId="359"/>
            <ac:spMk id="95" creationId="{7C6C1F16-6B70-AF50-8E8D-9D1459E48FD9}"/>
          </ac:spMkLst>
        </pc:spChg>
        <pc:grpChg chg="del">
          <ac:chgData name="이건희" userId="0a994238-b102-4555-836f-34b53b2f3c57" providerId="ADAL" clId="{6E780404-D2B4-4158-B3BD-D83772575D23}" dt="2023-11-15T14:16:51.426" v="31" actId="478"/>
          <ac:grpSpMkLst>
            <pc:docMk/>
            <pc:sldMk cId="625425664" sldId="359"/>
            <ac:grpSpMk id="71" creationId="{09A7F0FB-5A85-714D-AC7D-A8A5C47B6990}"/>
          </ac:grpSpMkLst>
        </pc:grpChg>
        <pc:grpChg chg="add mod">
          <ac:chgData name="이건희" userId="0a994238-b102-4555-836f-34b53b2f3c57" providerId="ADAL" clId="{6E780404-D2B4-4158-B3BD-D83772575D23}" dt="2023-11-15T14:19:28.270" v="84" actId="1076"/>
          <ac:grpSpMkLst>
            <pc:docMk/>
            <pc:sldMk cId="625425664" sldId="359"/>
            <ac:grpSpMk id="74" creationId="{7DAD4563-1DB4-F070-8F7A-3DCF70F641C4}"/>
          </ac:grpSpMkLst>
        </pc:grpChg>
        <pc:grpChg chg="mod">
          <ac:chgData name="이건희" userId="0a994238-b102-4555-836f-34b53b2f3c57" providerId="ADAL" clId="{6E780404-D2B4-4158-B3BD-D83772575D23}" dt="2023-11-15T14:17:29.180" v="59"/>
          <ac:grpSpMkLst>
            <pc:docMk/>
            <pc:sldMk cId="625425664" sldId="359"/>
            <ac:grpSpMk id="76" creationId="{2FF33C33-E3AD-9F96-A1F9-D023BCEFA910}"/>
          </ac:grpSpMkLst>
        </pc:grpChg>
        <pc:grpChg chg="mod">
          <ac:chgData name="이건희" userId="0a994238-b102-4555-836f-34b53b2f3c57" providerId="ADAL" clId="{6E780404-D2B4-4158-B3BD-D83772575D23}" dt="2023-11-15T14:17:29.180" v="59"/>
          <ac:grpSpMkLst>
            <pc:docMk/>
            <pc:sldMk cId="625425664" sldId="359"/>
            <ac:grpSpMk id="77" creationId="{492BB864-3AD8-A057-52AB-E290A7CDD895}"/>
          </ac:grpSpMkLst>
        </pc:grpChg>
        <pc:grpChg chg="add mod">
          <ac:chgData name="이건희" userId="0a994238-b102-4555-836f-34b53b2f3c57" providerId="ADAL" clId="{6E780404-D2B4-4158-B3BD-D83772575D23}" dt="2023-11-15T14:18:04.400" v="73" actId="1076"/>
          <ac:grpSpMkLst>
            <pc:docMk/>
            <pc:sldMk cId="625425664" sldId="359"/>
            <ac:grpSpMk id="89" creationId="{004C87B4-47C9-35E3-98C1-B8AD3133A05D}"/>
          </ac:grpSpMkLst>
        </pc:grpChg>
        <pc:picChg chg="add mod">
          <ac:chgData name="이건희" userId="0a994238-b102-4555-836f-34b53b2f3c57" providerId="ADAL" clId="{6E780404-D2B4-4158-B3BD-D83772575D23}" dt="2023-11-15T14:17:06.544" v="51" actId="1036"/>
          <ac:picMkLst>
            <pc:docMk/>
            <pc:sldMk cId="625425664" sldId="359"/>
            <ac:picMk id="2" creationId="{10780069-E26D-BAF8-829E-313E771A6F1D}"/>
          </ac:picMkLst>
        </pc:picChg>
        <pc:picChg chg="add mod">
          <ac:chgData name="이건희" userId="0a994238-b102-4555-836f-34b53b2f3c57" providerId="ADAL" clId="{6E780404-D2B4-4158-B3BD-D83772575D23}" dt="2023-11-15T14:17:06.544" v="51" actId="1036"/>
          <ac:picMkLst>
            <pc:docMk/>
            <pc:sldMk cId="625425664" sldId="359"/>
            <ac:picMk id="8" creationId="{57B99271-4574-4DF2-1EAF-BA85E279267C}"/>
          </ac:picMkLst>
        </pc:picChg>
        <pc:picChg chg="add mod">
          <ac:chgData name="이건희" userId="0a994238-b102-4555-836f-34b53b2f3c57" providerId="ADAL" clId="{6E780404-D2B4-4158-B3BD-D83772575D23}" dt="2023-11-15T14:17:20.263" v="58" actId="1035"/>
          <ac:picMkLst>
            <pc:docMk/>
            <pc:sldMk cId="625425664" sldId="359"/>
            <ac:picMk id="49" creationId="{45502C83-4CEA-95B5-BAB9-F25B8414FC01}"/>
          </ac:picMkLst>
        </pc:picChg>
        <pc:picChg chg="add mod">
          <ac:chgData name="이건희" userId="0a994238-b102-4555-836f-34b53b2f3c57" providerId="ADAL" clId="{6E780404-D2B4-4158-B3BD-D83772575D23}" dt="2023-11-15T14:17:18.063" v="54" actId="1076"/>
          <ac:picMkLst>
            <pc:docMk/>
            <pc:sldMk cId="625425664" sldId="359"/>
            <ac:picMk id="60" creationId="{232AF2FB-2D54-D242-577B-880D144F68E3}"/>
          </ac:picMkLst>
        </pc:picChg>
        <pc:picChg chg="add mod">
          <ac:chgData name="이건희" userId="0a994238-b102-4555-836f-34b53b2f3c57" providerId="ADAL" clId="{6E780404-D2B4-4158-B3BD-D83772575D23}" dt="2023-11-15T14:17:50.087" v="61" actId="164"/>
          <ac:picMkLst>
            <pc:docMk/>
            <pc:sldMk cId="625425664" sldId="359"/>
            <ac:picMk id="67" creationId="{1FBBF18E-608F-4C86-4E92-1E41724B1E5D}"/>
          </ac:picMkLst>
        </pc:picChg>
        <pc:cxnChg chg="del mod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3" creationId="{E942D872-C7A2-4BC4-7D14-91DB272186B1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16" creationId="{02101C52-9331-3BE7-0C7F-4606C25C7242}"/>
          </ac:cxnSpMkLst>
        </pc:cxnChg>
        <pc:cxnChg chg="del mod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24" creationId="{03298D73-10AA-2060-5034-1B0EE13C788C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25" creationId="{DD2E1005-1EC5-67BE-A4BE-587EE1AE168A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26" creationId="{BB2F27E8-8FBA-C657-2956-359641776BB2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27" creationId="{91C15155-9B94-D8FF-AFF6-2C322781B635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28" creationId="{B9DF69D1-9C43-5F27-217B-D0B552F23454}"/>
          </ac:cxnSpMkLst>
        </pc:cxnChg>
        <pc:cxnChg chg="del mod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37" creationId="{65CA25AB-5CD0-69F6-3A84-07F963DF758F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39" creationId="{3E9FCC0A-7384-B45B-EF5B-507B4FDFA33B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41" creationId="{130ABF2F-6E82-C73F-60A7-57C942B8A647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43" creationId="{EB8FA5C3-2A60-2EBD-DB44-EDC13682A9DF}"/>
          </ac:cxnSpMkLst>
        </pc:cxnChg>
        <pc:cxnChg chg="del mod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45" creationId="{25D2E122-A953-1CE3-05FA-7F87DF5A5448}"/>
          </ac:cxnSpMkLst>
        </pc:cxnChg>
        <pc:cxnChg chg="del mod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47" creationId="{DD684933-4E8A-253C-C59E-FF1325C259EC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54" creationId="{2B4CA8F8-A3CE-06AB-1D2F-F62BFD346FAF}"/>
          </ac:cxnSpMkLst>
        </pc:cxnChg>
        <pc:cxnChg chg="del mod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56" creationId="{62D8B293-E03C-1EC0-EF66-B6E70B6C6C93}"/>
          </ac:cxnSpMkLst>
        </pc:cxnChg>
        <pc:cxnChg chg="del mod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62" creationId="{11F50592-1B07-FB5E-0E3D-317A9BB40945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63" creationId="{F1CE08A5-F3CA-9E45-D2F0-7D89DD19F5E6}"/>
          </ac:cxnSpMkLst>
        </pc:cxnChg>
        <pc:cxnChg chg="del mod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66" creationId="{67D921CB-AB2F-5837-9EAE-979449713D9E}"/>
          </ac:cxnSpMkLst>
        </pc:cxnChg>
        <pc:cxnChg chg="del">
          <ac:chgData name="이건희" userId="0a994238-b102-4555-836f-34b53b2f3c57" providerId="ADAL" clId="{6E780404-D2B4-4158-B3BD-D83772575D23}" dt="2023-11-15T14:16:51.426" v="31" actId="478"/>
          <ac:cxnSpMkLst>
            <pc:docMk/>
            <pc:sldMk cId="625425664" sldId="359"/>
            <ac:cxnSpMk id="73" creationId="{02C6A67F-5082-759B-02F9-AD10D20E85C9}"/>
          </ac:cxnSpMkLst>
        </pc:cxnChg>
        <pc:cxnChg chg="mod">
          <ac:chgData name="이건희" userId="0a994238-b102-4555-836f-34b53b2f3c57" providerId="ADAL" clId="{6E780404-D2B4-4158-B3BD-D83772575D23}" dt="2023-11-15T14:17:29.180" v="59"/>
          <ac:cxnSpMkLst>
            <pc:docMk/>
            <pc:sldMk cId="625425664" sldId="359"/>
            <ac:cxnSpMk id="81" creationId="{7C711C5E-FF51-5C78-68A1-21651C313435}"/>
          </ac:cxnSpMkLst>
        </pc:cxnChg>
        <pc:cxnChg chg="mod">
          <ac:chgData name="이건희" userId="0a994238-b102-4555-836f-34b53b2f3c57" providerId="ADAL" clId="{6E780404-D2B4-4158-B3BD-D83772575D23}" dt="2023-11-15T14:17:29.180" v="59"/>
          <ac:cxnSpMkLst>
            <pc:docMk/>
            <pc:sldMk cId="625425664" sldId="359"/>
            <ac:cxnSpMk id="83" creationId="{7BE6DB35-F17A-E0C7-CE79-6AFCBFA32974}"/>
          </ac:cxnSpMkLst>
        </pc:cxnChg>
        <pc:cxnChg chg="add mod">
          <ac:chgData name="이건희" userId="0a994238-b102-4555-836f-34b53b2f3c57" providerId="ADAL" clId="{6E780404-D2B4-4158-B3BD-D83772575D23}" dt="2023-11-15T14:17:50.087" v="61" actId="164"/>
          <ac:cxnSpMkLst>
            <pc:docMk/>
            <pc:sldMk cId="625425664" sldId="359"/>
            <ac:cxnSpMk id="84" creationId="{8303B279-981F-B192-90C7-475D49C05507}"/>
          </ac:cxnSpMkLst>
        </pc:cxnChg>
        <pc:cxnChg chg="add mod">
          <ac:chgData name="이건희" userId="0a994238-b102-4555-836f-34b53b2f3c57" providerId="ADAL" clId="{6E780404-D2B4-4158-B3BD-D83772575D23}" dt="2023-11-15T14:17:50.087" v="61" actId="164"/>
          <ac:cxnSpMkLst>
            <pc:docMk/>
            <pc:sldMk cId="625425664" sldId="359"/>
            <ac:cxnSpMk id="85" creationId="{7AEF0975-7895-3233-9123-A21C30A90078}"/>
          </ac:cxnSpMkLst>
        </pc:cxnChg>
        <pc:cxnChg chg="add mod">
          <ac:chgData name="이건희" userId="0a994238-b102-4555-836f-34b53b2f3c57" providerId="ADAL" clId="{6E780404-D2B4-4158-B3BD-D83772575D23}" dt="2023-11-15T14:17:50.087" v="61" actId="164"/>
          <ac:cxnSpMkLst>
            <pc:docMk/>
            <pc:sldMk cId="625425664" sldId="359"/>
            <ac:cxnSpMk id="86" creationId="{1D30053D-524C-22F6-C863-442DE2AEAFC0}"/>
          </ac:cxnSpMkLst>
        </pc:cxnChg>
        <pc:cxnChg chg="add mod">
          <ac:chgData name="이건희" userId="0a994238-b102-4555-836f-34b53b2f3c57" providerId="ADAL" clId="{6E780404-D2B4-4158-B3BD-D83772575D23}" dt="2023-11-15T14:17:50.087" v="61" actId="164"/>
          <ac:cxnSpMkLst>
            <pc:docMk/>
            <pc:sldMk cId="625425664" sldId="359"/>
            <ac:cxnSpMk id="87" creationId="{84F21149-338B-8ABD-138C-74D766B6614F}"/>
          </ac:cxnSpMkLst>
        </pc:cxnChg>
        <pc:cxnChg chg="add mod">
          <ac:chgData name="이건희" userId="0a994238-b102-4555-836f-34b53b2f3c57" providerId="ADAL" clId="{6E780404-D2B4-4158-B3BD-D83772575D23}" dt="2023-11-15T14:18:50.184" v="78" actId="1582"/>
          <ac:cxnSpMkLst>
            <pc:docMk/>
            <pc:sldMk cId="625425664" sldId="359"/>
            <ac:cxnSpMk id="91" creationId="{EAC9BF14-DF84-C587-ACAD-6AB2CA4FF503}"/>
          </ac:cxnSpMkLst>
        </pc:cxnChg>
        <pc:cxnChg chg="add mod">
          <ac:chgData name="이건희" userId="0a994238-b102-4555-836f-34b53b2f3c57" providerId="ADAL" clId="{6E780404-D2B4-4158-B3BD-D83772575D23}" dt="2023-11-15T14:19:10.728" v="82" actId="208"/>
          <ac:cxnSpMkLst>
            <pc:docMk/>
            <pc:sldMk cId="625425664" sldId="359"/>
            <ac:cxnSpMk id="92" creationId="{4C3FA613-6B18-6089-3E00-0BBC16C5E3B4}"/>
          </ac:cxnSpMkLst>
        </pc:cxnChg>
      </pc:sldChg>
    </pc:docChg>
  </pc:docChgLst>
  <pc:docChgLst>
    <pc:chgData name="이건희/22138005" userId="aabe95a3-5fc9-405c-b337-538f705fda9d" providerId="ADAL" clId="{6FC657A0-8059-4D2E-B319-B5B594BDE5B1}"/>
    <pc:docChg chg="modSld">
      <pc:chgData name="이건희/22138005" userId="aabe95a3-5fc9-405c-b337-538f705fda9d" providerId="ADAL" clId="{6FC657A0-8059-4D2E-B319-B5B594BDE5B1}" dt="2023-11-22T15:14:14.670" v="23" actId="20577"/>
      <pc:docMkLst>
        <pc:docMk/>
      </pc:docMkLst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531455970" sldId="258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567678956" sldId="259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2089478684" sldId="262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1164726469" sldId="272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2382229779" sldId="280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2652523742" sldId="293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2205832989" sldId="314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3021466618" sldId="319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324186103" sldId="321"/>
        </pc:sldMkLst>
      </pc:sldChg>
      <pc:sldChg chg="modSp mod modTransition">
        <pc:chgData name="이건희/22138005" userId="aabe95a3-5fc9-405c-b337-538f705fda9d" providerId="ADAL" clId="{6FC657A0-8059-4D2E-B319-B5B594BDE5B1}" dt="2023-11-22T15:14:14.670" v="23" actId="20577"/>
        <pc:sldMkLst>
          <pc:docMk/>
          <pc:sldMk cId="689764768" sldId="326"/>
        </pc:sldMkLst>
        <pc:spChg chg="mod">
          <ac:chgData name="이건희/22138005" userId="aabe95a3-5fc9-405c-b337-538f705fda9d" providerId="ADAL" clId="{6FC657A0-8059-4D2E-B319-B5B594BDE5B1}" dt="2023-11-22T15:14:14.670" v="23" actId="20577"/>
          <ac:spMkLst>
            <pc:docMk/>
            <pc:sldMk cId="689764768" sldId="326"/>
            <ac:spMk id="5" creationId="{DFFD5F85-16DF-8579-5DCF-F06F6E87AA40}"/>
          </ac:spMkLst>
        </pc:spChg>
        <pc:spChg chg="mod">
          <ac:chgData name="이건희/22138005" userId="aabe95a3-5fc9-405c-b337-538f705fda9d" providerId="ADAL" clId="{6FC657A0-8059-4D2E-B319-B5B594BDE5B1}" dt="2023-11-22T15:14:12.717" v="21" actId="20577"/>
          <ac:spMkLst>
            <pc:docMk/>
            <pc:sldMk cId="689764768" sldId="326"/>
            <ac:spMk id="8" creationId="{8448505C-B72C-0E1F-1CA7-ACE2529C89DE}"/>
          </ac:spMkLst>
        </pc:spChg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758259977" sldId="328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2440790817" sldId="329"/>
        </pc:sldMkLst>
      </pc:sldChg>
      <pc:sldChg chg="modSp mod modTransition">
        <pc:chgData name="이건희/22138005" userId="aabe95a3-5fc9-405c-b337-538f705fda9d" providerId="ADAL" clId="{6FC657A0-8059-4D2E-B319-B5B594BDE5B1}" dt="2023-11-22T10:20:38.609" v="19"/>
        <pc:sldMkLst>
          <pc:docMk/>
          <pc:sldMk cId="3944317029" sldId="331"/>
        </pc:sldMkLst>
        <pc:spChg chg="mod">
          <ac:chgData name="이건희/22138005" userId="aabe95a3-5fc9-405c-b337-538f705fda9d" providerId="ADAL" clId="{6FC657A0-8059-4D2E-B319-B5B594BDE5B1}" dt="2023-11-22T10:04:44.865" v="18" actId="20577"/>
          <ac:spMkLst>
            <pc:docMk/>
            <pc:sldMk cId="3944317029" sldId="331"/>
            <ac:spMk id="24" creationId="{0D4E58CD-79E6-40D4-53FA-18D52E6E78E3}"/>
          </ac:spMkLst>
        </pc:spChg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1060313922" sldId="333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4172918257" sldId="335"/>
        </pc:sldMkLst>
      </pc:sldChg>
      <pc:sldChg chg="modSp mod modTransition">
        <pc:chgData name="이건희/22138005" userId="aabe95a3-5fc9-405c-b337-538f705fda9d" providerId="ADAL" clId="{6FC657A0-8059-4D2E-B319-B5B594BDE5B1}" dt="2023-11-22T10:20:38.609" v="19"/>
        <pc:sldMkLst>
          <pc:docMk/>
          <pc:sldMk cId="656168274" sldId="336"/>
        </pc:sldMkLst>
        <pc:spChg chg="mod">
          <ac:chgData name="이건희/22138005" userId="aabe95a3-5fc9-405c-b337-538f705fda9d" providerId="ADAL" clId="{6FC657A0-8059-4D2E-B319-B5B594BDE5B1}" dt="2023-11-22T09:44:42.513" v="0"/>
          <ac:spMkLst>
            <pc:docMk/>
            <pc:sldMk cId="656168274" sldId="336"/>
            <ac:spMk id="2" creationId="{EF4881C0-87F7-6DD2-2EEC-FBD77E1B4D09}"/>
          </ac:spMkLst>
        </pc:spChg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2081162873" sldId="344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3542030403" sldId="345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1530771335" sldId="346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3357427106" sldId="347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1849001665" sldId="348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1918312885" sldId="350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671119325" sldId="351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1586687823" sldId="352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905820609" sldId="353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2842460297" sldId="354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2245955453" sldId="355"/>
        </pc:sldMkLst>
      </pc:sldChg>
      <pc:sldChg chg="modTransition">
        <pc:chgData name="이건희/22138005" userId="aabe95a3-5fc9-405c-b337-538f705fda9d" providerId="ADAL" clId="{6FC657A0-8059-4D2E-B319-B5B594BDE5B1}" dt="2023-11-22T10:20:38.609" v="19"/>
        <pc:sldMkLst>
          <pc:docMk/>
          <pc:sldMk cId="4266534040" sldId="357"/>
        </pc:sldMkLst>
      </pc:sldChg>
    </pc:docChg>
  </pc:docChgLst>
  <pc:docChgLst>
    <pc:chgData name="이건희/22138005" userId="aabe95a3-5fc9-405c-b337-538f705fda9d" providerId="ADAL" clId="{1A221E74-3459-48FF-AC9D-88E3B821ACA9}"/>
    <pc:docChg chg="delSld modSld">
      <pc:chgData name="이건희/22138005" userId="aabe95a3-5fc9-405c-b337-538f705fda9d" providerId="ADAL" clId="{1A221E74-3459-48FF-AC9D-88E3B821ACA9}" dt="2023-08-26T13:59:27.822" v="1"/>
      <pc:docMkLst>
        <pc:docMk/>
      </pc:docMkLst>
      <pc:sldChg chg="del">
        <pc:chgData name="이건희/22138005" userId="aabe95a3-5fc9-405c-b337-538f705fda9d" providerId="ADAL" clId="{1A221E74-3459-48FF-AC9D-88E3B821ACA9}" dt="2023-08-26T13:59:23.418" v="0" actId="2696"/>
        <pc:sldMkLst>
          <pc:docMk/>
          <pc:sldMk cId="968551551" sldId="268"/>
        </pc:sldMkLst>
      </pc:sldChg>
      <pc:sldChg chg="modTransition">
        <pc:chgData name="이건희/22138005" userId="aabe95a3-5fc9-405c-b337-538f705fda9d" providerId="ADAL" clId="{1A221E74-3459-48FF-AC9D-88E3B821ACA9}" dt="2023-08-26T13:59:27.822" v="1"/>
        <pc:sldMkLst>
          <pc:docMk/>
          <pc:sldMk cId="3021466618" sldId="319"/>
        </pc:sldMkLst>
      </pc:sldChg>
    </pc:docChg>
  </pc:docChgLst>
  <pc:docChgLst>
    <pc:chgData name="이건희" userId="0a994238-b102-4555-836f-34b53b2f3c57" providerId="ADAL" clId="{D88EA78E-1D67-4687-9ACB-7AB4DFF4BF4C}"/>
    <pc:docChg chg="undo custSel addSld delSld modSld">
      <pc:chgData name="이건희" userId="0a994238-b102-4555-836f-34b53b2f3c57" providerId="ADAL" clId="{D88EA78E-1D67-4687-9ACB-7AB4DFF4BF4C}" dt="2023-08-25T13:35:18.715" v="1081" actId="47"/>
      <pc:docMkLst>
        <pc:docMk/>
      </pc:docMkLst>
      <pc:sldChg chg="modSp del mod">
        <pc:chgData name="이건희" userId="0a994238-b102-4555-836f-34b53b2f3c57" providerId="ADAL" clId="{D88EA78E-1D67-4687-9ACB-7AB4DFF4BF4C}" dt="2023-08-25T11:59:14.973" v="494" actId="47"/>
        <pc:sldMkLst>
          <pc:docMk/>
          <pc:sldMk cId="2348087221" sldId="256"/>
        </pc:sldMkLst>
        <pc:spChg chg="mod">
          <ac:chgData name="이건희" userId="0a994238-b102-4555-836f-34b53b2f3c57" providerId="ADAL" clId="{D88EA78E-1D67-4687-9ACB-7AB4DFF4BF4C}" dt="2023-08-22T12:55:23.035" v="49" actId="12788"/>
          <ac:spMkLst>
            <pc:docMk/>
            <pc:sldMk cId="2348087221" sldId="256"/>
            <ac:spMk id="6" creationId="{BF9CA57B-F84E-8B10-BA62-CDEA9D041B48}"/>
          </ac:spMkLst>
        </pc:spChg>
        <pc:spChg chg="mod">
          <ac:chgData name="이건희" userId="0a994238-b102-4555-836f-34b53b2f3c57" providerId="ADAL" clId="{D88EA78E-1D67-4687-9ACB-7AB4DFF4BF4C}" dt="2023-08-22T12:55:23.035" v="49" actId="12788"/>
          <ac:spMkLst>
            <pc:docMk/>
            <pc:sldMk cId="2348087221" sldId="256"/>
            <ac:spMk id="15" creationId="{2F842825-2CFC-6FB1-0CF7-C7A913393A1D}"/>
          </ac:spMkLst>
        </pc:spChg>
        <pc:spChg chg="mod">
          <ac:chgData name="이건희" userId="0a994238-b102-4555-836f-34b53b2f3c57" providerId="ADAL" clId="{D88EA78E-1D67-4687-9ACB-7AB4DFF4BF4C}" dt="2023-08-22T12:54:13.184" v="5" actId="20577"/>
          <ac:spMkLst>
            <pc:docMk/>
            <pc:sldMk cId="2348087221" sldId="256"/>
            <ac:spMk id="18" creationId="{F721A624-0BD5-97CB-1626-856F20996E76}"/>
          </ac:spMkLst>
        </pc:spChg>
      </pc:sldChg>
      <pc:sldChg chg="addSp modSp mod">
        <pc:chgData name="이건희" userId="0a994238-b102-4555-836f-34b53b2f3c57" providerId="ADAL" clId="{D88EA78E-1D67-4687-9ACB-7AB4DFF4BF4C}" dt="2023-08-25T11:56:49.320" v="362" actId="1038"/>
        <pc:sldMkLst>
          <pc:docMk/>
          <pc:sldMk cId="2382229779" sldId="280"/>
        </pc:sldMkLst>
        <pc:spChg chg="add mod">
          <ac:chgData name="이건희" userId="0a994238-b102-4555-836f-34b53b2f3c57" providerId="ADAL" clId="{D88EA78E-1D67-4687-9ACB-7AB4DFF4BF4C}" dt="2023-08-25T11:56:49.320" v="362" actId="1038"/>
          <ac:spMkLst>
            <pc:docMk/>
            <pc:sldMk cId="2382229779" sldId="280"/>
            <ac:spMk id="10" creationId="{92CC607C-55FD-02FB-055C-843CA461303C}"/>
          </ac:spMkLst>
        </pc:spChg>
        <pc:grpChg chg="add mod">
          <ac:chgData name="이건희" userId="0a994238-b102-4555-836f-34b53b2f3c57" providerId="ADAL" clId="{D88EA78E-1D67-4687-9ACB-7AB4DFF4BF4C}" dt="2023-08-25T11:56:49.320" v="362" actId="1038"/>
          <ac:grpSpMkLst>
            <pc:docMk/>
            <pc:sldMk cId="2382229779" sldId="280"/>
            <ac:grpSpMk id="11" creationId="{282E0083-DD48-65F2-9E03-BFCA5370717D}"/>
          </ac:grpSpMkLst>
        </pc:grpChg>
        <pc:grpChg chg="mod">
          <ac:chgData name="이건희" userId="0a994238-b102-4555-836f-34b53b2f3c57" providerId="ADAL" clId="{D88EA78E-1D67-4687-9ACB-7AB4DFF4BF4C}" dt="2023-08-25T11:56:49.320" v="362" actId="1038"/>
          <ac:grpSpMkLst>
            <pc:docMk/>
            <pc:sldMk cId="2382229779" sldId="280"/>
            <ac:grpSpMk id="131" creationId="{B81845AA-391D-7CFF-F2F2-7FB89D70C079}"/>
          </ac:grpSpMkLst>
        </pc:grpChg>
        <pc:picChg chg="mod">
          <ac:chgData name="이건희" userId="0a994238-b102-4555-836f-34b53b2f3c57" providerId="ADAL" clId="{D88EA78E-1D67-4687-9ACB-7AB4DFF4BF4C}" dt="2023-08-25T11:56:49.320" v="362" actId="1038"/>
          <ac:picMkLst>
            <pc:docMk/>
            <pc:sldMk cId="2382229779" sldId="280"/>
            <ac:picMk id="129" creationId="{285FB2C2-280D-D7B3-2A41-FE747B2156EE}"/>
          </ac:picMkLst>
        </pc:picChg>
        <pc:picChg chg="mod">
          <ac:chgData name="이건희" userId="0a994238-b102-4555-836f-34b53b2f3c57" providerId="ADAL" clId="{D88EA78E-1D67-4687-9ACB-7AB4DFF4BF4C}" dt="2023-08-25T11:56:49.320" v="362" actId="1038"/>
          <ac:picMkLst>
            <pc:docMk/>
            <pc:sldMk cId="2382229779" sldId="280"/>
            <ac:picMk id="130" creationId="{5A038C2B-AC3A-1CDB-5B9D-04EA300C1FE3}"/>
          </ac:picMkLst>
        </pc:picChg>
      </pc:sldChg>
      <pc:sldChg chg="modSp mod">
        <pc:chgData name="이건희" userId="0a994238-b102-4555-836f-34b53b2f3c57" providerId="ADAL" clId="{D88EA78E-1D67-4687-9ACB-7AB4DFF4BF4C}" dt="2023-08-25T13:14:28.133" v="572" actId="1076"/>
        <pc:sldMkLst>
          <pc:docMk/>
          <pc:sldMk cId="903797211" sldId="317"/>
        </pc:sldMkLst>
        <pc:picChg chg="mod">
          <ac:chgData name="이건희" userId="0a994238-b102-4555-836f-34b53b2f3c57" providerId="ADAL" clId="{D88EA78E-1D67-4687-9ACB-7AB4DFF4BF4C}" dt="2023-08-25T13:14:28.133" v="572" actId="1076"/>
          <ac:picMkLst>
            <pc:docMk/>
            <pc:sldMk cId="903797211" sldId="317"/>
            <ac:picMk id="165" creationId="{3587BFD9-CBC7-77BB-EA1D-0128E8228622}"/>
          </ac:picMkLst>
        </pc:picChg>
      </pc:sldChg>
      <pc:sldChg chg="addSp delSp modSp mod">
        <pc:chgData name="이건희" userId="0a994238-b102-4555-836f-34b53b2f3c57" providerId="ADAL" clId="{D88EA78E-1D67-4687-9ACB-7AB4DFF4BF4C}" dt="2023-08-25T13:35:15.582" v="1080" actId="12788"/>
        <pc:sldMkLst>
          <pc:docMk/>
          <pc:sldMk cId="3497201781" sldId="322"/>
        </pc:sldMkLst>
        <pc:spChg chg="mod">
          <ac:chgData name="이건희" userId="0a994238-b102-4555-836f-34b53b2f3c57" providerId="ADAL" clId="{D88EA78E-1D67-4687-9ACB-7AB4DFF4BF4C}" dt="2023-08-25T13:35:13.862" v="1079" actId="164"/>
          <ac:spMkLst>
            <pc:docMk/>
            <pc:sldMk cId="3497201781" sldId="322"/>
            <ac:spMk id="8" creationId="{3BCB877F-F718-DF11-F6DD-B940C7D380DA}"/>
          </ac:spMkLst>
        </pc:spChg>
        <pc:grpChg chg="add mod">
          <ac:chgData name="이건희" userId="0a994238-b102-4555-836f-34b53b2f3c57" providerId="ADAL" clId="{D88EA78E-1D67-4687-9ACB-7AB4DFF4BF4C}" dt="2023-08-25T13:35:15.582" v="1080" actId="12788"/>
          <ac:grpSpMkLst>
            <pc:docMk/>
            <pc:sldMk cId="3497201781" sldId="322"/>
            <ac:grpSpMk id="7" creationId="{6FA441D0-0AE7-8150-62E7-E115D3E2C418}"/>
          </ac:grpSpMkLst>
        </pc:grpChg>
        <pc:picChg chg="add mod ord">
          <ac:chgData name="이건희" userId="0a994238-b102-4555-836f-34b53b2f3c57" providerId="ADAL" clId="{D88EA78E-1D67-4687-9ACB-7AB4DFF4BF4C}" dt="2023-08-25T13:35:13.862" v="1079" actId="164"/>
          <ac:picMkLst>
            <pc:docMk/>
            <pc:sldMk cId="3497201781" sldId="322"/>
            <ac:picMk id="3" creationId="{3C6C57AC-D22D-0020-84D3-94E34A1559B6}"/>
          </ac:picMkLst>
        </pc:picChg>
        <pc:picChg chg="add del">
          <ac:chgData name="이건희" userId="0a994238-b102-4555-836f-34b53b2f3c57" providerId="ADAL" clId="{D88EA78E-1D67-4687-9ACB-7AB4DFF4BF4C}" dt="2023-08-25T13:34:55.603" v="1049" actId="478"/>
          <ac:picMkLst>
            <pc:docMk/>
            <pc:sldMk cId="3497201781" sldId="322"/>
            <ac:picMk id="6" creationId="{9F38F2A1-95EB-D3AF-4CB0-E3599A9E9950}"/>
          </ac:picMkLst>
        </pc:picChg>
        <pc:picChg chg="mod">
          <ac:chgData name="이건희" userId="0a994238-b102-4555-836f-34b53b2f3c57" providerId="ADAL" clId="{D88EA78E-1D67-4687-9ACB-7AB4DFF4BF4C}" dt="2023-08-25T13:35:13.862" v="1079" actId="164"/>
          <ac:picMkLst>
            <pc:docMk/>
            <pc:sldMk cId="3497201781" sldId="322"/>
            <ac:picMk id="19" creationId="{796E960E-235A-64D7-50CC-2E598E6721F0}"/>
          </ac:picMkLst>
        </pc:picChg>
        <pc:cxnChg chg="mod">
          <ac:chgData name="이건희" userId="0a994238-b102-4555-836f-34b53b2f3c57" providerId="ADAL" clId="{D88EA78E-1D67-4687-9ACB-7AB4DFF4BF4C}" dt="2023-08-25T13:35:13.862" v="1079" actId="164"/>
          <ac:cxnSpMkLst>
            <pc:docMk/>
            <pc:sldMk cId="3497201781" sldId="322"/>
            <ac:cxnSpMk id="9" creationId="{939D3E6C-6663-A85B-D796-9FC2B1C75757}"/>
          </ac:cxnSpMkLst>
        </pc:cxnChg>
        <pc:cxnChg chg="mod">
          <ac:chgData name="이건희" userId="0a994238-b102-4555-836f-34b53b2f3c57" providerId="ADAL" clId="{D88EA78E-1D67-4687-9ACB-7AB4DFF4BF4C}" dt="2023-08-25T13:35:13.862" v="1079" actId="164"/>
          <ac:cxnSpMkLst>
            <pc:docMk/>
            <pc:sldMk cId="3497201781" sldId="322"/>
            <ac:cxnSpMk id="12" creationId="{A4B33CC4-030E-2B0B-CABA-68510F19EBA3}"/>
          </ac:cxnSpMkLst>
        </pc:cxnChg>
        <pc:cxnChg chg="mod">
          <ac:chgData name="이건희" userId="0a994238-b102-4555-836f-34b53b2f3c57" providerId="ADAL" clId="{D88EA78E-1D67-4687-9ACB-7AB4DFF4BF4C}" dt="2023-08-25T13:35:13.862" v="1079" actId="164"/>
          <ac:cxnSpMkLst>
            <pc:docMk/>
            <pc:sldMk cId="3497201781" sldId="322"/>
            <ac:cxnSpMk id="15" creationId="{4F23E2B9-1474-5539-DA06-C8BA01E45FF7}"/>
          </ac:cxnSpMkLst>
        </pc:cxnChg>
        <pc:cxnChg chg="mod">
          <ac:chgData name="이건희" userId="0a994238-b102-4555-836f-34b53b2f3c57" providerId="ADAL" clId="{D88EA78E-1D67-4687-9ACB-7AB4DFF4BF4C}" dt="2023-08-25T13:35:13.862" v="1079" actId="164"/>
          <ac:cxnSpMkLst>
            <pc:docMk/>
            <pc:sldMk cId="3497201781" sldId="322"/>
            <ac:cxnSpMk id="18" creationId="{A862ED3E-E052-4FA6-8630-CFE6DE7E07F9}"/>
          </ac:cxnSpMkLst>
        </pc:cxnChg>
      </pc:sldChg>
      <pc:sldChg chg="modTransition">
        <pc:chgData name="이건희" userId="0a994238-b102-4555-836f-34b53b2f3c57" providerId="ADAL" clId="{D88EA78E-1D67-4687-9ACB-7AB4DFF4BF4C}" dt="2023-08-25T11:45:50.781" v="52"/>
        <pc:sldMkLst>
          <pc:docMk/>
          <pc:sldMk cId="3833808949" sldId="323"/>
        </pc:sldMkLst>
      </pc:sldChg>
      <pc:sldChg chg="addSp modSp mod">
        <pc:chgData name="이건희" userId="0a994238-b102-4555-836f-34b53b2f3c57" providerId="ADAL" clId="{D88EA78E-1D67-4687-9ACB-7AB4DFF4BF4C}" dt="2023-08-25T11:53:45.686" v="330" actId="1035"/>
        <pc:sldMkLst>
          <pc:docMk/>
          <pc:sldMk cId="105283773" sldId="325"/>
        </pc:sldMkLst>
        <pc:spChg chg="mod">
          <ac:chgData name="이건희" userId="0a994238-b102-4555-836f-34b53b2f3c57" providerId="ADAL" clId="{D88EA78E-1D67-4687-9ACB-7AB4DFF4BF4C}" dt="2023-08-25T11:53:33.069" v="300" actId="1036"/>
          <ac:spMkLst>
            <pc:docMk/>
            <pc:sldMk cId="105283773" sldId="325"/>
            <ac:spMk id="3" creationId="{15C8870A-61D4-CE8A-A294-1E7500920519}"/>
          </ac:spMkLst>
        </pc:spChg>
        <pc:spChg chg="add mod">
          <ac:chgData name="이건희" userId="0a994238-b102-4555-836f-34b53b2f3c57" providerId="ADAL" clId="{D88EA78E-1D67-4687-9ACB-7AB4DFF4BF4C}" dt="2023-08-25T11:53:45.686" v="330" actId="1035"/>
          <ac:spMkLst>
            <pc:docMk/>
            <pc:sldMk cId="105283773" sldId="325"/>
            <ac:spMk id="6" creationId="{0273DF60-FAA2-542A-BB29-68E6E84C630B}"/>
          </ac:spMkLst>
        </pc:spChg>
        <pc:spChg chg="add mod">
          <ac:chgData name="이건희" userId="0a994238-b102-4555-836f-34b53b2f3c57" providerId="ADAL" clId="{D88EA78E-1D67-4687-9ACB-7AB4DFF4BF4C}" dt="2023-08-25T11:53:42.358" v="320" actId="1035"/>
          <ac:spMkLst>
            <pc:docMk/>
            <pc:sldMk cId="105283773" sldId="325"/>
            <ac:spMk id="9" creationId="{FE75ACF5-16C6-9832-DF06-DD9301F49A9F}"/>
          </ac:spMkLst>
        </pc:spChg>
        <pc:spChg chg="add mod">
          <ac:chgData name="이건희" userId="0a994238-b102-4555-836f-34b53b2f3c57" providerId="ADAL" clId="{D88EA78E-1D67-4687-9ACB-7AB4DFF4BF4C}" dt="2023-08-25T11:53:39.150" v="310" actId="1035"/>
          <ac:spMkLst>
            <pc:docMk/>
            <pc:sldMk cId="105283773" sldId="325"/>
            <ac:spMk id="10" creationId="{5CD9F6B4-E742-0F83-EA2F-17FD716A4622}"/>
          </ac:spMkLst>
        </pc:spChg>
        <pc:spChg chg="mod">
          <ac:chgData name="이건희" userId="0a994238-b102-4555-836f-34b53b2f3c57" providerId="ADAL" clId="{D88EA78E-1D67-4687-9ACB-7AB4DFF4BF4C}" dt="2023-08-25T11:51:16.758" v="197" actId="1036"/>
          <ac:spMkLst>
            <pc:docMk/>
            <pc:sldMk cId="105283773" sldId="325"/>
            <ac:spMk id="11" creationId="{391C9D5D-1FA4-1699-1092-D05A2E70E48B}"/>
          </ac:spMkLst>
        </pc:spChg>
        <pc:grpChg chg="add mod">
          <ac:chgData name="이건희" userId="0a994238-b102-4555-836f-34b53b2f3c57" providerId="ADAL" clId="{D88EA78E-1D67-4687-9ACB-7AB4DFF4BF4C}" dt="2023-08-25T11:53:26.622" v="287" actId="408"/>
          <ac:grpSpMkLst>
            <pc:docMk/>
            <pc:sldMk cId="105283773" sldId="325"/>
            <ac:grpSpMk id="15" creationId="{208773CA-FCBF-6F16-A7B9-D4E40666E710}"/>
          </ac:grpSpMkLst>
        </pc:grpChg>
        <pc:grpChg chg="add mod">
          <ac:chgData name="이건희" userId="0a994238-b102-4555-836f-34b53b2f3c57" providerId="ADAL" clId="{D88EA78E-1D67-4687-9ACB-7AB4DFF4BF4C}" dt="2023-08-25T11:53:26.622" v="287" actId="408"/>
          <ac:grpSpMkLst>
            <pc:docMk/>
            <pc:sldMk cId="105283773" sldId="325"/>
            <ac:grpSpMk id="16" creationId="{76C2AA0B-4AAD-3538-C3A0-F4A135E3011B}"/>
          </ac:grpSpMkLst>
        </pc:grpChg>
        <pc:grpChg chg="add mod">
          <ac:chgData name="이건희" userId="0a994238-b102-4555-836f-34b53b2f3c57" providerId="ADAL" clId="{D88EA78E-1D67-4687-9ACB-7AB4DFF4BF4C}" dt="2023-08-25T11:53:26.622" v="287" actId="408"/>
          <ac:grpSpMkLst>
            <pc:docMk/>
            <pc:sldMk cId="105283773" sldId="325"/>
            <ac:grpSpMk id="17" creationId="{249D7DBF-ABD4-5245-E495-FACA5074B89B}"/>
          </ac:grpSpMkLst>
        </pc:grpChg>
        <pc:grpChg chg="mod">
          <ac:chgData name="이건희" userId="0a994238-b102-4555-836f-34b53b2f3c57" providerId="ADAL" clId="{D88EA78E-1D67-4687-9ACB-7AB4DFF4BF4C}" dt="2023-08-25T11:53:16.153" v="284" actId="164"/>
          <ac:grpSpMkLst>
            <pc:docMk/>
            <pc:sldMk cId="105283773" sldId="325"/>
            <ac:grpSpMk id="18" creationId="{4727593F-E681-6ADB-C331-D1CAD0F40C57}"/>
          </ac:grpSpMkLst>
        </pc:grpChg>
        <pc:grpChg chg="mod">
          <ac:chgData name="이건희" userId="0a994238-b102-4555-836f-34b53b2f3c57" providerId="ADAL" clId="{D88EA78E-1D67-4687-9ACB-7AB4DFF4BF4C}" dt="2023-08-25T11:53:26.622" v="287" actId="408"/>
          <ac:grpSpMkLst>
            <pc:docMk/>
            <pc:sldMk cId="105283773" sldId="325"/>
            <ac:grpSpMk id="19" creationId="{4844AFBA-3C26-8BCD-7D65-9911256E370F}"/>
          </ac:grpSpMkLst>
        </pc:grpChg>
        <pc:grpChg chg="mod">
          <ac:chgData name="이건희" userId="0a994238-b102-4555-836f-34b53b2f3c57" providerId="ADAL" clId="{D88EA78E-1D67-4687-9ACB-7AB4DFF4BF4C}" dt="2023-08-25T11:53:22.985" v="286" actId="164"/>
          <ac:grpSpMkLst>
            <pc:docMk/>
            <pc:sldMk cId="105283773" sldId="325"/>
            <ac:grpSpMk id="20" creationId="{410FA7C5-8622-9B9C-BA3B-3B0450BAECB3}"/>
          </ac:grpSpMkLst>
        </pc:grpChg>
        <pc:grpChg chg="mod">
          <ac:chgData name="이건희" userId="0a994238-b102-4555-836f-34b53b2f3c57" providerId="ADAL" clId="{D88EA78E-1D67-4687-9ACB-7AB4DFF4BF4C}" dt="2023-08-25T11:51:16.758" v="197" actId="1036"/>
          <ac:grpSpMkLst>
            <pc:docMk/>
            <pc:sldMk cId="105283773" sldId="325"/>
            <ac:grpSpMk id="42" creationId="{337E5950-389D-2C3C-3983-DE48022E1B6E}"/>
          </ac:grpSpMkLst>
        </pc:grpChg>
        <pc:picChg chg="mod">
          <ac:chgData name="이건희" userId="0a994238-b102-4555-836f-34b53b2f3c57" providerId="ADAL" clId="{D88EA78E-1D67-4687-9ACB-7AB4DFF4BF4C}" dt="2023-08-25T11:53:00.752" v="282" actId="12788"/>
          <ac:picMkLst>
            <pc:docMk/>
            <pc:sldMk cId="105283773" sldId="325"/>
            <ac:picMk id="7" creationId="{A6CB1C0C-40FE-0D5E-259B-ED7883939514}"/>
          </ac:picMkLst>
        </pc:picChg>
        <pc:picChg chg="mod">
          <ac:chgData name="이건희" userId="0a994238-b102-4555-836f-34b53b2f3c57" providerId="ADAL" clId="{D88EA78E-1D67-4687-9ACB-7AB4DFF4BF4C}" dt="2023-08-25T11:53:00.752" v="282" actId="12788"/>
          <ac:picMkLst>
            <pc:docMk/>
            <pc:sldMk cId="105283773" sldId="325"/>
            <ac:picMk id="8" creationId="{3A350471-3801-A8F3-7D1C-59854AD8FDB9}"/>
          </ac:picMkLst>
        </pc:picChg>
        <pc:picChg chg="mod">
          <ac:chgData name="이건희" userId="0a994238-b102-4555-836f-34b53b2f3c57" providerId="ADAL" clId="{D88EA78E-1D67-4687-9ACB-7AB4DFF4BF4C}" dt="2023-08-25T11:53:26.622" v="287" actId="408"/>
          <ac:picMkLst>
            <pc:docMk/>
            <pc:sldMk cId="105283773" sldId="325"/>
            <ac:picMk id="13" creationId="{4F53830A-5D48-8994-836D-A9AEB2FA269D}"/>
          </ac:picMkLst>
        </pc:picChg>
        <pc:picChg chg="mod">
          <ac:chgData name="이건희" userId="0a994238-b102-4555-836f-34b53b2f3c57" providerId="ADAL" clId="{D88EA78E-1D67-4687-9ACB-7AB4DFF4BF4C}" dt="2023-08-25T11:52:57.064" v="281" actId="12788"/>
          <ac:picMkLst>
            <pc:docMk/>
            <pc:sldMk cId="105283773" sldId="325"/>
            <ac:picMk id="14" creationId="{A712E7E0-ABAF-47A3-7D1B-C5B24924A535}"/>
          </ac:picMkLst>
        </pc:picChg>
        <pc:picChg chg="mod">
          <ac:chgData name="이건희" userId="0a994238-b102-4555-836f-34b53b2f3c57" providerId="ADAL" clId="{D88EA78E-1D67-4687-9ACB-7AB4DFF4BF4C}" dt="2023-08-25T11:53:26.622" v="287" actId="408"/>
          <ac:picMkLst>
            <pc:docMk/>
            <pc:sldMk cId="105283773" sldId="325"/>
            <ac:picMk id="2050" creationId="{9AEA94BF-0C7A-FEA5-EAA7-7C27C6B34F9B}"/>
          </ac:picMkLst>
        </pc:picChg>
        <pc:picChg chg="mod">
          <ac:chgData name="이건희" userId="0a994238-b102-4555-836f-34b53b2f3c57" providerId="ADAL" clId="{D88EA78E-1D67-4687-9ACB-7AB4DFF4BF4C}" dt="2023-08-25T11:52:57.064" v="281" actId="12788"/>
          <ac:picMkLst>
            <pc:docMk/>
            <pc:sldMk cId="105283773" sldId="325"/>
            <ac:picMk id="2058" creationId="{A7D49D27-CA70-6A52-C2C8-E36B2DC87349}"/>
          </ac:picMkLst>
        </pc:picChg>
        <pc:cxnChg chg="mod">
          <ac:chgData name="이건희" userId="0a994238-b102-4555-836f-34b53b2f3c57" providerId="ADAL" clId="{D88EA78E-1D67-4687-9ACB-7AB4DFF4BF4C}" dt="2023-08-25T11:51:07.918" v="187" actId="1036"/>
          <ac:cxnSpMkLst>
            <pc:docMk/>
            <pc:sldMk cId="105283773" sldId="325"/>
            <ac:cxnSpMk id="45" creationId="{E9D7127B-FB1E-2A2E-0311-8611AEF38863}"/>
          </ac:cxnSpMkLst>
        </pc:cxnChg>
      </pc:sldChg>
      <pc:sldChg chg="addSp modSp mod">
        <pc:chgData name="이건희" userId="0a994238-b102-4555-836f-34b53b2f3c57" providerId="ADAL" clId="{D88EA78E-1D67-4687-9ACB-7AB4DFF4BF4C}" dt="2023-08-25T11:55:55.455" v="343" actId="164"/>
        <pc:sldMkLst>
          <pc:docMk/>
          <pc:sldMk cId="758259977" sldId="328"/>
        </pc:sldMkLst>
        <pc:spChg chg="add mod">
          <ac:chgData name="이건희" userId="0a994238-b102-4555-836f-34b53b2f3c57" providerId="ADAL" clId="{D88EA78E-1D67-4687-9ACB-7AB4DFF4BF4C}" dt="2023-08-25T11:55:55.455" v="343" actId="164"/>
          <ac:spMkLst>
            <pc:docMk/>
            <pc:sldMk cId="758259977" sldId="328"/>
            <ac:spMk id="3" creationId="{92EF5F24-D99B-C6B2-8B1D-F0A7D5194020}"/>
          </ac:spMkLst>
        </pc:spChg>
        <pc:grpChg chg="add mod">
          <ac:chgData name="이건희" userId="0a994238-b102-4555-836f-34b53b2f3c57" providerId="ADAL" clId="{D88EA78E-1D67-4687-9ACB-7AB4DFF4BF4C}" dt="2023-08-25T11:55:55.455" v="343" actId="164"/>
          <ac:grpSpMkLst>
            <pc:docMk/>
            <pc:sldMk cId="758259977" sldId="328"/>
            <ac:grpSpMk id="6" creationId="{9016E0BE-D00B-FB0B-34B7-5658B934C8A9}"/>
          </ac:grpSpMkLst>
        </pc:grpChg>
        <pc:grpChg chg="mod">
          <ac:chgData name="이건희" userId="0a994238-b102-4555-836f-34b53b2f3c57" providerId="ADAL" clId="{D88EA78E-1D67-4687-9ACB-7AB4DFF4BF4C}" dt="2023-08-25T11:55:55.455" v="343" actId="164"/>
          <ac:grpSpMkLst>
            <pc:docMk/>
            <pc:sldMk cId="758259977" sldId="328"/>
            <ac:grpSpMk id="43" creationId="{38B72F8E-FF89-CBE7-1B26-DFDD1932F930}"/>
          </ac:grpSpMkLst>
        </pc:grpChg>
        <pc:picChg chg="mod">
          <ac:chgData name="이건희" userId="0a994238-b102-4555-836f-34b53b2f3c57" providerId="ADAL" clId="{D88EA78E-1D67-4687-9ACB-7AB4DFF4BF4C}" dt="2023-08-25T11:55:52.649" v="342" actId="12789"/>
          <ac:picMkLst>
            <pc:docMk/>
            <pc:sldMk cId="758259977" sldId="328"/>
            <ac:picMk id="41" creationId="{066E7EE5-4FE4-6E74-2ABB-E2353F057C8A}"/>
          </ac:picMkLst>
        </pc:picChg>
        <pc:picChg chg="mod">
          <ac:chgData name="이건희" userId="0a994238-b102-4555-836f-34b53b2f3c57" providerId="ADAL" clId="{D88EA78E-1D67-4687-9ACB-7AB4DFF4BF4C}" dt="2023-08-25T11:55:52.649" v="342" actId="12789"/>
          <ac:picMkLst>
            <pc:docMk/>
            <pc:sldMk cId="758259977" sldId="328"/>
            <ac:picMk id="42" creationId="{AF3AD16A-7D1B-B4F2-D138-77EB5762176B}"/>
          </ac:picMkLst>
        </pc:picChg>
      </pc:sldChg>
      <pc:sldChg chg="addSp delSp modSp">
        <pc:chgData name="이건희" userId="0a994238-b102-4555-836f-34b53b2f3c57" providerId="ADAL" clId="{D88EA78E-1D67-4687-9ACB-7AB4DFF4BF4C}" dt="2023-08-25T11:56:04.757" v="346" actId="1076"/>
        <pc:sldMkLst>
          <pc:docMk/>
          <pc:sldMk cId="1258484718" sldId="330"/>
        </pc:sldMkLst>
        <pc:spChg chg="mod">
          <ac:chgData name="이건희" userId="0a994238-b102-4555-836f-34b53b2f3c57" providerId="ADAL" clId="{D88EA78E-1D67-4687-9ACB-7AB4DFF4BF4C}" dt="2023-08-25T11:56:04.757" v="346" actId="1076"/>
          <ac:spMkLst>
            <pc:docMk/>
            <pc:sldMk cId="1258484718" sldId="330"/>
            <ac:spMk id="6" creationId="{8CD68DCF-3A58-7CAC-3FD4-C77F9C0BDACF}"/>
          </ac:spMkLst>
        </pc:spChg>
        <pc:grpChg chg="add mod">
          <ac:chgData name="이건희" userId="0a994238-b102-4555-836f-34b53b2f3c57" providerId="ADAL" clId="{D88EA78E-1D67-4687-9ACB-7AB4DFF4BF4C}" dt="2023-08-25T11:56:04.757" v="346" actId="1076"/>
          <ac:grpSpMkLst>
            <pc:docMk/>
            <pc:sldMk cId="1258484718" sldId="330"/>
            <ac:grpSpMk id="3" creationId="{3C199632-37AC-D44F-D857-D38AF8CCEC82}"/>
          </ac:grpSpMkLst>
        </pc:grpChg>
        <pc:grpChg chg="mod">
          <ac:chgData name="이건희" userId="0a994238-b102-4555-836f-34b53b2f3c57" providerId="ADAL" clId="{D88EA78E-1D67-4687-9ACB-7AB4DFF4BF4C}" dt="2023-08-25T11:56:04.757" v="346" actId="1076"/>
          <ac:grpSpMkLst>
            <pc:docMk/>
            <pc:sldMk cId="1258484718" sldId="330"/>
            <ac:grpSpMk id="5" creationId="{EE021D8A-537E-3CB8-598A-9A871FF06D1E}"/>
          </ac:grpSpMkLst>
        </pc:grpChg>
        <pc:grpChg chg="del">
          <ac:chgData name="이건희" userId="0a994238-b102-4555-836f-34b53b2f3c57" providerId="ADAL" clId="{D88EA78E-1D67-4687-9ACB-7AB4DFF4BF4C}" dt="2023-08-25T11:56:00.134" v="344" actId="478"/>
          <ac:grpSpMkLst>
            <pc:docMk/>
            <pc:sldMk cId="1258484718" sldId="330"/>
            <ac:grpSpMk id="19" creationId="{4227DF7D-03D3-AFE8-60A4-4C1C25079103}"/>
          </ac:grpSpMkLst>
        </pc:grpChg>
        <pc:picChg chg="mod">
          <ac:chgData name="이건희" userId="0a994238-b102-4555-836f-34b53b2f3c57" providerId="ADAL" clId="{D88EA78E-1D67-4687-9ACB-7AB4DFF4BF4C}" dt="2023-08-25T11:56:04.757" v="346" actId="1076"/>
          <ac:picMkLst>
            <pc:docMk/>
            <pc:sldMk cId="1258484718" sldId="330"/>
            <ac:picMk id="7" creationId="{7FCDF4BC-1FA1-136F-95CF-54AEDE5399B6}"/>
          </ac:picMkLst>
        </pc:picChg>
        <pc:picChg chg="mod">
          <ac:chgData name="이건희" userId="0a994238-b102-4555-836f-34b53b2f3c57" providerId="ADAL" clId="{D88EA78E-1D67-4687-9ACB-7AB4DFF4BF4C}" dt="2023-08-25T11:56:04.757" v="346" actId="1076"/>
          <ac:picMkLst>
            <pc:docMk/>
            <pc:sldMk cId="1258484718" sldId="330"/>
            <ac:picMk id="8" creationId="{46D4A62D-1CD3-3866-B607-D90E8D96B14F}"/>
          </ac:picMkLst>
        </pc:picChg>
      </pc:sldChg>
      <pc:sldChg chg="modSp mod">
        <pc:chgData name="이건희" userId="0a994238-b102-4555-836f-34b53b2f3c57" providerId="ADAL" clId="{D88EA78E-1D67-4687-9ACB-7AB4DFF4BF4C}" dt="2023-08-25T11:50:27.847" v="151" actId="20577"/>
        <pc:sldMkLst>
          <pc:docMk/>
          <pc:sldMk cId="3944317029" sldId="331"/>
        </pc:sldMkLst>
        <pc:spChg chg="mod">
          <ac:chgData name="이건희" userId="0a994238-b102-4555-836f-34b53b2f3c57" providerId="ADAL" clId="{D88EA78E-1D67-4687-9ACB-7AB4DFF4BF4C}" dt="2023-08-25T11:48:34.694" v="77" actId="20577"/>
          <ac:spMkLst>
            <pc:docMk/>
            <pc:sldMk cId="3944317029" sldId="331"/>
            <ac:spMk id="25" creationId="{5D0F6A48-57B4-0FE2-F8D5-434D6985CC54}"/>
          </ac:spMkLst>
        </pc:spChg>
        <pc:spChg chg="mod">
          <ac:chgData name="이건희" userId="0a994238-b102-4555-836f-34b53b2f3c57" providerId="ADAL" clId="{D88EA78E-1D67-4687-9ACB-7AB4DFF4BF4C}" dt="2023-08-25T11:50:27.847" v="151" actId="20577"/>
          <ac:spMkLst>
            <pc:docMk/>
            <pc:sldMk cId="3944317029" sldId="331"/>
            <ac:spMk id="47" creationId="{32C9B943-D515-F297-7706-FC800F6E0E63}"/>
          </ac:spMkLst>
        </pc:spChg>
        <pc:grpChg chg="mod">
          <ac:chgData name="이건희" userId="0a994238-b102-4555-836f-34b53b2f3c57" providerId="ADAL" clId="{D88EA78E-1D67-4687-9ACB-7AB4DFF4BF4C}" dt="2023-08-25T11:48:53.590" v="81" actId="14100"/>
          <ac:grpSpMkLst>
            <pc:docMk/>
            <pc:sldMk cId="3944317029" sldId="331"/>
            <ac:grpSpMk id="26" creationId="{329B0302-336C-0811-8D78-8FD1ACBB58F1}"/>
          </ac:grpSpMkLst>
        </pc:grpChg>
        <pc:grpChg chg="mod">
          <ac:chgData name="이건희" userId="0a994238-b102-4555-836f-34b53b2f3c57" providerId="ADAL" clId="{D88EA78E-1D67-4687-9ACB-7AB4DFF4BF4C}" dt="2023-08-25T11:48:48.629" v="80" actId="14100"/>
          <ac:grpSpMkLst>
            <pc:docMk/>
            <pc:sldMk cId="3944317029" sldId="331"/>
            <ac:grpSpMk id="27" creationId="{64C075D0-8FE5-78AA-5D5C-66FE332D0489}"/>
          </ac:grpSpMkLst>
        </pc:grpChg>
      </pc:sldChg>
      <pc:sldChg chg="addSp modSp mod">
        <pc:chgData name="이건희" userId="0a994238-b102-4555-836f-34b53b2f3c57" providerId="ADAL" clId="{D88EA78E-1D67-4687-9ACB-7AB4DFF4BF4C}" dt="2023-08-25T11:54:40.760" v="337" actId="164"/>
        <pc:sldMkLst>
          <pc:docMk/>
          <pc:sldMk cId="1060313922" sldId="333"/>
        </pc:sldMkLst>
        <pc:spChg chg="mod">
          <ac:chgData name="이건희" userId="0a994238-b102-4555-836f-34b53b2f3c57" providerId="ADAL" clId="{D88EA78E-1D67-4687-9ACB-7AB4DFF4BF4C}" dt="2023-08-25T11:52:35.330" v="276" actId="20577"/>
          <ac:spMkLst>
            <pc:docMk/>
            <pc:sldMk cId="1060313922" sldId="333"/>
            <ac:spMk id="5" creationId="{B7743E73-E4BE-9E7A-00A2-0E06381E0F8A}"/>
          </ac:spMkLst>
        </pc:spChg>
        <pc:spChg chg="add mod">
          <ac:chgData name="이건희" userId="0a994238-b102-4555-836f-34b53b2f3c57" providerId="ADAL" clId="{D88EA78E-1D67-4687-9ACB-7AB4DFF4BF4C}" dt="2023-08-25T11:52:27.382" v="267" actId="20577"/>
          <ac:spMkLst>
            <pc:docMk/>
            <pc:sldMk cId="1060313922" sldId="333"/>
            <ac:spMk id="6" creationId="{D6A5AECA-0562-109F-43F2-17510F925FA3}"/>
          </ac:spMkLst>
        </pc:spChg>
        <pc:spChg chg="add mod">
          <ac:chgData name="이건희" userId="0a994238-b102-4555-836f-34b53b2f3c57" providerId="ADAL" clId="{D88EA78E-1D67-4687-9ACB-7AB4DFF4BF4C}" dt="2023-08-25T11:54:40.760" v="337" actId="164"/>
          <ac:spMkLst>
            <pc:docMk/>
            <pc:sldMk cId="1060313922" sldId="333"/>
            <ac:spMk id="11" creationId="{6C679FA1-5A0D-C476-3778-B0B2451B7F8A}"/>
          </ac:spMkLst>
        </pc:spChg>
        <pc:grpChg chg="add mod">
          <ac:chgData name="이건희" userId="0a994238-b102-4555-836f-34b53b2f3c57" providerId="ADAL" clId="{D88EA78E-1D67-4687-9ACB-7AB4DFF4BF4C}" dt="2023-08-25T11:50:07.647" v="144" actId="164"/>
          <ac:grpSpMkLst>
            <pc:docMk/>
            <pc:sldMk cId="1060313922" sldId="333"/>
            <ac:grpSpMk id="9" creationId="{33549E42-AA9B-6CC5-B4C2-0CE925778926}"/>
          </ac:grpSpMkLst>
        </pc:grpChg>
        <pc:grpChg chg="mod">
          <ac:chgData name="이건희" userId="0a994238-b102-4555-836f-34b53b2f3c57" providerId="ADAL" clId="{D88EA78E-1D67-4687-9ACB-7AB4DFF4BF4C}" dt="2023-08-25T11:54:40.760" v="337" actId="164"/>
          <ac:grpSpMkLst>
            <pc:docMk/>
            <pc:sldMk cId="1060313922" sldId="333"/>
            <ac:grpSpMk id="10" creationId="{0025CBC4-A84F-3709-0530-5D71DF4019D7}"/>
          </ac:grpSpMkLst>
        </pc:grpChg>
        <pc:grpChg chg="add mod">
          <ac:chgData name="이건희" userId="0a994238-b102-4555-836f-34b53b2f3c57" providerId="ADAL" clId="{D88EA78E-1D67-4687-9ACB-7AB4DFF4BF4C}" dt="2023-08-25T11:54:40.760" v="337" actId="164"/>
          <ac:grpSpMkLst>
            <pc:docMk/>
            <pc:sldMk cId="1060313922" sldId="333"/>
            <ac:grpSpMk id="13" creationId="{7BA80C7C-60E8-6B97-73EE-2FFE31B98E41}"/>
          </ac:grpSpMkLst>
        </pc:grpChg>
        <pc:picChg chg="mod">
          <ac:chgData name="이건희" userId="0a994238-b102-4555-836f-34b53b2f3c57" providerId="ADAL" clId="{D88EA78E-1D67-4687-9ACB-7AB4DFF4BF4C}" dt="2023-08-25T11:50:07.647" v="144" actId="164"/>
          <ac:picMkLst>
            <pc:docMk/>
            <pc:sldMk cId="1060313922" sldId="333"/>
            <ac:picMk id="3" creationId="{A702ADEA-D310-2B3E-4098-5E58CA684DEB}"/>
          </ac:picMkLst>
        </pc:picChg>
        <pc:picChg chg="mod">
          <ac:chgData name="이건희" userId="0a994238-b102-4555-836f-34b53b2f3c57" providerId="ADAL" clId="{D88EA78E-1D67-4687-9ACB-7AB4DFF4BF4C}" dt="2023-08-25T11:54:32.280" v="333" actId="12789"/>
          <ac:picMkLst>
            <pc:docMk/>
            <pc:sldMk cId="1060313922" sldId="333"/>
            <ac:picMk id="7" creationId="{302068FC-D920-694E-DD86-115995EB29E2}"/>
          </ac:picMkLst>
        </pc:picChg>
        <pc:picChg chg="mod">
          <ac:chgData name="이건희" userId="0a994238-b102-4555-836f-34b53b2f3c57" providerId="ADAL" clId="{D88EA78E-1D67-4687-9ACB-7AB4DFF4BF4C}" dt="2023-08-25T11:54:32.280" v="333" actId="12789"/>
          <ac:picMkLst>
            <pc:docMk/>
            <pc:sldMk cId="1060313922" sldId="333"/>
            <ac:picMk id="8" creationId="{3963FE7E-8660-2CC7-EB6C-958F9505EBF4}"/>
          </ac:picMkLst>
        </pc:picChg>
      </pc:sldChg>
      <pc:sldChg chg="modSp mod">
        <pc:chgData name="이건희" userId="0a994238-b102-4555-836f-34b53b2f3c57" providerId="ADAL" clId="{D88EA78E-1D67-4687-9ACB-7AB4DFF4BF4C}" dt="2023-08-25T11:59:06.605" v="493" actId="20577"/>
        <pc:sldMkLst>
          <pc:docMk/>
          <pc:sldMk cId="656168274" sldId="336"/>
        </pc:sldMkLst>
        <pc:spChg chg="mod">
          <ac:chgData name="이건희" userId="0a994238-b102-4555-836f-34b53b2f3c57" providerId="ADAL" clId="{D88EA78E-1D67-4687-9ACB-7AB4DFF4BF4C}" dt="2023-08-25T11:59:06.605" v="493" actId="20577"/>
          <ac:spMkLst>
            <pc:docMk/>
            <pc:sldMk cId="656168274" sldId="336"/>
            <ac:spMk id="4" creationId="{F4A9B321-5B76-5907-EC11-97C0A015CD4A}"/>
          </ac:spMkLst>
        </pc:spChg>
      </pc:sldChg>
      <pc:sldChg chg="modSp add del mod">
        <pc:chgData name="이건희" userId="0a994238-b102-4555-836f-34b53b2f3c57" providerId="ADAL" clId="{D88EA78E-1D67-4687-9ACB-7AB4DFF4BF4C}" dt="2023-08-25T12:00:30.075" v="504" actId="47"/>
        <pc:sldMkLst>
          <pc:docMk/>
          <pc:sldMk cId="211852072" sldId="337"/>
        </pc:sldMkLst>
        <pc:picChg chg="mod modCrop">
          <ac:chgData name="이건희" userId="0a994238-b102-4555-836f-34b53b2f3c57" providerId="ADAL" clId="{D88EA78E-1D67-4687-9ACB-7AB4DFF4BF4C}" dt="2023-08-25T11:59:59.470" v="502" actId="732"/>
          <ac:picMkLst>
            <pc:docMk/>
            <pc:sldMk cId="211852072" sldId="337"/>
            <ac:picMk id="165" creationId="{3587BFD9-CBC7-77BB-EA1D-0128E8228622}"/>
          </ac:picMkLst>
        </pc:picChg>
      </pc:sldChg>
      <pc:sldChg chg="new del">
        <pc:chgData name="이건희" userId="0a994238-b102-4555-836f-34b53b2f3c57" providerId="ADAL" clId="{D88EA78E-1D67-4687-9ACB-7AB4DFF4BF4C}" dt="2023-08-25T12:09:16.041" v="507" actId="47"/>
        <pc:sldMkLst>
          <pc:docMk/>
          <pc:sldMk cId="2740229668" sldId="337"/>
        </pc:sldMkLst>
      </pc:sldChg>
      <pc:sldChg chg="addSp delSp modSp add mod">
        <pc:chgData name="이건희" userId="0a994238-b102-4555-836f-34b53b2f3c57" providerId="ADAL" clId="{D88EA78E-1D67-4687-9ACB-7AB4DFF4BF4C}" dt="2023-08-25T13:26:11.147" v="900" actId="1038"/>
        <pc:sldMkLst>
          <pc:docMk/>
          <pc:sldMk cId="3674900385" sldId="337"/>
        </pc:sldMkLst>
        <pc:spChg chg="add del mod topLvl">
          <ac:chgData name="이건희" userId="0a994238-b102-4555-836f-34b53b2f3c57" providerId="ADAL" clId="{D88EA78E-1D67-4687-9ACB-7AB4DFF4BF4C}" dt="2023-08-25T13:24:41.134" v="705" actId="478"/>
          <ac:spMkLst>
            <pc:docMk/>
            <pc:sldMk cId="3674900385" sldId="337"/>
            <ac:spMk id="3" creationId="{7AED9484-0565-D9E4-3DF9-4588E4DECAD8}"/>
          </ac:spMkLst>
        </pc:spChg>
        <pc:spChg chg="add del">
          <ac:chgData name="이건희" userId="0a994238-b102-4555-836f-34b53b2f3c57" providerId="ADAL" clId="{D88EA78E-1D67-4687-9ACB-7AB4DFF4BF4C}" dt="2023-08-25T13:23:15.710" v="688" actId="478"/>
          <ac:spMkLst>
            <pc:docMk/>
            <pc:sldMk cId="3674900385" sldId="337"/>
            <ac:spMk id="5" creationId="{FD50C6D4-F10E-AF39-EF35-0F8DFABB51F9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7" creationId="{DBB88BDE-46BF-F1F6-325F-BF22C54B67B2}"/>
          </ac:spMkLst>
        </pc:spChg>
        <pc:spChg chg="add del mod topLvl">
          <ac:chgData name="이건희" userId="0a994238-b102-4555-836f-34b53b2f3c57" providerId="ADAL" clId="{D88EA78E-1D67-4687-9ACB-7AB4DFF4BF4C}" dt="2023-08-25T13:25:26.598" v="825" actId="1038"/>
          <ac:spMkLst>
            <pc:docMk/>
            <pc:sldMk cId="3674900385" sldId="337"/>
            <ac:spMk id="8" creationId="{EC3E5FF0-D4F8-8328-82EF-1B3195DE4911}"/>
          </ac:spMkLst>
        </pc:spChg>
        <pc:spChg chg="mod ord">
          <ac:chgData name="이건희" userId="0a994238-b102-4555-836f-34b53b2f3c57" providerId="ADAL" clId="{D88EA78E-1D67-4687-9ACB-7AB4DFF4BF4C}" dt="2023-08-25T13:25:13.115" v="764" actId="1076"/>
          <ac:spMkLst>
            <pc:docMk/>
            <pc:sldMk cId="3674900385" sldId="337"/>
            <ac:spMk id="10" creationId="{1EB2F2F3-BFE6-CD11-1108-0D3681E74E00}"/>
          </ac:spMkLst>
        </pc:spChg>
        <pc:spChg chg="add del mod topLvl">
          <ac:chgData name="이건희" userId="0a994238-b102-4555-836f-34b53b2f3c57" providerId="ADAL" clId="{D88EA78E-1D67-4687-9ACB-7AB4DFF4BF4C}" dt="2023-08-25T13:22:36.525" v="679" actId="478"/>
          <ac:spMkLst>
            <pc:docMk/>
            <pc:sldMk cId="3674900385" sldId="337"/>
            <ac:spMk id="11" creationId="{290747BB-07DD-B30F-6CEB-8839A56C6C5C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2" creationId="{5E21255B-2D9C-820E-92C3-3C2E5293F1D7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3" creationId="{87B6874F-50EC-A2F5-5298-F5FF74F3162F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4" creationId="{D58C78C0-DFEE-0ADA-2095-4B2FF3641DF3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5" creationId="{4FFA8F98-8D99-CDB3-F143-7B7C255B9C53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6" creationId="{8DDEE8B4-4B3A-3CA0-1DD7-85E23F44B76A}"/>
          </ac:spMkLst>
        </pc:spChg>
        <pc:spChg chg="add del mod topLvl">
          <ac:chgData name="이건희" userId="0a994238-b102-4555-836f-34b53b2f3c57" providerId="ADAL" clId="{D88EA78E-1D67-4687-9ACB-7AB4DFF4BF4C}" dt="2023-08-25T13:23:44.840" v="691" actId="478"/>
          <ac:spMkLst>
            <pc:docMk/>
            <pc:sldMk cId="3674900385" sldId="337"/>
            <ac:spMk id="18" creationId="{853B38D3-28C2-7AC8-F2FD-08E2E049423F}"/>
          </ac:spMkLst>
        </pc:spChg>
        <pc:spChg chg="add del mod topLvl">
          <ac:chgData name="이건희" userId="0a994238-b102-4555-836f-34b53b2f3c57" providerId="ADAL" clId="{D88EA78E-1D67-4687-9ACB-7AB4DFF4BF4C}" dt="2023-08-25T13:24:50.072" v="710" actId="478"/>
          <ac:spMkLst>
            <pc:docMk/>
            <pc:sldMk cId="3674900385" sldId="337"/>
            <ac:spMk id="19" creationId="{4406B915-8FAD-5DA7-7EE5-E42639535FD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" creationId="{0961231F-9DB6-F664-302B-C7E42420069F}"/>
          </ac:spMkLst>
        </pc:spChg>
        <pc:spChg chg="add del mod topLvl">
          <ac:chgData name="이건희" userId="0a994238-b102-4555-836f-34b53b2f3c57" providerId="ADAL" clId="{D88EA78E-1D67-4687-9ACB-7AB4DFF4BF4C}" dt="2023-08-25T13:25:26.598" v="825" actId="1038"/>
          <ac:spMkLst>
            <pc:docMk/>
            <pc:sldMk cId="3674900385" sldId="337"/>
            <ac:spMk id="21" creationId="{AEB74A10-9911-6D74-6AD7-94572D72A0E6}"/>
          </ac:spMkLst>
        </pc:spChg>
        <pc:spChg chg="add del mod topLvl">
          <ac:chgData name="이건희" userId="0a994238-b102-4555-836f-34b53b2f3c57" providerId="ADAL" clId="{D88EA78E-1D67-4687-9ACB-7AB4DFF4BF4C}" dt="2023-08-25T13:26:11.147" v="900" actId="1038"/>
          <ac:spMkLst>
            <pc:docMk/>
            <pc:sldMk cId="3674900385" sldId="337"/>
            <ac:spMk id="22" creationId="{2D00D872-9FA7-1282-4706-3AE9A44107E8}"/>
          </ac:spMkLst>
        </pc:spChg>
        <pc:spChg chg="add del mod topLvl">
          <ac:chgData name="이건희" userId="0a994238-b102-4555-836f-34b53b2f3c57" providerId="ADAL" clId="{D88EA78E-1D67-4687-9ACB-7AB4DFF4BF4C}" dt="2023-08-25T13:26:00.884" v="864" actId="478"/>
          <ac:spMkLst>
            <pc:docMk/>
            <pc:sldMk cId="3674900385" sldId="337"/>
            <ac:spMk id="23" creationId="{99D2A555-3AE2-D16F-33A1-5A625E702700}"/>
          </ac:spMkLst>
        </pc:spChg>
        <pc:spChg chg="add del mod topLvl">
          <ac:chgData name="이건희" userId="0a994238-b102-4555-836f-34b53b2f3c57" providerId="ADAL" clId="{D88EA78E-1D67-4687-9ACB-7AB4DFF4BF4C}" dt="2023-08-25T13:26:07.942" v="869" actId="14100"/>
          <ac:spMkLst>
            <pc:docMk/>
            <pc:sldMk cId="3674900385" sldId="337"/>
            <ac:spMk id="24" creationId="{F2B6B52B-8F2C-E31C-56C6-D2C3A9A5B69D}"/>
          </ac:spMkLst>
        </pc:spChg>
        <pc:spChg chg="add del mod topLvl">
          <ac:chgData name="이건희" userId="0a994238-b102-4555-836f-34b53b2f3c57" providerId="ADAL" clId="{D88EA78E-1D67-4687-9ACB-7AB4DFF4BF4C}" dt="2023-08-25T13:25:26.598" v="825" actId="1038"/>
          <ac:spMkLst>
            <pc:docMk/>
            <pc:sldMk cId="3674900385" sldId="337"/>
            <ac:spMk id="25" creationId="{9E56D123-8902-4B89-87E3-802A5CF49CE8}"/>
          </ac:spMkLst>
        </pc:spChg>
        <pc:spChg chg="add del mod topLvl">
          <ac:chgData name="이건희" userId="0a994238-b102-4555-836f-34b53b2f3c57" providerId="ADAL" clId="{D88EA78E-1D67-4687-9ACB-7AB4DFF4BF4C}" dt="2023-08-25T13:25:26.598" v="825" actId="1038"/>
          <ac:spMkLst>
            <pc:docMk/>
            <pc:sldMk cId="3674900385" sldId="337"/>
            <ac:spMk id="26" creationId="{D16B475F-0068-A090-BB4B-3D34AB087C98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7" creationId="{FE7E0AA7-B251-5A4D-6426-E83F8408EE50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8" creationId="{356F5DF5-C4C0-44FF-F47E-31BE93C0EE1D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9" creationId="{75B4E295-6C10-6778-C6DD-F09E4D8A3E2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30" creationId="{C19CCDDB-F5DF-7118-F10E-470FB5CF01F8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31" creationId="{556758DC-27EA-D33F-3265-7BB0B99D153A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32" creationId="{F7D2874A-6799-45F0-CFC2-548561D30690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33" creationId="{4186BAA7-98C4-5061-9E3D-2A3199C802E0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34" creationId="{10A12F65-A652-41D3-6E61-2F01955966FD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35" creationId="{17B2993C-5387-D744-A31D-2CDFED90CA90}"/>
          </ac:spMkLst>
        </pc:spChg>
        <pc:spChg chg="add del mod topLvl">
          <ac:chgData name="이건희" userId="0a994238-b102-4555-836f-34b53b2f3c57" providerId="ADAL" clId="{D88EA78E-1D67-4687-9ACB-7AB4DFF4BF4C}" dt="2023-08-25T13:24:36.295" v="703" actId="478"/>
          <ac:spMkLst>
            <pc:docMk/>
            <pc:sldMk cId="3674900385" sldId="337"/>
            <ac:spMk id="36" creationId="{8B6A7CD5-E31F-3FFF-3C4D-8E9184BADD04}"/>
          </ac:spMkLst>
        </pc:spChg>
        <pc:spChg chg="add del mod topLvl">
          <ac:chgData name="이건희" userId="0a994238-b102-4555-836f-34b53b2f3c57" providerId="ADAL" clId="{D88EA78E-1D67-4687-9ACB-7AB4DFF4BF4C}" dt="2023-08-25T13:24:45.783" v="707" actId="478"/>
          <ac:spMkLst>
            <pc:docMk/>
            <pc:sldMk cId="3674900385" sldId="337"/>
            <ac:spMk id="37" creationId="{02024E39-241B-F931-6496-DD17FF4E558C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39" creationId="{EF85AA8A-8BE8-0E9B-82A1-79A61A3E0C46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40" creationId="{6C1B1CDE-C0A6-0F31-416E-7B618C683D67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41" creationId="{59E5F293-A097-0867-6028-4959AC8026E4}"/>
          </ac:spMkLst>
        </pc:spChg>
        <pc:spChg chg="add del mod topLvl">
          <ac:chgData name="이건희" userId="0a994238-b102-4555-836f-34b53b2f3c57" providerId="ADAL" clId="{D88EA78E-1D67-4687-9ACB-7AB4DFF4BF4C}" dt="2023-08-25T13:24:37.967" v="704" actId="478"/>
          <ac:spMkLst>
            <pc:docMk/>
            <pc:sldMk cId="3674900385" sldId="337"/>
            <ac:spMk id="42" creationId="{29880B83-CFC4-E78E-4BE1-4E3F9D70A89F}"/>
          </ac:spMkLst>
        </pc:spChg>
        <pc:spChg chg="add del mod topLvl">
          <ac:chgData name="이건희" userId="0a994238-b102-4555-836f-34b53b2f3c57" providerId="ADAL" clId="{D88EA78E-1D67-4687-9ACB-7AB4DFF4BF4C}" dt="2023-08-25T13:24:51.607" v="711" actId="478"/>
          <ac:spMkLst>
            <pc:docMk/>
            <pc:sldMk cId="3674900385" sldId="337"/>
            <ac:spMk id="43" creationId="{8DF1FB32-5B3D-87E7-B751-81D504865A85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44" creationId="{6475BF91-CCAC-075F-5F49-9BBB4FFB8A86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45" creationId="{CA7004B9-B9EC-330D-B77A-E0CA1D9834CF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46" creationId="{5557086F-DC50-ED6D-6A85-5A878BC564F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47" creationId="{7754EC7D-D272-4173-D970-053CF2528B4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48" creationId="{0E581BDA-E03E-A51D-610B-B059631F9B82}"/>
          </ac:spMkLst>
        </pc:spChg>
        <pc:spChg chg="add del mod topLvl">
          <ac:chgData name="이건희" userId="0a994238-b102-4555-836f-34b53b2f3c57" providerId="ADAL" clId="{D88EA78E-1D67-4687-9ACB-7AB4DFF4BF4C}" dt="2023-08-25T13:25:26.598" v="825" actId="1038"/>
          <ac:spMkLst>
            <pc:docMk/>
            <pc:sldMk cId="3674900385" sldId="337"/>
            <ac:spMk id="49" creationId="{1F7D9A92-5666-0522-5562-210EB9C1EBDD}"/>
          </ac:spMkLst>
        </pc:spChg>
        <pc:spChg chg="add del mod topLvl">
          <ac:chgData name="이건희" userId="0a994238-b102-4555-836f-34b53b2f3c57" providerId="ADAL" clId="{D88EA78E-1D67-4687-9ACB-7AB4DFF4BF4C}" dt="2023-08-25T13:25:26.598" v="825" actId="1038"/>
          <ac:spMkLst>
            <pc:docMk/>
            <pc:sldMk cId="3674900385" sldId="337"/>
            <ac:spMk id="50" creationId="{138C922D-BB0B-2222-B95E-708F85E626AE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51" creationId="{D5B5F2D5-5195-705E-6468-046E7BC0CE6F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52" creationId="{8FD1696E-3544-A6B2-5C20-C49D9A658F8E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53" creationId="{65405759-657A-14BD-E8AD-B6F75559C34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55" creationId="{22A1C59F-E4E1-BDC9-3F11-6E0A4199C2A7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56" creationId="{4127F5BF-F9AF-54F7-73C9-2ECCC78C9A3F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57" creationId="{6691944C-D54D-C9F5-E825-36CC73C7C6C9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58" creationId="{0C25955B-688A-41C2-4C23-21ABB2DBEEFE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59" creationId="{DAD8C793-E18B-F816-A856-86DDA91FE76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60" creationId="{2CDB5D6A-D68F-4D68-F73E-73F2349062F1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61" creationId="{C8EFC601-BB65-3667-53F0-B6212DD103BC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62" creationId="{B5E9DFAB-BA3C-2DCE-8C55-B6EBD3616FF6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63" creationId="{07F5D3D3-71AB-E9C1-5B70-BE7516425859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28" creationId="{E0339866-CF19-0779-8838-080748E2C4A2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29" creationId="{FFECC5F9-9A88-342D-E285-1CB28DDA3686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30" creationId="{4F5C311D-AD79-A6F6-DF2F-48D301D91FD1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31" creationId="{69DCBC10-2EED-1B9F-4F1A-180030D719C6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32" creationId="{C7E27EDA-35EC-50BD-93BC-E8CEEEC62686}"/>
          </ac:spMkLst>
        </pc:spChg>
        <pc:spChg chg="add del mod topLvl">
          <ac:chgData name="이건희" userId="0a994238-b102-4555-836f-34b53b2f3c57" providerId="ADAL" clId="{D88EA78E-1D67-4687-9ACB-7AB4DFF4BF4C}" dt="2023-08-25T13:24:47.223" v="708" actId="478"/>
          <ac:spMkLst>
            <pc:docMk/>
            <pc:sldMk cId="3674900385" sldId="337"/>
            <ac:spMk id="133" creationId="{0F02FF17-2767-358D-3A44-D0CCDCEF03A7}"/>
          </ac:spMkLst>
        </pc:spChg>
        <pc:spChg chg="add del mod topLvl">
          <ac:chgData name="이건희" userId="0a994238-b102-4555-836f-34b53b2f3c57" providerId="ADAL" clId="{D88EA78E-1D67-4687-9ACB-7AB4DFF4BF4C}" dt="2023-08-25T13:24:48.576" v="709" actId="478"/>
          <ac:spMkLst>
            <pc:docMk/>
            <pc:sldMk cId="3674900385" sldId="337"/>
            <ac:spMk id="134" creationId="{EDD139A6-24EC-C628-CEFE-8601BA8C98D1}"/>
          </ac:spMkLst>
        </pc:spChg>
        <pc:spChg chg="mod">
          <ac:chgData name="이건희" userId="0a994238-b102-4555-836f-34b53b2f3c57" providerId="ADAL" clId="{D88EA78E-1D67-4687-9ACB-7AB4DFF4BF4C}" dt="2023-08-25T13:20:58.129" v="588" actId="165"/>
          <ac:spMkLst>
            <pc:docMk/>
            <pc:sldMk cId="3674900385" sldId="337"/>
            <ac:spMk id="136" creationId="{7E075724-8028-BFD6-0D55-B34AB657672A}"/>
          </ac:spMkLst>
        </pc:spChg>
        <pc:spChg chg="mod">
          <ac:chgData name="이건희" userId="0a994238-b102-4555-836f-34b53b2f3c57" providerId="ADAL" clId="{D88EA78E-1D67-4687-9ACB-7AB4DFF4BF4C}" dt="2023-08-25T13:20:58.129" v="588" actId="165"/>
          <ac:spMkLst>
            <pc:docMk/>
            <pc:sldMk cId="3674900385" sldId="337"/>
            <ac:spMk id="137" creationId="{03631EC2-8EA5-E819-AFAB-E1E0F86FA69C}"/>
          </ac:spMkLst>
        </pc:spChg>
        <pc:spChg chg="add del mod topLvl">
          <ac:chgData name="이건희" userId="0a994238-b102-4555-836f-34b53b2f3c57" providerId="ADAL" clId="{D88EA78E-1D67-4687-9ACB-7AB4DFF4BF4C}" dt="2023-08-25T13:22:16.596" v="671" actId="478"/>
          <ac:spMkLst>
            <pc:docMk/>
            <pc:sldMk cId="3674900385" sldId="337"/>
            <ac:spMk id="138" creationId="{6D368CAD-3D63-53B9-299B-63E78A84725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39" creationId="{E9A81652-D00C-FE58-658F-5BBCBE23579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41" creationId="{7C9F8B2B-69A9-7C9C-5D3D-361654A2568F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42" creationId="{E3F1CDF8-34E5-09DB-65B0-E0A87F07123C}"/>
          </ac:spMkLst>
        </pc:spChg>
        <pc:spChg chg="add del mod topLvl">
          <ac:chgData name="이건희" userId="0a994238-b102-4555-836f-34b53b2f3c57" providerId="ADAL" clId="{D88EA78E-1D67-4687-9ACB-7AB4DFF4BF4C}" dt="2023-08-25T13:23:46.766" v="692" actId="478"/>
          <ac:spMkLst>
            <pc:docMk/>
            <pc:sldMk cId="3674900385" sldId="337"/>
            <ac:spMk id="143" creationId="{7155A8DC-9938-1D61-8853-D9C739D7D4BB}"/>
          </ac:spMkLst>
        </pc:spChg>
        <pc:spChg chg="add del mod topLvl">
          <ac:chgData name="이건희" userId="0a994238-b102-4555-836f-34b53b2f3c57" providerId="ADAL" clId="{D88EA78E-1D67-4687-9ACB-7AB4DFF4BF4C}" dt="2023-08-25T13:23:52.678" v="695" actId="478"/>
          <ac:spMkLst>
            <pc:docMk/>
            <pc:sldMk cId="3674900385" sldId="337"/>
            <ac:spMk id="144" creationId="{03277424-28B7-8F74-9A45-45F94B4124D8}"/>
          </ac:spMkLst>
        </pc:spChg>
        <pc:spChg chg="add del mod topLvl">
          <ac:chgData name="이건희" userId="0a994238-b102-4555-836f-34b53b2f3c57" providerId="ADAL" clId="{D88EA78E-1D67-4687-9ACB-7AB4DFF4BF4C}" dt="2023-08-25T13:23:54.448" v="696" actId="478"/>
          <ac:spMkLst>
            <pc:docMk/>
            <pc:sldMk cId="3674900385" sldId="337"/>
            <ac:spMk id="145" creationId="{771613A0-F93A-A0F7-FC70-843BD16A5511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46" creationId="{B505D06F-DD00-C8D7-71F8-6C39A184A36C}"/>
          </ac:spMkLst>
        </pc:spChg>
        <pc:spChg chg="add del mod topLvl">
          <ac:chgData name="이건희" userId="0a994238-b102-4555-836f-34b53b2f3c57" providerId="ADAL" clId="{D88EA78E-1D67-4687-9ACB-7AB4DFF4BF4C}" dt="2023-08-25T13:25:57.892" v="863" actId="478"/>
          <ac:spMkLst>
            <pc:docMk/>
            <pc:sldMk cId="3674900385" sldId="337"/>
            <ac:spMk id="147" creationId="{7A9618AA-6D07-C535-C472-39963B2D44FD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48" creationId="{802FA8C5-E66C-240B-B131-214A7A71104C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49" creationId="{A1FDA25B-A213-D445-53DC-669C4E4B4689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50" creationId="{139C49C9-DF27-D519-7346-79E7857CE161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51" creationId="{8ED7F39C-AFFD-FBE7-FB22-2C4B87814B65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52" creationId="{8D309638-FD84-FE19-C379-D69DC463AD61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53" creationId="{3C541A47-30B3-9119-ED8B-D28137AC1E72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54" creationId="{78B56665-A22F-F04C-5490-B02D146D0252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55" creationId="{3F185B88-B42C-C95D-394D-6E0553B39330}"/>
          </ac:spMkLst>
        </pc:spChg>
        <pc:spChg chg="mod">
          <ac:chgData name="이건희" userId="0a994238-b102-4555-836f-34b53b2f3c57" providerId="ADAL" clId="{D88EA78E-1D67-4687-9ACB-7AB4DFF4BF4C}" dt="2023-08-25T13:20:58.129" v="588" actId="165"/>
          <ac:spMkLst>
            <pc:docMk/>
            <pc:sldMk cId="3674900385" sldId="337"/>
            <ac:spMk id="157" creationId="{87C4F093-CA37-B176-6158-91E6957B174D}"/>
          </ac:spMkLst>
        </pc:spChg>
        <pc:spChg chg="mod">
          <ac:chgData name="이건희" userId="0a994238-b102-4555-836f-34b53b2f3c57" providerId="ADAL" clId="{D88EA78E-1D67-4687-9ACB-7AB4DFF4BF4C}" dt="2023-08-25T13:20:58.129" v="588" actId="165"/>
          <ac:spMkLst>
            <pc:docMk/>
            <pc:sldMk cId="3674900385" sldId="337"/>
            <ac:spMk id="158" creationId="{FE976D6F-BAA3-470F-E897-2F4B74B96BD5}"/>
          </ac:spMkLst>
        </pc:spChg>
        <pc:spChg chg="add del mod topLvl">
          <ac:chgData name="이건희" userId="0a994238-b102-4555-836f-34b53b2f3c57" providerId="ADAL" clId="{D88EA78E-1D67-4687-9ACB-7AB4DFF4BF4C}" dt="2023-08-25T13:22:18.437" v="672" actId="478"/>
          <ac:spMkLst>
            <pc:docMk/>
            <pc:sldMk cId="3674900385" sldId="337"/>
            <ac:spMk id="159" creationId="{78FF4627-DC1C-A54C-8080-B1D699899464}"/>
          </ac:spMkLst>
        </pc:spChg>
        <pc:spChg chg="add del mod topLvl">
          <ac:chgData name="이건희" userId="0a994238-b102-4555-836f-34b53b2f3c57" providerId="ADAL" clId="{D88EA78E-1D67-4687-9ACB-7AB4DFF4BF4C}" dt="2023-08-25T13:22:19.388" v="673" actId="478"/>
          <ac:spMkLst>
            <pc:docMk/>
            <pc:sldMk cId="3674900385" sldId="337"/>
            <ac:spMk id="160" creationId="{5012F406-D0EF-D7E9-4DBC-60752FDC9F65}"/>
          </ac:spMkLst>
        </pc:spChg>
        <pc:spChg chg="add del mod topLvl">
          <ac:chgData name="이건희" userId="0a994238-b102-4555-836f-34b53b2f3c57" providerId="ADAL" clId="{D88EA78E-1D67-4687-9ACB-7AB4DFF4BF4C}" dt="2023-08-25T13:23:51.182" v="694" actId="478"/>
          <ac:spMkLst>
            <pc:docMk/>
            <pc:sldMk cId="3674900385" sldId="337"/>
            <ac:spMk id="161" creationId="{C7EA9943-4DBA-C763-3C8D-0785F8406DB4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62" creationId="{4F27482E-66B5-15C7-F8D5-867C7990B532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63" creationId="{F109E23A-7398-E92C-EE1D-18B1169E6AA0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64" creationId="{E0EAA638-8CC1-7405-6D6B-E73C879EC849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66" creationId="{20766CC7-2CA3-7BA4-41FB-4E323CE869A8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67" creationId="{F555F53E-5183-5644-8A85-887B4B8EB39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68" creationId="{2AFB613B-FD38-9EC4-3A0E-1512D3C0F243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0" creationId="{F2C7A4FD-4C21-6190-2B2B-EF8070110572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1" creationId="{82D0DCCC-6863-5117-9FB2-C5BCA5F49E5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2" creationId="{D26E5AE6-6208-A0BC-F73A-5DDF1FEBD3FD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3" creationId="{45F57C4C-944A-E406-107A-D43E845ED164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4" creationId="{78C77044-1B22-7572-6232-45AF68911D35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5" creationId="{63EA3E49-66F0-DAD4-FCAB-F1FBA47E170E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6" creationId="{FBB24C83-57FC-A8C4-B96D-AF9FA966BC0D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7" creationId="{CA9582F3-4043-D783-7AFC-4B2F0E6D473D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78" creationId="{F0348251-74AC-5A73-F25F-363BE24280BF}"/>
          </ac:spMkLst>
        </pc:spChg>
        <pc:spChg chg="add del mod topLvl">
          <ac:chgData name="이건희" userId="0a994238-b102-4555-836f-34b53b2f3c57" providerId="ADAL" clId="{D88EA78E-1D67-4687-9ACB-7AB4DFF4BF4C}" dt="2023-08-25T13:22:22.860" v="675" actId="478"/>
          <ac:spMkLst>
            <pc:docMk/>
            <pc:sldMk cId="3674900385" sldId="337"/>
            <ac:spMk id="179" creationId="{CD92AEB9-81E8-620A-8089-26D7B9CEA56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80" creationId="{235E226E-6B3B-52C7-76C8-B50CFDBFDF3E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81" creationId="{41D860DC-F5DB-2A11-1FF1-1DD63C70E13F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82" creationId="{3F8482D4-016E-1366-E102-2772278402F1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86" creationId="{B3B3E548-F80F-DDD3-EF56-F223BB282E43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87" creationId="{D7E7ED54-4801-7898-1DBD-A28F2F657056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88" creationId="{FE5F3735-B478-0168-5601-4F4750D03F09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89" creationId="{09FFD50A-55BD-266E-19C9-F0B5161940D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90" creationId="{28FBB19F-2814-7649-8D35-2A080C3FEB82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91" creationId="{5812A839-FCBE-DD2D-45FF-8C7E4FD06DAB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92" creationId="{E5887000-1675-4CCA-0A18-55C2AFAD4B2A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93" creationId="{0FF942FA-64FA-7F1C-1826-905269543C30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94" creationId="{50742D16-8FBB-BEBF-7F38-A065EF048216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98" creationId="{251508BA-E079-CDB0-CAE0-E55119AA3268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199" creationId="{E5E4F522-8F7C-2DDF-1EEE-DEC1BEB2320C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0" creationId="{0E74EE3E-47FF-CF58-4142-488794A048DD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1" creationId="{3EB65DDB-D622-AF68-5CEF-4E596399446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2" creationId="{E1BE47C6-A6C1-0625-2FE2-7A8125DDAEC1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3" creationId="{8CB434A9-5976-0135-A1B3-06DFB8937858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4" creationId="{B0144CE7-FFAC-06AA-2D88-4A942108768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5" creationId="{37FF0E92-D114-601C-6BFD-FF0D3B470564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6" creationId="{E464096B-4242-470A-6093-CC47FF0B9FC5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7" creationId="{56461FB0-D8C0-694E-C775-61EF8DF444C8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8" creationId="{B8DF9867-C8A7-0303-2D8D-D0016747E3F1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09" creationId="{8C1FF486-924B-9A59-DF1F-27E4687D0D7A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10" creationId="{487ADB4F-DC12-9132-7612-799D93004478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12" creationId="{F08BF9AD-B693-9CBD-FAA4-246D891B0385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13" creationId="{F8D11C5C-BF9A-CA50-D42E-CDDC7E202C00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14" creationId="{81F6453D-691F-179E-B2F9-1C73FF9FFBD3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15" creationId="{0E9EF36D-AA23-8C86-C32E-FE9A5F335F98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17" creationId="{AC332E1C-87CC-59FF-5484-F45B6B99F5F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19" creationId="{97A4CA17-BDA4-0C8F-0DC9-D2457513471A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20" creationId="{0115CEBB-F641-74D8-63A7-276C9AB1BF6A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21" creationId="{7E3970F1-A22E-FF2F-9078-8C259430AF49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22" creationId="{8A7FF3D6-E41D-50D4-FC90-1B316765E4F2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23" creationId="{3EC82244-C52C-4A56-7628-0C95A054C5B1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25" creationId="{6B9A59FA-16BE-C19E-D002-B9268758B5E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26" creationId="{9D79BDE5-B1D5-6F00-50E3-0E9191528406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28" creationId="{A5D1E8B8-D4CD-A12F-5425-0564F15B3BE0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29" creationId="{08C60F9B-D120-B2AD-C8F1-BE5EACC6DB36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30" creationId="{3E8DACCE-FB14-F697-9790-A08050A262EC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31" creationId="{D62B8D70-0210-381D-A9A5-3103EC350610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32" creationId="{FD48F2D3-E19C-5A2B-30E5-D46E6C8B3F2B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33" creationId="{E859CF74-ABF8-23E6-2820-262A182F1591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34" creationId="{CF468F87-C577-1B31-2663-2171A9D8E542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35" creationId="{EF2EE212-74CB-96B3-8C27-3EA3C237CE02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36" creationId="{506F6D80-9BDD-B928-CC87-DABCFABFF68E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37" creationId="{B054C323-27C6-11C2-6B4C-C66CC2C7FAA9}"/>
          </ac:spMkLst>
        </pc:spChg>
        <pc:spChg chg="add del mod topLvl">
          <ac:chgData name="이건희" userId="0a994238-b102-4555-836f-34b53b2f3c57" providerId="ADAL" clId="{D88EA78E-1D67-4687-9ACB-7AB4DFF4BF4C}" dt="2023-08-25T13:21:12.636" v="595" actId="478"/>
          <ac:spMkLst>
            <pc:docMk/>
            <pc:sldMk cId="3674900385" sldId="337"/>
            <ac:spMk id="239" creationId="{79E388E2-51A4-198E-8B9C-EFC034D0F6AF}"/>
          </ac:spMkLst>
        </pc:spChg>
        <pc:spChg chg="add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40" creationId="{822BF565-8297-C2D6-7B5E-D3160562BB8E}"/>
          </ac:spMkLst>
        </pc:spChg>
        <pc:spChg chg="add del mod topLvl">
          <ac:chgData name="이건희" userId="0a994238-b102-4555-836f-34b53b2f3c57" providerId="ADAL" clId="{D88EA78E-1D67-4687-9ACB-7AB4DFF4BF4C}" dt="2023-08-25T13:21:08.308" v="594" actId="478"/>
          <ac:spMkLst>
            <pc:docMk/>
            <pc:sldMk cId="3674900385" sldId="337"/>
            <ac:spMk id="241" creationId="{C410F9D0-292C-C9BD-525F-7E46A7D69B8A}"/>
          </ac:spMkLst>
        </pc:spChg>
        <pc:spChg chg="add del mod topLvl">
          <ac:chgData name="이건희" userId="0a994238-b102-4555-836f-34b53b2f3c57" providerId="ADAL" clId="{D88EA78E-1D67-4687-9ACB-7AB4DFF4BF4C}" dt="2023-08-25T13:21:12.636" v="595" actId="478"/>
          <ac:spMkLst>
            <pc:docMk/>
            <pc:sldMk cId="3674900385" sldId="337"/>
            <ac:spMk id="242" creationId="{A0862446-FF6B-A1BA-2BFF-FA1203D0E9B7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43" creationId="{B9769E68-CAF4-9EAE-D586-FCE56536F339}"/>
          </ac:spMkLst>
        </pc:spChg>
        <pc:spChg chg="add del mod topLvl">
          <ac:chgData name="이건희" userId="0a994238-b102-4555-836f-34b53b2f3c57" providerId="ADAL" clId="{D88EA78E-1D67-4687-9ACB-7AB4DFF4BF4C}" dt="2023-08-25T13:21:07.277" v="593" actId="478"/>
          <ac:spMkLst>
            <pc:docMk/>
            <pc:sldMk cId="3674900385" sldId="337"/>
            <ac:spMk id="244" creationId="{DD985DD3-4A56-15F3-0E19-2A942A6BBEE6}"/>
          </ac:spMkLst>
        </pc:spChg>
        <pc:spChg chg="add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45" creationId="{1495D0E8-A8FD-3C2F-FFC3-A904D8FF3513}"/>
          </ac:spMkLst>
        </pc:spChg>
        <pc:spChg chg="add del mod topLvl">
          <ac:chgData name="이건희" userId="0a994238-b102-4555-836f-34b53b2f3c57" providerId="ADAL" clId="{D88EA78E-1D67-4687-9ACB-7AB4DFF4BF4C}" dt="2023-08-25T13:21:12.636" v="595" actId="478"/>
          <ac:spMkLst>
            <pc:docMk/>
            <pc:sldMk cId="3674900385" sldId="337"/>
            <ac:spMk id="249" creationId="{6D51F111-6C19-88C9-CCA0-3556F4086294}"/>
          </ac:spMkLst>
        </pc:spChg>
        <pc:spChg chg="mod">
          <ac:chgData name="이건희" userId="0a994238-b102-4555-836f-34b53b2f3c57" providerId="ADAL" clId="{D88EA78E-1D67-4687-9ACB-7AB4DFF4BF4C}" dt="2023-08-25T13:20:58.129" v="588" actId="165"/>
          <ac:spMkLst>
            <pc:docMk/>
            <pc:sldMk cId="3674900385" sldId="337"/>
            <ac:spMk id="251" creationId="{922DD0C7-3624-14AB-10A1-5601E13F8545}"/>
          </ac:spMkLst>
        </pc:spChg>
        <pc:spChg chg="mod">
          <ac:chgData name="이건희" userId="0a994238-b102-4555-836f-34b53b2f3c57" providerId="ADAL" clId="{D88EA78E-1D67-4687-9ACB-7AB4DFF4BF4C}" dt="2023-08-25T13:20:58.129" v="588" actId="165"/>
          <ac:spMkLst>
            <pc:docMk/>
            <pc:sldMk cId="3674900385" sldId="337"/>
            <ac:spMk id="252" creationId="{6ADBCDEA-64E0-2222-774E-2E4FFE628CA0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54" creationId="{6C2DA53A-A656-7CEE-B9A0-FA853F800CA4}"/>
          </ac:spMkLst>
        </pc:spChg>
        <pc:spChg chg="mod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55" creationId="{10879A67-9C61-C454-4AF8-8241607459DE}"/>
          </ac:spMkLst>
        </pc:spChg>
        <pc:spChg chg="add del mod topLvl">
          <ac:chgData name="이건희" userId="0a994238-b102-4555-836f-34b53b2f3c57" providerId="ADAL" clId="{D88EA78E-1D67-4687-9ACB-7AB4DFF4BF4C}" dt="2023-08-25T13:21:12.636" v="595" actId="478"/>
          <ac:spMkLst>
            <pc:docMk/>
            <pc:sldMk cId="3674900385" sldId="337"/>
            <ac:spMk id="256" creationId="{F16E4DD9-2ED1-8C14-9944-BAA03FF33F7D}"/>
          </ac:spMkLst>
        </pc:spChg>
        <pc:spChg chg="add del mod topLvl">
          <ac:chgData name="이건희" userId="0a994238-b102-4555-836f-34b53b2f3c57" providerId="ADAL" clId="{D88EA78E-1D67-4687-9ACB-7AB4DFF4BF4C}" dt="2023-08-25T13:21:12.636" v="595" actId="478"/>
          <ac:spMkLst>
            <pc:docMk/>
            <pc:sldMk cId="3674900385" sldId="337"/>
            <ac:spMk id="260" creationId="{C247787A-78E4-0831-943C-BF5420657D9C}"/>
          </ac:spMkLst>
        </pc:spChg>
        <pc:spChg chg="add del mod topLvl">
          <ac:chgData name="이건희" userId="0a994238-b102-4555-836f-34b53b2f3c57" providerId="ADAL" clId="{D88EA78E-1D67-4687-9ACB-7AB4DFF4BF4C}" dt="2023-08-25T13:21:14.508" v="596" actId="478"/>
          <ac:spMkLst>
            <pc:docMk/>
            <pc:sldMk cId="3674900385" sldId="337"/>
            <ac:spMk id="261" creationId="{7A563002-FBF3-3D60-6CF7-E3A8F5A19561}"/>
          </ac:spMkLst>
        </pc:spChg>
        <pc:spChg chg="add del mod topLvl">
          <ac:chgData name="이건희" userId="0a994238-b102-4555-836f-34b53b2f3c57" providerId="ADAL" clId="{D88EA78E-1D67-4687-9ACB-7AB4DFF4BF4C}" dt="2023-08-25T13:21:12.636" v="595" actId="478"/>
          <ac:spMkLst>
            <pc:docMk/>
            <pc:sldMk cId="3674900385" sldId="337"/>
            <ac:spMk id="262" creationId="{1EC8B348-B541-B32A-7419-8D31E23271A1}"/>
          </ac:spMkLst>
        </pc:spChg>
        <pc:spChg chg="add del mod topLvl">
          <ac:chgData name="이건희" userId="0a994238-b102-4555-836f-34b53b2f3c57" providerId="ADAL" clId="{D88EA78E-1D67-4687-9ACB-7AB4DFF4BF4C}" dt="2023-08-25T13:21:12.636" v="595" actId="478"/>
          <ac:spMkLst>
            <pc:docMk/>
            <pc:sldMk cId="3674900385" sldId="337"/>
            <ac:spMk id="264" creationId="{B43943F1-7702-24F0-2640-92BD450B2E55}"/>
          </ac:spMkLst>
        </pc:spChg>
        <pc:spChg chg="add del mod topLvl">
          <ac:chgData name="이건희" userId="0a994238-b102-4555-836f-34b53b2f3c57" providerId="ADAL" clId="{D88EA78E-1D67-4687-9ACB-7AB4DFF4BF4C}" dt="2023-08-25T13:21:03.940" v="590" actId="478"/>
          <ac:spMkLst>
            <pc:docMk/>
            <pc:sldMk cId="3674900385" sldId="337"/>
            <ac:spMk id="265" creationId="{E6896452-6A3B-2177-E218-845D2E9C043B}"/>
          </ac:spMkLst>
        </pc:spChg>
        <pc:spChg chg="add del mod topLvl">
          <ac:chgData name="이건희" userId="0a994238-b102-4555-836f-34b53b2f3c57" providerId="ADAL" clId="{D88EA78E-1D67-4687-9ACB-7AB4DFF4BF4C}" dt="2023-08-25T13:21:04.892" v="591" actId="478"/>
          <ac:spMkLst>
            <pc:docMk/>
            <pc:sldMk cId="3674900385" sldId="337"/>
            <ac:spMk id="266" creationId="{90C658E2-0488-1264-F03A-A00E60DDA843}"/>
          </ac:spMkLst>
        </pc:spChg>
        <pc:spChg chg="add del mod topLvl">
          <ac:chgData name="이건희" userId="0a994238-b102-4555-836f-34b53b2f3c57" providerId="ADAL" clId="{D88EA78E-1D67-4687-9ACB-7AB4DFF4BF4C}" dt="2023-08-25T13:21:06.292" v="592" actId="478"/>
          <ac:spMkLst>
            <pc:docMk/>
            <pc:sldMk cId="3674900385" sldId="337"/>
            <ac:spMk id="267" creationId="{3D23A6BE-2FED-E33D-9B2B-D0C71C6062D4}"/>
          </ac:spMkLst>
        </pc:spChg>
        <pc:spChg chg="add del mod topLvl">
          <ac:chgData name="이건희" userId="0a994238-b102-4555-836f-34b53b2f3c57" providerId="ADAL" clId="{D88EA78E-1D67-4687-9ACB-7AB4DFF4BF4C}" dt="2023-08-25T13:22:41.669" v="681" actId="478"/>
          <ac:spMkLst>
            <pc:docMk/>
            <pc:sldMk cId="3674900385" sldId="337"/>
            <ac:spMk id="269" creationId="{9EA57234-D33C-70ED-8408-727EEECCB264}"/>
          </ac:spMkLst>
        </pc:spChg>
        <pc:spChg chg="add del mod topLvl">
          <ac:chgData name="이건희" userId="0a994238-b102-4555-836f-34b53b2f3c57" providerId="ADAL" clId="{D88EA78E-1D67-4687-9ACB-7AB4DFF4BF4C}" dt="2023-08-25T13:22:23.845" v="676" actId="478"/>
          <ac:spMkLst>
            <pc:docMk/>
            <pc:sldMk cId="3674900385" sldId="337"/>
            <ac:spMk id="270" creationId="{454A8AEB-89AE-1607-B516-41C594C86551}"/>
          </ac:spMkLst>
        </pc:spChg>
        <pc:spChg chg="add del mod topLvl">
          <ac:chgData name="이건희" userId="0a994238-b102-4555-836f-34b53b2f3c57" providerId="ADAL" clId="{D88EA78E-1D67-4687-9ACB-7AB4DFF4BF4C}" dt="2023-08-25T13:22:26.229" v="677" actId="478"/>
          <ac:spMkLst>
            <pc:docMk/>
            <pc:sldMk cId="3674900385" sldId="337"/>
            <ac:spMk id="271" creationId="{B6938A03-25F5-244F-E1E0-66A08D77A833}"/>
          </ac:spMkLst>
        </pc:spChg>
        <pc:spChg chg="add del mod topLvl">
          <ac:chgData name="이건희" userId="0a994238-b102-4555-836f-34b53b2f3c57" providerId="ADAL" clId="{D88EA78E-1D67-4687-9ACB-7AB4DFF4BF4C}" dt="2023-08-25T13:22:40.101" v="680" actId="478"/>
          <ac:spMkLst>
            <pc:docMk/>
            <pc:sldMk cId="3674900385" sldId="337"/>
            <ac:spMk id="272" creationId="{63C51511-754E-B6DF-7B3F-0D59A4802205}"/>
          </ac:spMkLst>
        </pc:spChg>
        <pc:spChg chg="add del mod topLvl">
          <ac:chgData name="이건희" userId="0a994238-b102-4555-836f-34b53b2f3c57" providerId="ADAL" clId="{D88EA78E-1D67-4687-9ACB-7AB4DFF4BF4C}" dt="2023-08-25T13:22:07.965" v="666" actId="478"/>
          <ac:spMkLst>
            <pc:docMk/>
            <pc:sldMk cId="3674900385" sldId="337"/>
            <ac:spMk id="273" creationId="{D3DE5867-1273-C31A-9B81-8FF3B9D03538}"/>
          </ac:spMkLst>
        </pc:spChg>
        <pc:spChg chg="add del mod topLvl">
          <ac:chgData name="이건희" userId="0a994238-b102-4555-836f-34b53b2f3c57" providerId="ADAL" clId="{D88EA78E-1D67-4687-9ACB-7AB4DFF4BF4C}" dt="2023-08-25T13:22:12.652" v="669" actId="478"/>
          <ac:spMkLst>
            <pc:docMk/>
            <pc:sldMk cId="3674900385" sldId="337"/>
            <ac:spMk id="274" creationId="{D618748C-6632-8AFE-5513-F4889D891AB6}"/>
          </ac:spMkLst>
        </pc:spChg>
        <pc:spChg chg="add del mod topLvl">
          <ac:chgData name="이건희" userId="0a994238-b102-4555-836f-34b53b2f3c57" providerId="ADAL" clId="{D88EA78E-1D67-4687-9ACB-7AB4DFF4BF4C}" dt="2023-08-25T13:22:10.836" v="668" actId="478"/>
          <ac:spMkLst>
            <pc:docMk/>
            <pc:sldMk cId="3674900385" sldId="337"/>
            <ac:spMk id="275" creationId="{36306918-5F51-BDED-FE27-BF17904E10A2}"/>
          </ac:spMkLst>
        </pc:spChg>
        <pc:spChg chg="add del mod topLvl">
          <ac:chgData name="이건희" userId="0a994238-b102-4555-836f-34b53b2f3c57" providerId="ADAL" clId="{D88EA78E-1D67-4687-9ACB-7AB4DFF4BF4C}" dt="2023-08-25T13:22:09.293" v="667" actId="478"/>
          <ac:spMkLst>
            <pc:docMk/>
            <pc:sldMk cId="3674900385" sldId="337"/>
            <ac:spMk id="276" creationId="{25E08D87-F7D7-8BA7-20A8-019A24D35EEB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77" creationId="{A110B432-E116-BC31-7A97-ED622980A668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78" creationId="{39AF9645-C034-D137-BCB0-8FEBE3033756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79" creationId="{BC146077-9FC0-DF28-5842-F64D6F4F7D06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80" creationId="{ED140374-5D75-9F8A-ADC4-E353728411A6}"/>
          </ac:spMkLst>
        </pc:spChg>
        <pc:spChg chg="add del mod topLvl">
          <ac:chgData name="이건희" userId="0a994238-b102-4555-836f-34b53b2f3c57" providerId="ADAL" clId="{D88EA78E-1D67-4687-9ACB-7AB4DFF4BF4C}" dt="2023-08-25T13:25:17.765" v="765" actId="165"/>
          <ac:spMkLst>
            <pc:docMk/>
            <pc:sldMk cId="3674900385" sldId="337"/>
            <ac:spMk id="281" creationId="{2E058B27-344A-474B-A8DA-D6921C2B9657}"/>
          </ac:spMkLst>
        </pc:spChg>
        <pc:spChg chg="add del mod">
          <ac:chgData name="이건희" userId="0a994238-b102-4555-836f-34b53b2f3c57" providerId="ADAL" clId="{D88EA78E-1D67-4687-9ACB-7AB4DFF4BF4C}" dt="2023-08-25T13:23:15.710" v="688" actId="478"/>
          <ac:spMkLst>
            <pc:docMk/>
            <pc:sldMk cId="3674900385" sldId="337"/>
            <ac:spMk id="290" creationId="{1E27BA36-61B3-003A-25CF-B23ACC0B63DA}"/>
          </ac:spMkLst>
        </pc:spChg>
        <pc:grpChg chg="add del mo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54" creationId="{CD39807D-062E-C3EF-F1AA-51F5F8ABD687}"/>
          </ac:grpSpMkLst>
        </pc:grpChg>
        <pc:grpChg chg="add del mod topLvl">
          <ac:chgData name="이건희" userId="0a994238-b102-4555-836f-34b53b2f3c57" providerId="ADAL" clId="{D88EA78E-1D67-4687-9ACB-7AB4DFF4BF4C}" dt="2023-08-25T13:22:14.597" v="670" actId="478"/>
          <ac:grpSpMkLst>
            <pc:docMk/>
            <pc:sldMk cId="3674900385" sldId="337"/>
            <ac:grpSpMk id="135" creationId="{B607C980-4696-C4A6-CAB9-F61F8CE4DB7D}"/>
          </ac:grpSpMkLst>
        </pc:grpChg>
        <pc:grpChg chg="add del mo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140" creationId="{91C68175-B9F2-2CB0-BE44-86587BC5DFE0}"/>
          </ac:grpSpMkLst>
        </pc:grpChg>
        <pc:grpChg chg="add del mod topLvl">
          <ac:chgData name="이건희" userId="0a994238-b102-4555-836f-34b53b2f3c57" providerId="ADAL" clId="{D88EA78E-1D67-4687-9ACB-7AB4DFF4BF4C}" dt="2023-08-25T13:22:21.763" v="674" actId="478"/>
          <ac:grpSpMkLst>
            <pc:docMk/>
            <pc:sldMk cId="3674900385" sldId="337"/>
            <ac:grpSpMk id="156" creationId="{A77B1972-2C38-1BCB-4E1D-404A466083B3}"/>
          </ac:grpSpMkLst>
        </pc:grpChg>
        <pc:grpChg chg="add del mo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169" creationId="{96E19002-37A9-6DDC-8B16-60CEA71488AD}"/>
          </ac:grpSpMkLst>
        </pc:grpChg>
        <pc:grpChg chg="add del mo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183" creationId="{049D3710-3C16-F771-EA10-A2B7302139AC}"/>
          </ac:grpSpMkLst>
        </pc:grpChg>
        <pc:grpChg chg="mod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184" creationId="{8EF4ADDA-D8EA-C617-324A-CCE123DB208E}"/>
          </ac:grpSpMkLst>
        </pc:grpChg>
        <pc:grpChg chg="mod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185" creationId="{0ABD8726-DB28-A951-341A-C618291182C2}"/>
          </ac:grpSpMkLst>
        </pc:grpChg>
        <pc:grpChg chg="add del mo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195" creationId="{DB2B4CF0-6E29-FDAA-CA16-C088C99D6772}"/>
          </ac:grpSpMkLst>
        </pc:grpChg>
        <pc:grpChg chg="mod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196" creationId="{5C7FFA0B-7855-8489-20C3-D5186686CB53}"/>
          </ac:grpSpMkLst>
        </pc:grpChg>
        <pc:grpChg chg="mod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197" creationId="{C61B405E-9244-1572-F3E0-BABBC18D5873}"/>
          </ac:grpSpMkLst>
        </pc:grpChg>
        <pc:grpChg chg="add mo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211" creationId="{0DAE7981-5A2C-891F-A9A1-3FFCBBECF727}"/>
          </ac:grpSpMkLst>
        </pc:grpChg>
        <pc:grpChg chg="add mo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227" creationId="{9BEB3C2A-9B86-84D1-2A72-5163F5923D77}"/>
          </ac:grpSpMkLst>
        </pc:grpChg>
        <pc:grpChg chg="add del mod topLvl">
          <ac:chgData name="이건희" userId="0a994238-b102-4555-836f-34b53b2f3c57" providerId="ADAL" clId="{D88EA78E-1D67-4687-9ACB-7AB4DFF4BF4C}" dt="2023-08-25T13:21:12.636" v="595" actId="478"/>
          <ac:grpSpMkLst>
            <pc:docMk/>
            <pc:sldMk cId="3674900385" sldId="337"/>
            <ac:grpSpMk id="250" creationId="{CA25D722-11B8-7997-8313-C901E01E8A51}"/>
          </ac:grpSpMkLst>
        </pc:grpChg>
        <pc:grpChg chg="add del mo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253" creationId="{7D8576B3-572B-17AE-15B8-C1615A393ACA}"/>
          </ac:grpSpMkLst>
        </pc:grpChg>
        <pc:grpChg chg="add del mod">
          <ac:chgData name="이건희" userId="0a994238-b102-4555-836f-34b53b2f3c57" providerId="ADAL" clId="{D88EA78E-1D67-4687-9ACB-7AB4DFF4BF4C}" dt="2023-08-25T13:20:58.129" v="588" actId="165"/>
          <ac:grpSpMkLst>
            <pc:docMk/>
            <pc:sldMk cId="3674900385" sldId="337"/>
            <ac:grpSpMk id="282" creationId="{3323F775-EEEF-2DCF-50A4-4C1FE6B2ADDD}"/>
          </ac:grpSpMkLst>
        </pc:grpChg>
        <pc:grpChg chg="add del mod ord topLvl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288" creationId="{207380B5-C494-F622-6902-E7B40A49252C}"/>
          </ac:grpSpMkLst>
        </pc:grpChg>
        <pc:grpChg chg="add del mod">
          <ac:chgData name="이건희" userId="0a994238-b102-4555-836f-34b53b2f3c57" providerId="ADAL" clId="{D88EA78E-1D67-4687-9ACB-7AB4DFF4BF4C}" dt="2023-08-25T13:25:17.765" v="765" actId="165"/>
          <ac:grpSpMkLst>
            <pc:docMk/>
            <pc:sldMk cId="3674900385" sldId="337"/>
            <ac:grpSpMk id="291" creationId="{B34F9DD8-3F3E-FF09-5A81-04CEDDC0E5AD}"/>
          </ac:grpSpMkLst>
        </pc:grpChg>
        <pc:picChg chg="add del mod topLvl">
          <ac:chgData name="이건희" userId="0a994238-b102-4555-836f-34b53b2f3c57" providerId="ADAL" clId="{D88EA78E-1D67-4687-9ACB-7AB4DFF4BF4C}" dt="2023-08-25T13:21:01.996" v="589" actId="478"/>
          <ac:picMkLst>
            <pc:docMk/>
            <pc:sldMk cId="3674900385" sldId="337"/>
            <ac:picMk id="6" creationId="{71EAF72A-88DB-DB80-8DDD-F3D9A77A0C4D}"/>
          </ac:picMkLst>
        </pc:picChg>
        <pc:picChg chg="add del mod ord topLvl">
          <ac:chgData name="이건희" userId="0a994238-b102-4555-836f-34b53b2f3c57" providerId="ADAL" clId="{D88EA78E-1D67-4687-9ACB-7AB4DFF4BF4C}" dt="2023-08-25T13:25:17.765" v="765" actId="165"/>
          <ac:picMkLst>
            <pc:docMk/>
            <pc:sldMk cId="3674900385" sldId="337"/>
            <ac:picMk id="17" creationId="{0CD81995-F832-F1E8-4346-602598B42A87}"/>
          </ac:picMkLst>
        </pc:picChg>
        <pc:picChg chg="del">
          <ac:chgData name="이건희" userId="0a994238-b102-4555-836f-34b53b2f3c57" providerId="ADAL" clId="{D88EA78E-1D67-4687-9ACB-7AB4DFF4BF4C}" dt="2023-08-25T12:09:30.245" v="509" actId="478"/>
          <ac:picMkLst>
            <pc:docMk/>
            <pc:sldMk cId="3674900385" sldId="337"/>
            <ac:picMk id="165" creationId="{3587BFD9-CBC7-77BB-EA1D-0128E8228622}"/>
          </ac:picMkLst>
        </pc:picChg>
        <pc:picChg chg="mod">
          <ac:chgData name="이건희" userId="0a994238-b102-4555-836f-34b53b2f3c57" providerId="ADAL" clId="{D88EA78E-1D67-4687-9ACB-7AB4DFF4BF4C}" dt="2023-08-25T13:25:17.765" v="765" actId="165"/>
          <ac:picMkLst>
            <pc:docMk/>
            <pc:sldMk cId="3674900385" sldId="337"/>
            <ac:picMk id="216" creationId="{979591F9-391A-84E7-D327-B5C8B368BFE7}"/>
          </ac:picMkLst>
        </pc:picChg>
        <pc:picChg chg="add del mod topLvl">
          <ac:chgData name="이건희" userId="0a994238-b102-4555-836f-34b53b2f3c57" providerId="ADAL" clId="{D88EA78E-1D67-4687-9ACB-7AB4DFF4BF4C}" dt="2023-08-25T13:21:12.636" v="595" actId="478"/>
          <ac:picMkLst>
            <pc:docMk/>
            <pc:sldMk cId="3674900385" sldId="337"/>
            <ac:picMk id="247" creationId="{9DACAE72-0120-C4F8-BCD0-E3FFD1D3B0FB}"/>
          </ac:picMkLst>
        </pc:picChg>
        <pc:picChg chg="add del mod topLvl">
          <ac:chgData name="이건희" userId="0a994238-b102-4555-836f-34b53b2f3c57" providerId="ADAL" clId="{D88EA78E-1D67-4687-9ACB-7AB4DFF4BF4C}" dt="2023-08-25T13:21:12.636" v="595" actId="478"/>
          <ac:picMkLst>
            <pc:docMk/>
            <pc:sldMk cId="3674900385" sldId="337"/>
            <ac:picMk id="248" creationId="{E2B5025F-B24B-674E-DB10-83CD8D2DC6A1}"/>
          </ac:picMkLst>
        </pc:picChg>
        <pc:picChg chg="add del mod topLvl">
          <ac:chgData name="이건희" userId="0a994238-b102-4555-836f-34b53b2f3c57" providerId="ADAL" clId="{D88EA78E-1D67-4687-9ACB-7AB4DFF4BF4C}" dt="2023-08-25T13:25:17.765" v="765" actId="165"/>
          <ac:picMkLst>
            <pc:docMk/>
            <pc:sldMk cId="3674900385" sldId="337"/>
            <ac:picMk id="257" creationId="{975E5938-813B-922F-5E3B-433877BBD2F0}"/>
          </ac:picMkLst>
        </pc:picChg>
        <pc:picChg chg="add mod topLvl">
          <ac:chgData name="이건희" userId="0a994238-b102-4555-836f-34b53b2f3c57" providerId="ADAL" clId="{D88EA78E-1D67-4687-9ACB-7AB4DFF4BF4C}" dt="2023-08-25T13:25:17.765" v="765" actId="165"/>
          <ac:picMkLst>
            <pc:docMk/>
            <pc:sldMk cId="3674900385" sldId="337"/>
            <ac:picMk id="258" creationId="{8CB366EE-8F84-0434-9EDA-C63775338BD4}"/>
          </ac:picMkLst>
        </pc:picChg>
        <pc:picChg chg="add del mod topLvl">
          <ac:chgData name="이건희" userId="0a994238-b102-4555-836f-34b53b2f3c57" providerId="ADAL" clId="{D88EA78E-1D67-4687-9ACB-7AB4DFF4BF4C}" dt="2023-08-25T13:25:17.765" v="765" actId="165"/>
          <ac:picMkLst>
            <pc:docMk/>
            <pc:sldMk cId="3674900385" sldId="337"/>
            <ac:picMk id="259" creationId="{11B3A1FA-0DBC-17F4-B4A8-04485CAE46AB}"/>
          </ac:picMkLst>
        </pc:picChg>
        <pc:picChg chg="add del mod topLvl">
          <ac:chgData name="이건희" userId="0a994238-b102-4555-836f-34b53b2f3c57" providerId="ADAL" clId="{D88EA78E-1D67-4687-9ACB-7AB4DFF4BF4C}" dt="2023-08-25T13:21:12.636" v="595" actId="478"/>
          <ac:picMkLst>
            <pc:docMk/>
            <pc:sldMk cId="3674900385" sldId="337"/>
            <ac:picMk id="263" creationId="{442BAB0A-FBFE-D8BA-5A6B-59949439F9E1}"/>
          </ac:picMkLst>
        </pc:picChg>
        <pc:picChg chg="add del mod topLvl">
          <ac:chgData name="이건희" userId="0a994238-b102-4555-836f-34b53b2f3c57" providerId="ADAL" clId="{D88EA78E-1D67-4687-9ACB-7AB4DFF4BF4C}" dt="2023-08-25T13:25:17.765" v="765" actId="165"/>
          <ac:picMkLst>
            <pc:docMk/>
            <pc:sldMk cId="3674900385" sldId="337"/>
            <ac:picMk id="268" creationId="{55AAFDAD-ABD8-703C-1570-60FC18602336}"/>
          </ac:picMkLst>
        </pc:picChg>
        <pc:picChg chg="add del mod modCrop">
          <ac:chgData name="이건희" userId="0a994238-b102-4555-836f-34b53b2f3c57" providerId="ADAL" clId="{D88EA78E-1D67-4687-9ACB-7AB4DFF4BF4C}" dt="2023-08-25T12:10:52.479" v="547" actId="478"/>
          <ac:picMkLst>
            <pc:docMk/>
            <pc:sldMk cId="3674900385" sldId="337"/>
            <ac:picMk id="283" creationId="{996DEC5F-3B13-3A0D-13BE-FD5A6210C9F5}"/>
          </ac:picMkLst>
        </pc:picChg>
        <pc:picChg chg="add del mod modCrop">
          <ac:chgData name="이건희" userId="0a994238-b102-4555-836f-34b53b2f3c57" providerId="ADAL" clId="{D88EA78E-1D67-4687-9ACB-7AB4DFF4BF4C}" dt="2023-08-25T13:20:20.988" v="579" actId="478"/>
          <ac:picMkLst>
            <pc:docMk/>
            <pc:sldMk cId="3674900385" sldId="337"/>
            <ac:picMk id="285" creationId="{DFB88783-9BCE-ECA5-A5E4-D7C31F513236}"/>
          </ac:picMkLst>
        </pc:picChg>
        <pc:picChg chg="add del mod topLvl modCrop">
          <ac:chgData name="이건희" userId="0a994238-b102-4555-836f-34b53b2f3c57" providerId="ADAL" clId="{D88EA78E-1D67-4687-9ACB-7AB4DFF4BF4C}" dt="2023-08-25T13:25:17.765" v="765" actId="165"/>
          <ac:picMkLst>
            <pc:docMk/>
            <pc:sldMk cId="3674900385" sldId="337"/>
            <ac:picMk id="287" creationId="{5132A4F0-91DB-13A5-FDFB-854F9A9B5DC4}"/>
          </ac:picMkLst>
        </pc:picChg>
        <pc:cxnChg chg="add del mod topLvl">
          <ac:chgData name="이건희" userId="0a994238-b102-4555-836f-34b53b2f3c57" providerId="ADAL" clId="{D88EA78E-1D67-4687-9ACB-7AB4DFF4BF4C}" dt="2023-08-25T13:25:26.598" v="825" actId="1038"/>
          <ac:cxnSpMkLst>
            <pc:docMk/>
            <pc:sldMk cId="3674900385" sldId="337"/>
            <ac:cxnSpMk id="9" creationId="{8E17EF3A-3EA8-D7A9-FFF4-E73DFF0A62DE}"/>
          </ac:cxnSpMkLst>
        </pc:cxnChg>
        <pc:cxnChg chg="add del mod topLvl">
          <ac:chgData name="이건희" userId="0a994238-b102-4555-836f-34b53b2f3c57" providerId="ADAL" clId="{D88EA78E-1D67-4687-9ACB-7AB4DFF4BF4C}" dt="2023-08-25T13:24:44.158" v="706" actId="478"/>
          <ac:cxnSpMkLst>
            <pc:docMk/>
            <pc:sldMk cId="3674900385" sldId="337"/>
            <ac:cxnSpMk id="38" creationId="{F8E2290E-4048-7F93-4734-FC3271C34B70}"/>
          </ac:cxnSpMkLst>
        </pc:cxnChg>
        <pc:cxnChg chg="mod">
          <ac:chgData name="이건희" userId="0a994238-b102-4555-836f-34b53b2f3c57" providerId="ADAL" clId="{D88EA78E-1D67-4687-9ACB-7AB4DFF4BF4C}" dt="2023-08-25T13:25:17.765" v="765" actId="165"/>
          <ac:cxnSpMkLst>
            <pc:docMk/>
            <pc:sldMk cId="3674900385" sldId="337"/>
            <ac:cxnSpMk id="218" creationId="{339E3DCD-89D2-91BA-748D-AFE2CE75029C}"/>
          </ac:cxnSpMkLst>
        </pc:cxnChg>
        <pc:cxnChg chg="mod">
          <ac:chgData name="이건희" userId="0a994238-b102-4555-836f-34b53b2f3c57" providerId="ADAL" clId="{D88EA78E-1D67-4687-9ACB-7AB4DFF4BF4C}" dt="2023-08-25T13:25:17.765" v="765" actId="165"/>
          <ac:cxnSpMkLst>
            <pc:docMk/>
            <pc:sldMk cId="3674900385" sldId="337"/>
            <ac:cxnSpMk id="224" creationId="{414EFF21-D2CD-51CD-1DB1-6ACE3CFD950F}"/>
          </ac:cxnSpMkLst>
        </pc:cxnChg>
        <pc:cxnChg chg="add del mod topLvl">
          <ac:chgData name="이건희" userId="0a994238-b102-4555-836f-34b53b2f3c57" providerId="ADAL" clId="{D88EA78E-1D67-4687-9ACB-7AB4DFF4BF4C}" dt="2023-08-25T13:25:17.765" v="765" actId="165"/>
          <ac:cxnSpMkLst>
            <pc:docMk/>
            <pc:sldMk cId="3674900385" sldId="337"/>
            <ac:cxnSpMk id="238" creationId="{B65681AC-CDE7-0B3F-78BD-9F86375BAA7B}"/>
          </ac:cxnSpMkLst>
        </pc:cxnChg>
        <pc:cxnChg chg="add mod topLvl">
          <ac:chgData name="이건희" userId="0a994238-b102-4555-836f-34b53b2f3c57" providerId="ADAL" clId="{D88EA78E-1D67-4687-9ACB-7AB4DFF4BF4C}" dt="2023-08-25T13:25:17.765" v="765" actId="165"/>
          <ac:cxnSpMkLst>
            <pc:docMk/>
            <pc:sldMk cId="3674900385" sldId="337"/>
            <ac:cxnSpMk id="246" creationId="{F8B1D5B7-A72E-8F75-E9AB-93CA4B3C61AE}"/>
          </ac:cxnSpMkLst>
        </pc:cxnChg>
      </pc:sldChg>
      <pc:sldChg chg="add del">
        <pc:chgData name="이건희" userId="0a994238-b102-4555-836f-34b53b2f3c57" providerId="ADAL" clId="{D88EA78E-1D67-4687-9ACB-7AB4DFF4BF4C}" dt="2023-08-25T12:00:31.280" v="505" actId="47"/>
        <pc:sldMkLst>
          <pc:docMk/>
          <pc:sldMk cId="1223470047" sldId="338"/>
        </pc:sldMkLst>
      </pc:sldChg>
      <pc:sldChg chg="addSp delSp modSp add del mod">
        <pc:chgData name="이건희" userId="0a994238-b102-4555-836f-34b53b2f3c57" providerId="ADAL" clId="{D88EA78E-1D67-4687-9ACB-7AB4DFF4BF4C}" dt="2023-08-25T13:35:18.715" v="1081" actId="47"/>
        <pc:sldMkLst>
          <pc:docMk/>
          <pc:sldMk cId="941178080" sldId="1147"/>
        </pc:sldMkLst>
        <pc:spChg chg="del mod topLvl">
          <ac:chgData name="이건희" userId="0a994238-b102-4555-836f-34b53b2f3c57" providerId="ADAL" clId="{D88EA78E-1D67-4687-9ACB-7AB4DFF4BF4C}" dt="2023-08-25T13:09:35.300" v="555" actId="478"/>
          <ac:spMkLst>
            <pc:docMk/>
            <pc:sldMk cId="941178080" sldId="1147"/>
            <ac:spMk id="3" creationId="{D3A921E4-8F80-8D73-B96D-ED8265FA0709}"/>
          </ac:spMkLst>
        </pc:spChg>
        <pc:spChg chg="mod or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5" creationId="{AF2B1398-E722-B1E1-D928-6BD9417F6202}"/>
          </ac:spMkLst>
        </pc:spChg>
        <pc:spChg chg="del mod topLvl">
          <ac:chgData name="이건희" userId="0a994238-b102-4555-836f-34b53b2f3c57" providerId="ADAL" clId="{D88EA78E-1D67-4687-9ACB-7AB4DFF4BF4C}" dt="2023-08-25T13:09:28.901" v="552" actId="478"/>
          <ac:spMkLst>
            <pc:docMk/>
            <pc:sldMk cId="941178080" sldId="1147"/>
            <ac:spMk id="6" creationId="{D7805902-3F29-CBA9-7B8B-C2F2D8617842}"/>
          </ac:spMkLst>
        </pc:spChg>
        <pc:spChg chg="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7" creationId="{D5F5D5C3-F30B-691B-CAFC-3CD93469CDD5}"/>
          </ac:spMkLst>
        </pc:spChg>
        <pc:spChg chg="add 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31" creationId="{20F0696D-11E0-98A8-91DA-BC2681F8FCB8}"/>
          </ac:spMkLst>
        </pc:spChg>
        <pc:spChg chg="add 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33" creationId="{7E959B7C-DF94-D5E3-BEEC-3A5B5B8E4570}"/>
          </ac:spMkLst>
        </pc:spChg>
        <pc:spChg chg="add 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35" creationId="{A737AB33-E0B5-9669-B262-F9228B0C31EC}"/>
          </ac:spMkLst>
        </pc:spChg>
        <pc:spChg chg="add 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36" creationId="{B53F5CA5-46DC-2C89-3F2F-48320BEC1C9A}"/>
          </ac:spMkLst>
        </pc:spChg>
        <pc:spChg chg="add 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37" creationId="{7320CCDD-45C0-F048-6880-E82B6293B336}"/>
          </ac:spMkLst>
        </pc:spChg>
        <pc:spChg chg="add 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44" creationId="{F8238B1F-9CAD-3D98-E946-51D915A7588B}"/>
          </ac:spMkLst>
        </pc:spChg>
        <pc:spChg chg="add 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45" creationId="{68E40C09-68FD-4F6A-FCB1-073C63EC4E2F}"/>
          </ac:spMkLst>
        </pc:spChg>
        <pc:spChg chg="add 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46" creationId="{206E11A5-B26D-6B99-E9AE-9FF4CD719006}"/>
          </ac:spMkLst>
        </pc:spChg>
        <pc:spChg chg="add mod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49" creationId="{8F397888-E645-39CA-A3AC-B6DC231FA702}"/>
          </ac:spMkLst>
        </pc:spChg>
        <pc:spChg chg="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626" creationId="{95BD85CC-0917-002E-45AB-596F6FE004A4}"/>
          </ac:spMkLst>
        </pc:spChg>
        <pc:spChg chg="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627" creationId="{31AE8857-14A2-708D-86CE-7891EAE9A027}"/>
          </ac:spMkLst>
        </pc:spChg>
        <pc:spChg chg="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629" creationId="{BB506ABB-3D21-CD50-23FE-025172BE96B9}"/>
          </ac:spMkLst>
        </pc:spChg>
        <pc:spChg chg="mod topLvl">
          <ac:chgData name="이건희" userId="0a994238-b102-4555-836f-34b53b2f3c57" providerId="ADAL" clId="{D88EA78E-1D67-4687-9ACB-7AB4DFF4BF4C}" dt="2023-08-25T13:34:06.133" v="1025" actId="164"/>
          <ac:spMkLst>
            <pc:docMk/>
            <pc:sldMk cId="941178080" sldId="1147"/>
            <ac:spMk id="630" creationId="{0720165D-4760-D45D-B656-619B40DE4DB9}"/>
          </ac:spMkLst>
        </pc:spChg>
        <pc:grpChg chg="add mod topLvl">
          <ac:chgData name="이건희" userId="0a994238-b102-4555-836f-34b53b2f3c57" providerId="ADAL" clId="{D88EA78E-1D67-4687-9ACB-7AB4DFF4BF4C}" dt="2023-08-25T13:34:06.133" v="1025" actId="164"/>
          <ac:grpSpMkLst>
            <pc:docMk/>
            <pc:sldMk cId="941178080" sldId="1147"/>
            <ac:grpSpMk id="22" creationId="{0768D075-84B1-F4A6-5831-29D9164C29C5}"/>
          </ac:grpSpMkLst>
        </pc:grpChg>
        <pc:grpChg chg="add mod topLvl">
          <ac:chgData name="이건희" userId="0a994238-b102-4555-836f-34b53b2f3c57" providerId="ADAL" clId="{D88EA78E-1D67-4687-9ACB-7AB4DFF4BF4C}" dt="2023-08-25T13:34:06.133" v="1025" actId="164"/>
          <ac:grpSpMkLst>
            <pc:docMk/>
            <pc:sldMk cId="941178080" sldId="1147"/>
            <ac:grpSpMk id="23" creationId="{DE1E4237-4A10-ED06-8C8C-FB821D494D74}"/>
          </ac:grpSpMkLst>
        </pc:grpChg>
        <pc:grpChg chg="add del mod">
          <ac:chgData name="이건희" userId="0a994238-b102-4555-836f-34b53b2f3c57" providerId="ADAL" clId="{D88EA78E-1D67-4687-9ACB-7AB4DFF4BF4C}" dt="2023-08-25T13:30:03.619" v="983" actId="478"/>
          <ac:grpSpMkLst>
            <pc:docMk/>
            <pc:sldMk cId="941178080" sldId="1147"/>
            <ac:grpSpMk id="38" creationId="{447A80DB-0A17-E85A-06BE-A290400D5E26}"/>
          </ac:grpSpMkLst>
        </pc:grpChg>
        <pc:grpChg chg="del mod topLvl">
          <ac:chgData name="이건희" userId="0a994238-b102-4555-836f-34b53b2f3c57" providerId="ADAL" clId="{D88EA78E-1D67-4687-9ACB-7AB4DFF4BF4C}" dt="2023-08-25T13:09:32.890" v="553" actId="165"/>
          <ac:grpSpMkLst>
            <pc:docMk/>
            <pc:sldMk cId="941178080" sldId="1147"/>
            <ac:grpSpMk id="41" creationId="{46A95D8B-DCA4-65A2-AD2A-035F9D7AE06E}"/>
          </ac:grpSpMkLst>
        </pc:grpChg>
        <pc:grpChg chg="add del mod">
          <ac:chgData name="이건희" userId="0a994238-b102-4555-836f-34b53b2f3c57" providerId="ADAL" clId="{D88EA78E-1D67-4687-9ACB-7AB4DFF4BF4C}" dt="2023-08-25T13:33:49.893" v="1023" actId="165"/>
          <ac:grpSpMkLst>
            <pc:docMk/>
            <pc:sldMk cId="941178080" sldId="1147"/>
            <ac:grpSpMk id="47" creationId="{E34ACC1B-B962-FF4B-3A64-7407657B2164}"/>
          </ac:grpSpMkLst>
        </pc:grpChg>
        <pc:grpChg chg="add mod">
          <ac:chgData name="이건희" userId="0a994238-b102-4555-836f-34b53b2f3c57" providerId="ADAL" clId="{D88EA78E-1D67-4687-9ACB-7AB4DFF4BF4C}" dt="2023-08-25T13:34:10.883" v="1026" actId="1076"/>
          <ac:grpSpMkLst>
            <pc:docMk/>
            <pc:sldMk cId="941178080" sldId="1147"/>
            <ac:grpSpMk id="50" creationId="{1B681323-5A0F-01C8-EB17-5DF345B97E3B}"/>
          </ac:grpSpMkLst>
        </pc:grpChg>
        <pc:grpChg chg="add del">
          <ac:chgData name="이건희" userId="0a994238-b102-4555-836f-34b53b2f3c57" providerId="ADAL" clId="{D88EA78E-1D67-4687-9ACB-7AB4DFF4BF4C}" dt="2023-08-25T13:09:24.068" v="551" actId="165"/>
          <ac:grpSpMkLst>
            <pc:docMk/>
            <pc:sldMk cId="941178080" sldId="1147"/>
            <ac:grpSpMk id="631" creationId="{E6B97E58-20D9-3F8F-4C0D-A2496EA4A5B7}"/>
          </ac:grpSpMkLst>
        </pc:grpChg>
        <pc:picChg chg="mod topLvl modCrop">
          <ac:chgData name="이건희" userId="0a994238-b102-4555-836f-34b53b2f3c57" providerId="ADAL" clId="{D88EA78E-1D67-4687-9ACB-7AB4DFF4BF4C}" dt="2023-08-25T13:34:06.133" v="1025" actId="164"/>
          <ac:picMkLst>
            <pc:docMk/>
            <pc:sldMk cId="941178080" sldId="1147"/>
            <ac:picMk id="8" creationId="{34077908-9741-903C-E80C-E143F01BC7D7}"/>
          </ac:picMkLst>
        </pc:picChg>
        <pc:picChg chg="add mod ord modCrop">
          <ac:chgData name="이건희" userId="0a994238-b102-4555-836f-34b53b2f3c57" providerId="ADAL" clId="{D88EA78E-1D67-4687-9ACB-7AB4DFF4BF4C}" dt="2023-08-25T13:34:06.133" v="1025" actId="164"/>
          <ac:picMkLst>
            <pc:docMk/>
            <pc:sldMk cId="941178080" sldId="1147"/>
            <ac:picMk id="48" creationId="{DB9EA4E0-FF61-8A94-61AD-8202F1EBE009}"/>
          </ac:picMkLst>
        </pc:picChg>
        <pc:cxnChg chg="del mod topLvl">
          <ac:chgData name="이건희" userId="0a994238-b102-4555-836f-34b53b2f3c57" providerId="ADAL" clId="{D88EA78E-1D67-4687-9ACB-7AB4DFF4BF4C}" dt="2023-08-25T13:09:56.812" v="560" actId="478"/>
          <ac:cxnSpMkLst>
            <pc:docMk/>
            <pc:sldMk cId="941178080" sldId="1147"/>
            <ac:cxnSpMk id="9" creationId="{2CADFBC6-B9DB-8DCA-8DC6-FAAB9C33E20C}"/>
          </ac:cxnSpMkLst>
        </pc:cxnChg>
        <pc:cxnChg chg="add mod">
          <ac:chgData name="이건희" userId="0a994238-b102-4555-836f-34b53b2f3c57" providerId="ADAL" clId="{D88EA78E-1D67-4687-9ACB-7AB4DFF4BF4C}" dt="2023-08-25T13:33:49.893" v="1023" actId="165"/>
          <ac:cxnSpMkLst>
            <pc:docMk/>
            <pc:sldMk cId="941178080" sldId="1147"/>
            <ac:cxnSpMk id="10" creationId="{4B3128D8-B5C4-167C-FF71-204562B9F398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12" creationId="{9FB55F2E-566A-C2FC-DC0E-2AAE3AC1C79D}"/>
          </ac:cxnSpMkLst>
        </pc:cxnChg>
        <pc:cxnChg chg="del mod topLvl">
          <ac:chgData name="이건희" userId="0a994238-b102-4555-836f-34b53b2f3c57" providerId="ADAL" clId="{D88EA78E-1D67-4687-9ACB-7AB4DFF4BF4C}" dt="2023-08-25T13:09:55.564" v="559" actId="478"/>
          <ac:cxnSpMkLst>
            <pc:docMk/>
            <pc:sldMk cId="941178080" sldId="1147"/>
            <ac:cxnSpMk id="13" creationId="{03FA3DA8-78DA-8C42-DD2F-B4153B8CED26}"/>
          </ac:cxnSpMkLst>
        </pc:cxnChg>
        <pc:cxnChg chg="add mod">
          <ac:chgData name="이건희" userId="0a994238-b102-4555-836f-34b53b2f3c57" providerId="ADAL" clId="{D88EA78E-1D67-4687-9ACB-7AB4DFF4BF4C}" dt="2023-08-25T13:33:49.893" v="1023" actId="165"/>
          <ac:cxnSpMkLst>
            <pc:docMk/>
            <pc:sldMk cId="941178080" sldId="1147"/>
            <ac:cxnSpMk id="14" creationId="{03ABE85F-B641-58FD-9B97-DC044E11F63C}"/>
          </ac:cxnSpMkLst>
        </pc:cxnChg>
        <pc:cxnChg chg="del mod topLvl">
          <ac:chgData name="이건희" userId="0a994238-b102-4555-836f-34b53b2f3c57" providerId="ADAL" clId="{D88EA78E-1D67-4687-9ACB-7AB4DFF4BF4C}" dt="2023-08-25T13:09:58.244" v="561" actId="478"/>
          <ac:cxnSpMkLst>
            <pc:docMk/>
            <pc:sldMk cId="941178080" sldId="1147"/>
            <ac:cxnSpMk id="15" creationId="{FDFE4AF6-AE9A-57A1-9B8F-9972C0536D4B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16" creationId="{F486A751-220F-7F9E-8260-E65F2AC434B2}"/>
          </ac:cxnSpMkLst>
        </pc:cxnChg>
        <pc:cxnChg chg="del mod topLvl">
          <ac:chgData name="이건희" userId="0a994238-b102-4555-836f-34b53b2f3c57" providerId="ADAL" clId="{D88EA78E-1D67-4687-9ACB-7AB4DFF4BF4C}" dt="2023-08-25T13:09:53.516" v="557" actId="478"/>
          <ac:cxnSpMkLst>
            <pc:docMk/>
            <pc:sldMk cId="941178080" sldId="1147"/>
            <ac:cxnSpMk id="18" creationId="{C49FFFC6-5779-CE03-2712-CA9F48520350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20" creationId="{1E0DAE67-608C-9950-AD47-AF859AD3515D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21" creationId="{5405E70C-04B0-F558-BD5A-3F7036714E45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24" creationId="{E15316D6-B464-BF24-A6D5-B22FF4A6F592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25" creationId="{A4E011BB-C9AA-74F6-6C06-BB689433A90E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26" creationId="{88D62488-3B8B-F532-019D-818E4EE72731}"/>
          </ac:cxnSpMkLst>
        </pc:cxnChg>
        <pc:cxnChg chg="mod">
          <ac:chgData name="이건희" userId="0a994238-b102-4555-836f-34b53b2f3c57" providerId="ADAL" clId="{D88EA78E-1D67-4687-9ACB-7AB4DFF4BF4C}" dt="2023-08-25T13:33:49.893" v="1023" actId="165"/>
          <ac:cxnSpMkLst>
            <pc:docMk/>
            <pc:sldMk cId="941178080" sldId="1147"/>
            <ac:cxnSpMk id="27" creationId="{8F4B7F54-EA75-AA81-3E34-C20C630F3D7B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28" creationId="{4D843E2F-D82C-6498-0C14-3E0C6D7517ED}"/>
          </ac:cxnSpMkLst>
        </pc:cxnChg>
        <pc:cxnChg chg="mod">
          <ac:chgData name="이건희" userId="0a994238-b102-4555-836f-34b53b2f3c57" providerId="ADAL" clId="{D88EA78E-1D67-4687-9ACB-7AB4DFF4BF4C}" dt="2023-08-25T13:33:49.893" v="1023" actId="165"/>
          <ac:cxnSpMkLst>
            <pc:docMk/>
            <pc:sldMk cId="941178080" sldId="1147"/>
            <ac:cxnSpMk id="29" creationId="{C4C380EC-CFFD-C294-AAB5-40BD8863E6F6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30" creationId="{DDE4C1C5-D9CD-2865-CB36-7103C1AC91DA}"/>
          </ac:cxnSpMkLst>
        </pc:cxnChg>
        <pc:cxnChg chg="del mod topLvl">
          <ac:chgData name="이건희" userId="0a994238-b102-4555-836f-34b53b2f3c57" providerId="ADAL" clId="{D88EA78E-1D67-4687-9ACB-7AB4DFF4BF4C}" dt="2023-08-25T13:09:52.172" v="556" actId="478"/>
          <ac:cxnSpMkLst>
            <pc:docMk/>
            <pc:sldMk cId="941178080" sldId="1147"/>
            <ac:cxnSpMk id="32" creationId="{43E02FCE-60A3-51D8-3438-886B086CC498}"/>
          </ac:cxnSpMkLst>
        </pc:cxnChg>
        <pc:cxnChg chg="del mod topLvl">
          <ac:chgData name="이건희" userId="0a994238-b102-4555-836f-34b53b2f3c57" providerId="ADAL" clId="{D88EA78E-1D67-4687-9ACB-7AB4DFF4BF4C}" dt="2023-08-25T13:09:54.500" v="558" actId="478"/>
          <ac:cxnSpMkLst>
            <pc:docMk/>
            <pc:sldMk cId="941178080" sldId="1147"/>
            <ac:cxnSpMk id="34" creationId="{738AECA2-79F0-FDB9-7F4D-0FDFDDF30363}"/>
          </ac:cxnSpMkLst>
        </pc:cxnChg>
        <pc:cxnChg chg="mod">
          <ac:chgData name="이건희" userId="0a994238-b102-4555-836f-34b53b2f3c57" providerId="ADAL" clId="{D88EA78E-1D67-4687-9ACB-7AB4DFF4BF4C}" dt="2023-08-25T13:29:56.648" v="980"/>
          <ac:cxnSpMkLst>
            <pc:docMk/>
            <pc:sldMk cId="941178080" sldId="1147"/>
            <ac:cxnSpMk id="39" creationId="{8E7E2307-A3E2-A038-59D1-DBC49EED0C84}"/>
          </ac:cxnSpMkLst>
        </pc:cxnChg>
        <pc:cxnChg chg="mod">
          <ac:chgData name="이건희" userId="0a994238-b102-4555-836f-34b53b2f3c57" providerId="ADAL" clId="{D88EA78E-1D67-4687-9ACB-7AB4DFF4BF4C}" dt="2023-08-25T13:29:56.648" v="980"/>
          <ac:cxnSpMkLst>
            <pc:docMk/>
            <pc:sldMk cId="941178080" sldId="1147"/>
            <ac:cxnSpMk id="40" creationId="{6DA8371A-FB26-F7E2-61BB-4425B2C32E8A}"/>
          </ac:cxnSpMkLst>
        </pc:cxnChg>
        <pc:cxnChg chg="add 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43" creationId="{3D002F4C-47BB-F3BA-82B0-7A8977003FD3}"/>
          </ac:cxnSpMkLst>
        </pc:cxnChg>
        <pc:cxnChg chg="mod topLvl">
          <ac:chgData name="이건희" userId="0a994238-b102-4555-836f-34b53b2f3c57" providerId="ADAL" clId="{D88EA78E-1D67-4687-9ACB-7AB4DFF4BF4C}" dt="2023-08-25T13:34:06.133" v="1025" actId="164"/>
          <ac:cxnSpMkLst>
            <pc:docMk/>
            <pc:sldMk cId="941178080" sldId="1147"/>
            <ac:cxnSpMk id="628" creationId="{28A9D8BE-61AC-8C80-D4B4-53AB0AFDD980}"/>
          </ac:cxnSpMkLst>
        </pc:cxnChg>
      </pc:sldChg>
    </pc:docChg>
  </pc:docChgLst>
  <pc:docChgLst>
    <pc:chgData name="이건희" userId="0a994238-b102-4555-836f-34b53b2f3c57" providerId="ADAL" clId="{8DA326DE-65E5-462E-AEAE-DDC091F63FA0}"/>
    <pc:docChg chg="undo custSel addSld delSld modSld sldOrd">
      <pc:chgData name="이건희" userId="0a994238-b102-4555-836f-34b53b2f3c57" providerId="ADAL" clId="{8DA326DE-65E5-462E-AEAE-DDC091F63FA0}" dt="2023-11-16T08:52:55.456" v="10204" actId="1076"/>
      <pc:docMkLst>
        <pc:docMk/>
      </pc:docMkLst>
      <pc:sldChg chg="modSp mod">
        <pc:chgData name="이건희" userId="0a994238-b102-4555-836f-34b53b2f3c57" providerId="ADAL" clId="{8DA326DE-65E5-462E-AEAE-DDC091F63FA0}" dt="2023-11-14T04:17:02.771" v="157" actId="20577"/>
        <pc:sldMkLst>
          <pc:docMk/>
          <pc:sldMk cId="531455970" sldId="258"/>
        </pc:sldMkLst>
        <pc:spChg chg="mod">
          <ac:chgData name="이건희" userId="0a994238-b102-4555-836f-34b53b2f3c57" providerId="ADAL" clId="{8DA326DE-65E5-462E-AEAE-DDC091F63FA0}" dt="2023-11-14T04:17:02.771" v="157" actId="20577"/>
          <ac:spMkLst>
            <pc:docMk/>
            <pc:sldMk cId="531455970" sldId="258"/>
            <ac:spMk id="10" creationId="{9EDA988F-C318-C106-9159-E62B539375E4}"/>
          </ac:spMkLst>
        </pc:spChg>
      </pc:sldChg>
      <pc:sldChg chg="addSp delSp modSp mod">
        <pc:chgData name="이건희" userId="0a994238-b102-4555-836f-34b53b2f3c57" providerId="ADAL" clId="{8DA326DE-65E5-462E-AEAE-DDC091F63FA0}" dt="2023-11-16T02:39:33.500" v="8423" actId="1037"/>
        <pc:sldMkLst>
          <pc:docMk/>
          <pc:sldMk cId="567678956" sldId="259"/>
        </pc:sldMkLst>
        <pc:spChg chg="mod">
          <ac:chgData name="이건희" userId="0a994238-b102-4555-836f-34b53b2f3c57" providerId="ADAL" clId="{8DA326DE-65E5-462E-AEAE-DDC091F63FA0}" dt="2023-11-14T07:34:24" v="5240"/>
          <ac:spMkLst>
            <pc:docMk/>
            <pc:sldMk cId="567678956" sldId="259"/>
            <ac:spMk id="5" creationId="{DFFD5F85-16DF-8579-5DCF-F06F6E87AA40}"/>
          </ac:spMkLst>
        </pc:spChg>
        <pc:spChg chg="mod">
          <ac:chgData name="이건희" userId="0a994238-b102-4555-836f-34b53b2f3c57" providerId="ADAL" clId="{8DA326DE-65E5-462E-AEAE-DDC091F63FA0}" dt="2023-11-16T00:56:46.717" v="8117" actId="1076"/>
          <ac:spMkLst>
            <pc:docMk/>
            <pc:sldMk cId="567678956" sldId="259"/>
            <ac:spMk id="7" creationId="{005B26FC-3750-6ADF-7F05-68A6094EEA03}"/>
          </ac:spMkLst>
        </pc:spChg>
        <pc:spChg chg="mod">
          <ac:chgData name="이건희" userId="0a994238-b102-4555-836f-34b53b2f3c57" providerId="ADAL" clId="{8DA326DE-65E5-462E-AEAE-DDC091F63FA0}" dt="2023-11-14T06:54:51.424" v="3890" actId="1037"/>
          <ac:spMkLst>
            <pc:docMk/>
            <pc:sldMk cId="567678956" sldId="259"/>
            <ac:spMk id="10" creationId="{5D4F5A7E-AAD1-A74A-E546-DF1446FF8C5F}"/>
          </ac:spMkLst>
        </pc:spChg>
        <pc:spChg chg="mod">
          <ac:chgData name="이건희" userId="0a994238-b102-4555-836f-34b53b2f3c57" providerId="ADAL" clId="{8DA326DE-65E5-462E-AEAE-DDC091F63FA0}" dt="2023-11-14T07:51:13.248" v="6816" actId="20577"/>
          <ac:spMkLst>
            <pc:docMk/>
            <pc:sldMk cId="567678956" sldId="259"/>
            <ac:spMk id="31" creationId="{6A193EAA-6CAD-EF6F-F89E-1B3D7DAEB29F}"/>
          </ac:spMkLst>
        </pc:spChg>
        <pc:spChg chg="del mod topLvl">
          <ac:chgData name="이건희" userId="0a994238-b102-4555-836f-34b53b2f3c57" providerId="ADAL" clId="{8DA326DE-65E5-462E-AEAE-DDC091F63FA0}" dt="2023-11-16T00:57:03.129" v="8119" actId="478"/>
          <ac:spMkLst>
            <pc:docMk/>
            <pc:sldMk cId="567678956" sldId="259"/>
            <ac:spMk id="34" creationId="{F4D9B9EF-F4AD-03B1-2EEC-F282A68852CE}"/>
          </ac:spMkLst>
        </pc:spChg>
        <pc:spChg chg="mod">
          <ac:chgData name="이건희" userId="0a994238-b102-4555-836f-34b53b2f3c57" providerId="ADAL" clId="{8DA326DE-65E5-462E-AEAE-DDC091F63FA0}" dt="2023-11-14T06:55:02.479" v="3912" actId="1038"/>
          <ac:spMkLst>
            <pc:docMk/>
            <pc:sldMk cId="567678956" sldId="259"/>
            <ac:spMk id="72" creationId="{B2AFC59B-DDB8-E640-F108-813A1F41F1CB}"/>
          </ac:spMkLst>
        </pc:spChg>
        <pc:spChg chg="mod">
          <ac:chgData name="이건희" userId="0a994238-b102-4555-836f-34b53b2f3c57" providerId="ADAL" clId="{8DA326DE-65E5-462E-AEAE-DDC091F63FA0}" dt="2023-11-14T06:55:11.616" v="3929" actId="1037"/>
          <ac:spMkLst>
            <pc:docMk/>
            <pc:sldMk cId="567678956" sldId="259"/>
            <ac:spMk id="75" creationId="{DC0E6938-5707-959C-B923-D01E0CAD9807}"/>
          </ac:spMkLst>
        </pc:spChg>
        <pc:spChg chg="mod">
          <ac:chgData name="이건희" userId="0a994238-b102-4555-836f-34b53b2f3c57" providerId="ADAL" clId="{8DA326DE-65E5-462E-AEAE-DDC091F63FA0}" dt="2023-11-14T06:59:18.879" v="4228" actId="1037"/>
          <ac:spMkLst>
            <pc:docMk/>
            <pc:sldMk cId="567678956" sldId="259"/>
            <ac:spMk id="80" creationId="{0A14C1DE-911C-B20A-17F3-1566ABD7943F}"/>
          </ac:spMkLst>
        </pc:spChg>
        <pc:spChg chg="mod">
          <ac:chgData name="이건희" userId="0a994238-b102-4555-836f-34b53b2f3c57" providerId="ADAL" clId="{8DA326DE-65E5-462E-AEAE-DDC091F63FA0}" dt="2023-11-14T06:57:58.870" v="4127" actId="20577"/>
          <ac:spMkLst>
            <pc:docMk/>
            <pc:sldMk cId="567678956" sldId="259"/>
            <ac:spMk id="171" creationId="{3D49A621-69E8-ED78-5260-A69E4F2A6376}"/>
          </ac:spMkLst>
        </pc:spChg>
        <pc:grpChg chg="add del mod">
          <ac:chgData name="이건희" userId="0a994238-b102-4555-836f-34b53b2f3c57" providerId="ADAL" clId="{8DA326DE-65E5-462E-AEAE-DDC091F63FA0}" dt="2023-11-16T00:57:03.129" v="8119" actId="478"/>
          <ac:grpSpMkLst>
            <pc:docMk/>
            <pc:sldMk cId="567678956" sldId="259"/>
            <ac:grpSpMk id="32" creationId="{4958CF0D-D242-7AF4-193E-1E72D8BB11F8}"/>
          </ac:grpSpMkLst>
        </pc:grpChg>
        <pc:picChg chg="mod topLvl">
          <ac:chgData name="이건희" userId="0a994238-b102-4555-836f-34b53b2f3c57" providerId="ADAL" clId="{8DA326DE-65E5-462E-AEAE-DDC091F63FA0}" dt="2023-11-16T00:57:06.177" v="8120" actId="1076"/>
          <ac:picMkLst>
            <pc:docMk/>
            <pc:sldMk cId="567678956" sldId="259"/>
            <ac:picMk id="33" creationId="{4CB69A46-D185-8AD0-40D0-64A2295AAE20}"/>
          </ac:picMkLst>
        </pc:picChg>
        <pc:picChg chg="mod">
          <ac:chgData name="이건희" userId="0a994238-b102-4555-836f-34b53b2f3c57" providerId="ADAL" clId="{8DA326DE-65E5-462E-AEAE-DDC091F63FA0}" dt="2023-11-16T00:56:39.882" v="8114" actId="1076"/>
          <ac:picMkLst>
            <pc:docMk/>
            <pc:sldMk cId="567678956" sldId="259"/>
            <ac:picMk id="1026" creationId="{E1E33FC3-A3E9-87D7-9B51-29F94A5E8E1E}"/>
          </ac:picMkLst>
        </pc:picChg>
        <pc:cxnChg chg="mod">
          <ac:chgData name="이건희" userId="0a994238-b102-4555-836f-34b53b2f3c57" providerId="ADAL" clId="{8DA326DE-65E5-462E-AEAE-DDC091F63FA0}" dt="2023-11-16T02:39:01.602" v="8359" actId="14100"/>
          <ac:cxnSpMkLst>
            <pc:docMk/>
            <pc:sldMk cId="567678956" sldId="259"/>
            <ac:cxnSpMk id="17" creationId="{2D72DB3A-16F9-0245-B597-0D440EDFE93C}"/>
          </ac:cxnSpMkLst>
        </pc:cxnChg>
        <pc:cxnChg chg="mod">
          <ac:chgData name="이건희" userId="0a994238-b102-4555-836f-34b53b2f3c57" providerId="ADAL" clId="{8DA326DE-65E5-462E-AEAE-DDC091F63FA0}" dt="2023-11-16T02:39:11.036" v="8382" actId="1037"/>
          <ac:cxnSpMkLst>
            <pc:docMk/>
            <pc:sldMk cId="567678956" sldId="259"/>
            <ac:cxnSpMk id="174" creationId="{1BAC8D05-D2B0-28EF-DADC-FBAC737A4D5E}"/>
          </ac:cxnSpMkLst>
        </pc:cxnChg>
        <pc:cxnChg chg="mod">
          <ac:chgData name="이건희" userId="0a994238-b102-4555-836f-34b53b2f3c57" providerId="ADAL" clId="{8DA326DE-65E5-462E-AEAE-DDC091F63FA0}" dt="2023-11-16T02:39:24.116" v="8401" actId="1037"/>
          <ac:cxnSpMkLst>
            <pc:docMk/>
            <pc:sldMk cId="567678956" sldId="259"/>
            <ac:cxnSpMk id="176" creationId="{DADF6560-2B64-72E6-7491-B49C4E27D0AA}"/>
          </ac:cxnSpMkLst>
        </pc:cxnChg>
        <pc:cxnChg chg="mod">
          <ac:chgData name="이건희" userId="0a994238-b102-4555-836f-34b53b2f3c57" providerId="ADAL" clId="{8DA326DE-65E5-462E-AEAE-DDC091F63FA0}" dt="2023-11-16T02:39:33.500" v="8423" actId="1037"/>
          <ac:cxnSpMkLst>
            <pc:docMk/>
            <pc:sldMk cId="567678956" sldId="259"/>
            <ac:cxnSpMk id="178" creationId="{39B7621E-5C95-5224-B10A-D460BA28DB4A}"/>
          </ac:cxnSpMkLst>
        </pc:cxnChg>
      </pc:sldChg>
      <pc:sldChg chg="modSp mod">
        <pc:chgData name="이건희" userId="0a994238-b102-4555-836f-34b53b2f3c57" providerId="ADAL" clId="{8DA326DE-65E5-462E-AEAE-DDC091F63FA0}" dt="2023-11-14T05:59:46.026" v="1788" actId="207"/>
        <pc:sldMkLst>
          <pc:docMk/>
          <pc:sldMk cId="2089478684" sldId="262"/>
        </pc:sldMkLst>
        <pc:spChg chg="mod">
          <ac:chgData name="이건희" userId="0a994238-b102-4555-836f-34b53b2f3c57" providerId="ADAL" clId="{8DA326DE-65E5-462E-AEAE-DDC091F63FA0}" dt="2023-11-14T05:59:46.026" v="1788" actId="207"/>
          <ac:spMkLst>
            <pc:docMk/>
            <pc:sldMk cId="2089478684" sldId="262"/>
            <ac:spMk id="9" creationId="{7F9E4B23-F0A3-DED4-BA77-24035F87E8FF}"/>
          </ac:spMkLst>
        </pc:spChg>
        <pc:spChg chg="mod">
          <ac:chgData name="이건희" userId="0a994238-b102-4555-836f-34b53b2f3c57" providerId="ADAL" clId="{8DA326DE-65E5-462E-AEAE-DDC091F63FA0}" dt="2023-11-14T05:47:37.431" v="1077"/>
          <ac:spMkLst>
            <pc:docMk/>
            <pc:sldMk cId="2089478684" sldId="262"/>
            <ac:spMk id="10" creationId="{6C16C72D-FE7F-8280-E439-BBB1B59F9BE2}"/>
          </ac:spMkLst>
        </pc:spChg>
      </pc:sldChg>
      <pc:sldChg chg="modSp mod">
        <pc:chgData name="이건희" userId="0a994238-b102-4555-836f-34b53b2f3c57" providerId="ADAL" clId="{8DA326DE-65E5-462E-AEAE-DDC091F63FA0}" dt="2023-11-14T07:37:58.641" v="5554" actId="113"/>
        <pc:sldMkLst>
          <pc:docMk/>
          <pc:sldMk cId="1164726469" sldId="272"/>
        </pc:sldMkLst>
        <pc:spChg chg="mod">
          <ac:chgData name="이건희" userId="0a994238-b102-4555-836f-34b53b2f3c57" providerId="ADAL" clId="{8DA326DE-65E5-462E-AEAE-DDC091F63FA0}" dt="2023-11-14T07:35:37.533" v="5393"/>
          <ac:spMkLst>
            <pc:docMk/>
            <pc:sldMk cId="1164726469" sldId="272"/>
            <ac:spMk id="5" creationId="{DFFD5F85-16DF-8579-5DCF-F06F6E87AA40}"/>
          </ac:spMkLst>
        </pc:spChg>
        <pc:spChg chg="mod">
          <ac:chgData name="이건희" userId="0a994238-b102-4555-836f-34b53b2f3c57" providerId="ADAL" clId="{8DA326DE-65E5-462E-AEAE-DDC091F63FA0}" dt="2023-11-14T07:37:55.978" v="5553" actId="113"/>
          <ac:spMkLst>
            <pc:docMk/>
            <pc:sldMk cId="1164726469" sldId="272"/>
            <ac:spMk id="15" creationId="{B0DA17BA-C4BF-BDDF-7732-D81DC17ECFD3}"/>
          </ac:spMkLst>
        </pc:spChg>
        <pc:spChg chg="mod">
          <ac:chgData name="이건희" userId="0a994238-b102-4555-836f-34b53b2f3c57" providerId="ADAL" clId="{8DA326DE-65E5-462E-AEAE-DDC091F63FA0}" dt="2023-11-14T07:37:58.641" v="5554" actId="113"/>
          <ac:spMkLst>
            <pc:docMk/>
            <pc:sldMk cId="1164726469" sldId="272"/>
            <ac:spMk id="16" creationId="{59413EC6-1135-5B83-BA5E-9A47411116CE}"/>
          </ac:spMkLst>
        </pc:spChg>
      </pc:sldChg>
      <pc:sldChg chg="addSp delSp modSp mod">
        <pc:chgData name="이건희" userId="0a994238-b102-4555-836f-34b53b2f3c57" providerId="ADAL" clId="{8DA326DE-65E5-462E-AEAE-DDC091F63FA0}" dt="2023-11-16T08:01:30.432" v="9438" actId="14100"/>
        <pc:sldMkLst>
          <pc:docMk/>
          <pc:sldMk cId="2382229779" sldId="280"/>
        </pc:sldMkLst>
        <pc:spChg chg="mod">
          <ac:chgData name="이건희" userId="0a994238-b102-4555-836f-34b53b2f3c57" providerId="ADAL" clId="{8DA326DE-65E5-462E-AEAE-DDC091F63FA0}" dt="2023-11-14T07:35:16.409" v="5336" actId="20577"/>
          <ac:spMkLst>
            <pc:docMk/>
            <pc:sldMk cId="2382229779" sldId="280"/>
            <ac:spMk id="5" creationId="{B7743E73-E4BE-9E7A-00A2-0E06381E0F8A}"/>
          </ac:spMkLst>
        </pc:spChg>
        <pc:spChg chg="add mod">
          <ac:chgData name="이건희" userId="0a994238-b102-4555-836f-34b53b2f3c57" providerId="ADAL" clId="{8DA326DE-65E5-462E-AEAE-DDC091F63FA0}" dt="2023-11-14T08:29:29.479" v="7868"/>
          <ac:spMkLst>
            <pc:docMk/>
            <pc:sldMk cId="2382229779" sldId="280"/>
            <ac:spMk id="15" creationId="{812FE3B4-5E97-5DDA-9D9F-D53E0B4E786E}"/>
          </ac:spMkLst>
        </pc:spChg>
        <pc:spChg chg="add mod">
          <ac:chgData name="이건희" userId="0a994238-b102-4555-836f-34b53b2f3c57" providerId="ADAL" clId="{8DA326DE-65E5-462E-AEAE-DDC091F63FA0}" dt="2023-11-14T08:29:33.221" v="7872"/>
          <ac:spMkLst>
            <pc:docMk/>
            <pc:sldMk cId="2382229779" sldId="280"/>
            <ac:spMk id="16" creationId="{66DD8AE1-95AB-FDF2-0AB4-7876B85E0E93}"/>
          </ac:spMkLst>
        </pc:spChg>
        <pc:spChg chg="add mod">
          <ac:chgData name="이건희" userId="0a994238-b102-4555-836f-34b53b2f3c57" providerId="ADAL" clId="{8DA326DE-65E5-462E-AEAE-DDC091F63FA0}" dt="2023-11-14T08:44:19.814" v="7949" actId="1076"/>
          <ac:spMkLst>
            <pc:docMk/>
            <pc:sldMk cId="2382229779" sldId="280"/>
            <ac:spMk id="17" creationId="{2DD2DE0D-EC8C-41B3-429F-8F30B89035CE}"/>
          </ac:spMkLst>
        </pc:spChg>
        <pc:spChg chg="add mod">
          <ac:chgData name="이건희" userId="0a994238-b102-4555-836f-34b53b2f3c57" providerId="ADAL" clId="{8DA326DE-65E5-462E-AEAE-DDC091F63FA0}" dt="2023-11-14T08:44:19.814" v="7949" actId="1076"/>
          <ac:spMkLst>
            <pc:docMk/>
            <pc:sldMk cId="2382229779" sldId="280"/>
            <ac:spMk id="18" creationId="{B68FF574-2646-1D1A-94F8-70A88643C630}"/>
          </ac:spMkLst>
        </pc:spChg>
        <pc:spChg chg="add mod">
          <ac:chgData name="이건희" userId="0a994238-b102-4555-836f-34b53b2f3c57" providerId="ADAL" clId="{8DA326DE-65E5-462E-AEAE-DDC091F63FA0}" dt="2023-11-14T08:44:26.778" v="7951" actId="1076"/>
          <ac:spMkLst>
            <pc:docMk/>
            <pc:sldMk cId="2382229779" sldId="280"/>
            <ac:spMk id="19" creationId="{7875AB0E-D7E8-C0BC-B085-59AF5331A5F3}"/>
          </ac:spMkLst>
        </pc:spChg>
        <pc:spChg chg="add mod">
          <ac:chgData name="이건희" userId="0a994238-b102-4555-836f-34b53b2f3c57" providerId="ADAL" clId="{8DA326DE-65E5-462E-AEAE-DDC091F63FA0}" dt="2023-11-14T08:44:26.778" v="7951" actId="1076"/>
          <ac:spMkLst>
            <pc:docMk/>
            <pc:sldMk cId="2382229779" sldId="280"/>
            <ac:spMk id="20" creationId="{B3CA3645-2CBF-54A8-A3D8-79D0813CD0F6}"/>
          </ac:spMkLst>
        </pc:spChg>
        <pc:spChg chg="mod">
          <ac:chgData name="이건희" userId="0a994238-b102-4555-836f-34b53b2f3c57" providerId="ADAL" clId="{8DA326DE-65E5-462E-AEAE-DDC091F63FA0}" dt="2023-11-14T08:29:17.909" v="7864" actId="114"/>
          <ac:spMkLst>
            <pc:docMk/>
            <pc:sldMk cId="2382229779" sldId="280"/>
            <ac:spMk id="67" creationId="{D5C8A989-BC94-CB98-F565-D48FF3735678}"/>
          </ac:spMkLst>
        </pc:spChg>
        <pc:spChg chg="mod">
          <ac:chgData name="이건희" userId="0a994238-b102-4555-836f-34b53b2f3c57" providerId="ADAL" clId="{8DA326DE-65E5-462E-AEAE-DDC091F63FA0}" dt="2023-11-14T07:40:55.425" v="5789" actId="20577"/>
          <ac:spMkLst>
            <pc:docMk/>
            <pc:sldMk cId="2382229779" sldId="280"/>
            <ac:spMk id="75" creationId="{3EFC0D41-1145-AD52-B3A6-77D32205B286}"/>
          </ac:spMkLst>
        </pc:spChg>
        <pc:spChg chg="mod">
          <ac:chgData name="이건희" userId="0a994238-b102-4555-836f-34b53b2f3c57" providerId="ADAL" clId="{8DA326DE-65E5-462E-AEAE-DDC091F63FA0}" dt="2023-11-14T08:29:06.660" v="7856" actId="20577"/>
          <ac:spMkLst>
            <pc:docMk/>
            <pc:sldMk cId="2382229779" sldId="280"/>
            <ac:spMk id="79" creationId="{8FDCDB89-8C12-FC30-5AFF-3F9274D6E092}"/>
          </ac:spMkLst>
        </pc:spChg>
        <pc:spChg chg="mod">
          <ac:chgData name="이건희" userId="0a994238-b102-4555-836f-34b53b2f3c57" providerId="ADAL" clId="{8DA326DE-65E5-462E-AEAE-DDC091F63FA0}" dt="2023-11-14T06:54:15.951" v="3823" actId="1037"/>
          <ac:spMkLst>
            <pc:docMk/>
            <pc:sldMk cId="2382229779" sldId="280"/>
            <ac:spMk id="91" creationId="{B80D079F-88E0-5675-0E02-98202C54FAD5}"/>
          </ac:spMkLst>
        </pc:spChg>
        <pc:spChg chg="mod">
          <ac:chgData name="이건희" userId="0a994238-b102-4555-836f-34b53b2f3c57" providerId="ADAL" clId="{8DA326DE-65E5-462E-AEAE-DDC091F63FA0}" dt="2023-11-14T06:54:23.085" v="3838" actId="1038"/>
          <ac:spMkLst>
            <pc:docMk/>
            <pc:sldMk cId="2382229779" sldId="280"/>
            <ac:spMk id="100" creationId="{516BD5E2-0157-18CE-E7F2-97B27801F0FD}"/>
          </ac:spMkLst>
        </pc:spChg>
        <pc:spChg chg="mod">
          <ac:chgData name="이건희" userId="0a994238-b102-4555-836f-34b53b2f3c57" providerId="ADAL" clId="{8DA326DE-65E5-462E-AEAE-DDC091F63FA0}" dt="2023-11-14T06:54:30.471" v="3855" actId="1037"/>
          <ac:spMkLst>
            <pc:docMk/>
            <pc:sldMk cId="2382229779" sldId="280"/>
            <ac:spMk id="108" creationId="{6252EFAB-C4E3-8B94-B749-376F2AB29BC0}"/>
          </ac:spMkLst>
        </pc:spChg>
        <pc:spChg chg="mod">
          <ac:chgData name="이건희" userId="0a994238-b102-4555-836f-34b53b2f3c57" providerId="ADAL" clId="{8DA326DE-65E5-462E-AEAE-DDC091F63FA0}" dt="2023-11-14T06:54:36.926" v="3873" actId="1037"/>
          <ac:spMkLst>
            <pc:docMk/>
            <pc:sldMk cId="2382229779" sldId="280"/>
            <ac:spMk id="118" creationId="{72926690-2B9C-1500-AC45-A188B9CE073D}"/>
          </ac:spMkLst>
        </pc:spChg>
        <pc:picChg chg="add mod">
          <ac:chgData name="이건희" userId="0a994238-b102-4555-836f-34b53b2f3c57" providerId="ADAL" clId="{8DA326DE-65E5-462E-AEAE-DDC091F63FA0}" dt="2023-11-14T08:26:51.933" v="7774" actId="1076"/>
          <ac:picMkLst>
            <pc:docMk/>
            <pc:sldMk cId="2382229779" sldId="280"/>
            <ac:picMk id="12" creationId="{07DAA56B-7096-DA4F-C803-F37204CF4FAC}"/>
          </ac:picMkLst>
        </pc:picChg>
        <pc:picChg chg="del mod">
          <ac:chgData name="이건희" userId="0a994238-b102-4555-836f-34b53b2f3c57" providerId="ADAL" clId="{8DA326DE-65E5-462E-AEAE-DDC091F63FA0}" dt="2023-11-14T08:26:46.549" v="7773" actId="478"/>
          <ac:picMkLst>
            <pc:docMk/>
            <pc:sldMk cId="2382229779" sldId="280"/>
            <ac:picMk id="127" creationId="{36FF09A9-9C75-9384-71FC-722C37EA59EA}"/>
          </ac:picMkLst>
        </pc:picChg>
        <pc:cxnChg chg="add mod">
          <ac:chgData name="이건희" userId="0a994238-b102-4555-836f-34b53b2f3c57" providerId="ADAL" clId="{8DA326DE-65E5-462E-AEAE-DDC091F63FA0}" dt="2023-11-14T08:26:51.933" v="7774" actId="1076"/>
          <ac:cxnSpMkLst>
            <pc:docMk/>
            <pc:sldMk cId="2382229779" sldId="280"/>
            <ac:cxnSpMk id="13" creationId="{847C4DA9-94EA-6DF4-9D43-830F73742FD4}"/>
          </ac:cxnSpMkLst>
        </pc:cxnChg>
        <pc:cxnChg chg="add mod">
          <ac:chgData name="이건희" userId="0a994238-b102-4555-836f-34b53b2f3c57" providerId="ADAL" clId="{8DA326DE-65E5-462E-AEAE-DDC091F63FA0}" dt="2023-11-14T08:26:51.933" v="7774" actId="1076"/>
          <ac:cxnSpMkLst>
            <pc:docMk/>
            <pc:sldMk cId="2382229779" sldId="280"/>
            <ac:cxnSpMk id="14" creationId="{047BA8BA-57A8-8780-E049-CE075742D8AF}"/>
          </ac:cxnSpMkLst>
        </pc:cxnChg>
        <pc:cxnChg chg="mod">
          <ac:chgData name="이건희" userId="0a994238-b102-4555-836f-34b53b2f3c57" providerId="ADAL" clId="{8DA326DE-65E5-462E-AEAE-DDC091F63FA0}" dt="2023-11-16T08:01:03.097" v="9369" actId="1037"/>
          <ac:cxnSpMkLst>
            <pc:docMk/>
            <pc:sldMk cId="2382229779" sldId="280"/>
            <ac:cxnSpMk id="95" creationId="{5EFE7002-D5DC-8CAB-112E-723EA38B6F98}"/>
          </ac:cxnSpMkLst>
        </pc:cxnChg>
        <pc:cxnChg chg="mod">
          <ac:chgData name="이건희" userId="0a994238-b102-4555-836f-34b53b2f3c57" providerId="ADAL" clId="{8DA326DE-65E5-462E-AEAE-DDC091F63FA0}" dt="2023-11-16T08:01:11.500" v="9399" actId="14100"/>
          <ac:cxnSpMkLst>
            <pc:docMk/>
            <pc:sldMk cId="2382229779" sldId="280"/>
            <ac:cxnSpMk id="104" creationId="{156CFC4D-E2F3-2B0F-F687-0151EBEDA514}"/>
          </ac:cxnSpMkLst>
        </pc:cxnChg>
        <pc:cxnChg chg="mod">
          <ac:chgData name="이건희" userId="0a994238-b102-4555-836f-34b53b2f3c57" providerId="ADAL" clId="{8DA326DE-65E5-462E-AEAE-DDC091F63FA0}" dt="2023-11-16T08:01:21.975" v="9419" actId="14100"/>
          <ac:cxnSpMkLst>
            <pc:docMk/>
            <pc:sldMk cId="2382229779" sldId="280"/>
            <ac:cxnSpMk id="114" creationId="{97DEA259-6719-817D-5173-0551A8E86A12}"/>
          </ac:cxnSpMkLst>
        </pc:cxnChg>
        <pc:cxnChg chg="mod">
          <ac:chgData name="이건희" userId="0a994238-b102-4555-836f-34b53b2f3c57" providerId="ADAL" clId="{8DA326DE-65E5-462E-AEAE-DDC091F63FA0}" dt="2023-11-16T08:01:30.432" v="9438" actId="14100"/>
          <ac:cxnSpMkLst>
            <pc:docMk/>
            <pc:sldMk cId="2382229779" sldId="280"/>
            <ac:cxnSpMk id="124" creationId="{9DF08561-C7F5-F9EF-0107-6836A3A3C051}"/>
          </ac:cxnSpMkLst>
        </pc:cxnChg>
      </pc:sldChg>
      <pc:sldChg chg="modSp mod">
        <pc:chgData name="이건희" userId="0a994238-b102-4555-836f-34b53b2f3c57" providerId="ADAL" clId="{8DA326DE-65E5-462E-AEAE-DDC091F63FA0}" dt="2023-11-14T06:00:44.455" v="1913"/>
        <pc:sldMkLst>
          <pc:docMk/>
          <pc:sldMk cId="2652523742" sldId="293"/>
        </pc:sldMkLst>
        <pc:spChg chg="mod">
          <ac:chgData name="이건희" userId="0a994238-b102-4555-836f-34b53b2f3c57" providerId="ADAL" clId="{8DA326DE-65E5-462E-AEAE-DDC091F63FA0}" dt="2023-11-14T06:00:44.455" v="1913"/>
          <ac:spMkLst>
            <pc:docMk/>
            <pc:sldMk cId="2652523742" sldId="293"/>
            <ac:spMk id="3" creationId="{2314E8DB-C44D-9B82-1EDC-BA409A77346C}"/>
          </ac:spMkLst>
        </pc:spChg>
        <pc:spChg chg="mod">
          <ac:chgData name="이건희" userId="0a994238-b102-4555-836f-34b53b2f3c57" providerId="ADAL" clId="{8DA326DE-65E5-462E-AEAE-DDC091F63FA0}" dt="2023-11-14T05:48:01.670" v="1128"/>
          <ac:spMkLst>
            <pc:docMk/>
            <pc:sldMk cId="2652523742" sldId="293"/>
            <ac:spMk id="5" creationId="{E6C8ECEC-68DD-BF33-4CDB-1F66B063D0C6}"/>
          </ac:spMkLst>
        </pc:spChg>
      </pc:sldChg>
      <pc:sldChg chg="modSp mod">
        <pc:chgData name="이건희" userId="0a994238-b102-4555-836f-34b53b2f3c57" providerId="ADAL" clId="{8DA326DE-65E5-462E-AEAE-DDC091F63FA0}" dt="2023-11-16T08:44:56.715" v="10129"/>
        <pc:sldMkLst>
          <pc:docMk/>
          <pc:sldMk cId="2205832989" sldId="314"/>
        </pc:sldMkLst>
        <pc:spChg chg="mod">
          <ac:chgData name="이건희" userId="0a994238-b102-4555-836f-34b53b2f3c57" providerId="ADAL" clId="{8DA326DE-65E5-462E-AEAE-DDC091F63FA0}" dt="2023-11-14T08:21:02.781" v="7589" actId="20577"/>
          <ac:spMkLst>
            <pc:docMk/>
            <pc:sldMk cId="2205832989" sldId="314"/>
            <ac:spMk id="3" creationId="{711AFC0E-8BB5-A5F1-1CC7-CE9DFCE8D3B7}"/>
          </ac:spMkLst>
        </pc:spChg>
        <pc:spChg chg="mod">
          <ac:chgData name="이건희" userId="0a994238-b102-4555-836f-34b53b2f3c57" providerId="ADAL" clId="{8DA326DE-65E5-462E-AEAE-DDC091F63FA0}" dt="2023-11-14T08:15:35.902" v="7142"/>
          <ac:spMkLst>
            <pc:docMk/>
            <pc:sldMk cId="2205832989" sldId="314"/>
            <ac:spMk id="5" creationId="{B682EA93-4FEA-3577-5B76-6947799F9DDF}"/>
          </ac:spMkLst>
        </pc:spChg>
        <pc:spChg chg="mod">
          <ac:chgData name="이건희" userId="0a994238-b102-4555-836f-34b53b2f3c57" providerId="ADAL" clId="{8DA326DE-65E5-462E-AEAE-DDC091F63FA0}" dt="2023-11-16T08:44:56.715" v="10129"/>
          <ac:spMkLst>
            <pc:docMk/>
            <pc:sldMk cId="2205832989" sldId="314"/>
            <ac:spMk id="8" creationId="{CDF39132-ABF2-C455-814F-50FD94AB73A6}"/>
          </ac:spMkLst>
        </pc:spChg>
      </pc:sldChg>
      <pc:sldChg chg="addSp delSp modSp mod ord">
        <pc:chgData name="이건희" userId="0a994238-b102-4555-836f-34b53b2f3c57" providerId="ADAL" clId="{8DA326DE-65E5-462E-AEAE-DDC091F63FA0}" dt="2023-11-14T08:45:13.343" v="8010"/>
        <pc:sldMkLst>
          <pc:docMk/>
          <pc:sldMk cId="2816973779" sldId="318"/>
        </pc:sldMkLst>
        <pc:spChg chg="add del mod">
          <ac:chgData name="이건희" userId="0a994238-b102-4555-836f-34b53b2f3c57" providerId="ADAL" clId="{8DA326DE-65E5-462E-AEAE-DDC091F63FA0}" dt="2023-11-14T08:22:04.180" v="7650" actId="478"/>
          <ac:spMkLst>
            <pc:docMk/>
            <pc:sldMk cId="2816973779" sldId="318"/>
            <ac:spMk id="8" creationId="{4C136A69-D71D-6EF0-D302-934DCFCE445E}"/>
          </ac:spMkLst>
        </pc:spChg>
        <pc:spChg chg="add del mod">
          <ac:chgData name="이건희" userId="0a994238-b102-4555-836f-34b53b2f3c57" providerId="ADAL" clId="{8DA326DE-65E5-462E-AEAE-DDC091F63FA0}" dt="2023-11-14T08:22:03.133" v="7649"/>
          <ac:spMkLst>
            <pc:docMk/>
            <pc:sldMk cId="2816973779" sldId="318"/>
            <ac:spMk id="49" creationId="{08386B69-4470-AE77-910F-584AF443BED7}"/>
          </ac:spMkLst>
        </pc:spChg>
        <pc:spChg chg="add mod">
          <ac:chgData name="이건희" userId="0a994238-b102-4555-836f-34b53b2f3c57" providerId="ADAL" clId="{8DA326DE-65E5-462E-AEAE-DDC091F63FA0}" dt="2023-11-14T08:45:10.789" v="8008"/>
          <ac:spMkLst>
            <pc:docMk/>
            <pc:sldMk cId="2816973779" sldId="318"/>
            <ac:spMk id="52" creationId="{82B4ADDD-EBA3-8DFB-711F-A91F3043C57E}"/>
          </ac:spMkLst>
        </pc:spChg>
        <pc:spChg chg="del">
          <ac:chgData name="이건희" userId="0a994238-b102-4555-836f-34b53b2f3c57" providerId="ADAL" clId="{8DA326DE-65E5-462E-AEAE-DDC091F63FA0}" dt="2023-11-14T08:22:01.622" v="7646" actId="478"/>
          <ac:spMkLst>
            <pc:docMk/>
            <pc:sldMk cId="2816973779" sldId="318"/>
            <ac:spMk id="60" creationId="{2AF36FC9-03BC-0769-D1C1-EDDD7F3F4EE5}"/>
          </ac:spMkLst>
        </pc:spChg>
      </pc:sldChg>
      <pc:sldChg chg="addSp delSp modSp mod">
        <pc:chgData name="이건희" userId="0a994238-b102-4555-836f-34b53b2f3c57" providerId="ADAL" clId="{8DA326DE-65E5-462E-AEAE-DDC091F63FA0}" dt="2023-11-16T00:52:47.800" v="8036" actId="1035"/>
        <pc:sldMkLst>
          <pc:docMk/>
          <pc:sldMk cId="3021466618" sldId="319"/>
        </pc:sldMkLst>
        <pc:spChg chg="del">
          <ac:chgData name="이건희" userId="0a994238-b102-4555-836f-34b53b2f3c57" providerId="ADAL" clId="{8DA326DE-65E5-462E-AEAE-DDC091F63FA0}" dt="2023-11-14T07:23:39.697" v="4636" actId="478"/>
          <ac:spMkLst>
            <pc:docMk/>
            <pc:sldMk cId="3021466618" sldId="319"/>
            <ac:spMk id="2" creationId="{25E3C020-8200-DDF3-BA86-23691E55913D}"/>
          </ac:spMkLst>
        </pc:spChg>
        <pc:spChg chg="add mod">
          <ac:chgData name="이건희" userId="0a994238-b102-4555-836f-34b53b2f3c57" providerId="ADAL" clId="{8DA326DE-65E5-462E-AEAE-DDC091F63FA0}" dt="2023-11-16T00:52:47.800" v="8036" actId="1035"/>
          <ac:spMkLst>
            <pc:docMk/>
            <pc:sldMk cId="3021466618" sldId="319"/>
            <ac:spMk id="2" creationId="{A7CF90A6-B463-7B46-3628-88375BC82C8D}"/>
          </ac:spMkLst>
        </pc:spChg>
        <pc:spChg chg="mod">
          <ac:chgData name="이건희" userId="0a994238-b102-4555-836f-34b53b2f3c57" providerId="ADAL" clId="{8DA326DE-65E5-462E-AEAE-DDC091F63FA0}" dt="2023-11-14T07:31:19.544" v="5006" actId="20577"/>
          <ac:spMkLst>
            <pc:docMk/>
            <pc:sldMk cId="3021466618" sldId="319"/>
            <ac:spMk id="5" creationId="{65310C0F-5E4E-3E32-1889-1372B891B097}"/>
          </ac:spMkLst>
        </pc:spChg>
        <pc:spChg chg="del">
          <ac:chgData name="이건희" userId="0a994238-b102-4555-836f-34b53b2f3c57" providerId="ADAL" clId="{8DA326DE-65E5-462E-AEAE-DDC091F63FA0}" dt="2023-11-14T07:23:01.146" v="4623" actId="478"/>
          <ac:spMkLst>
            <pc:docMk/>
            <pc:sldMk cId="3021466618" sldId="319"/>
            <ac:spMk id="6" creationId="{9034CAB0-342D-62CD-5CFC-181419DB7EE7}"/>
          </ac:spMkLst>
        </pc:spChg>
        <pc:spChg chg="del">
          <ac:chgData name="이건희" userId="0a994238-b102-4555-836f-34b53b2f3c57" providerId="ADAL" clId="{8DA326DE-65E5-462E-AEAE-DDC091F63FA0}" dt="2023-11-14T07:22:48.097" v="4613" actId="478"/>
          <ac:spMkLst>
            <pc:docMk/>
            <pc:sldMk cId="3021466618" sldId="319"/>
            <ac:spMk id="7" creationId="{DC2E846D-990D-2EDE-ED48-FE8313E5FC36}"/>
          </ac:spMkLst>
        </pc:spChg>
        <pc:spChg chg="del">
          <ac:chgData name="이건희" userId="0a994238-b102-4555-836f-34b53b2f3c57" providerId="ADAL" clId="{8DA326DE-65E5-462E-AEAE-DDC091F63FA0}" dt="2023-11-14T07:22:48.097" v="4613" actId="478"/>
          <ac:spMkLst>
            <pc:docMk/>
            <pc:sldMk cId="3021466618" sldId="319"/>
            <ac:spMk id="12" creationId="{5789E156-C83A-B43F-8EA9-F867AD5217C8}"/>
          </ac:spMkLst>
        </pc:spChg>
        <pc:spChg chg="del">
          <ac:chgData name="이건희" userId="0a994238-b102-4555-836f-34b53b2f3c57" providerId="ADAL" clId="{8DA326DE-65E5-462E-AEAE-DDC091F63FA0}" dt="2023-11-14T07:22:49.875" v="4614" actId="478"/>
          <ac:spMkLst>
            <pc:docMk/>
            <pc:sldMk cId="3021466618" sldId="319"/>
            <ac:spMk id="13" creationId="{1F692978-B10B-A29A-C9ED-FE166B51C523}"/>
          </ac:spMkLst>
        </pc:spChg>
        <pc:spChg chg="del">
          <ac:chgData name="이건희" userId="0a994238-b102-4555-836f-34b53b2f3c57" providerId="ADAL" clId="{8DA326DE-65E5-462E-AEAE-DDC091F63FA0}" dt="2023-11-14T07:22:58.200" v="4621" actId="478"/>
          <ac:spMkLst>
            <pc:docMk/>
            <pc:sldMk cId="3021466618" sldId="319"/>
            <ac:spMk id="16" creationId="{5E85DBF3-7731-C5C2-AEE7-652656A97832}"/>
          </ac:spMkLst>
        </pc:spChg>
        <pc:spChg chg="del">
          <ac:chgData name="이건희" userId="0a994238-b102-4555-836f-34b53b2f3c57" providerId="ADAL" clId="{8DA326DE-65E5-462E-AEAE-DDC091F63FA0}" dt="2023-11-14T07:22:42.728" v="4612" actId="478"/>
          <ac:spMkLst>
            <pc:docMk/>
            <pc:sldMk cId="3021466618" sldId="319"/>
            <ac:spMk id="17" creationId="{8312A80C-8CC4-3DD5-1F7F-74372C07E540}"/>
          </ac:spMkLst>
        </pc:spChg>
        <pc:spChg chg="mod ord">
          <ac:chgData name="이건희" userId="0a994238-b102-4555-836f-34b53b2f3c57" providerId="ADAL" clId="{8DA326DE-65E5-462E-AEAE-DDC091F63FA0}" dt="2023-11-14T06:43:43.166" v="3656" actId="1076"/>
          <ac:spMkLst>
            <pc:docMk/>
            <pc:sldMk cId="3021466618" sldId="319"/>
            <ac:spMk id="20" creationId="{226B9B76-4367-7E8C-F9E7-45C98F48837E}"/>
          </ac:spMkLst>
        </pc:spChg>
        <pc:spChg chg="del">
          <ac:chgData name="이건희" userId="0a994238-b102-4555-836f-34b53b2f3c57" providerId="ADAL" clId="{8DA326DE-65E5-462E-AEAE-DDC091F63FA0}" dt="2023-11-14T07:22:53.729" v="4617" actId="478"/>
          <ac:spMkLst>
            <pc:docMk/>
            <pc:sldMk cId="3021466618" sldId="319"/>
            <ac:spMk id="21" creationId="{92F9F8B3-6667-C16A-B803-7611945AA3EE}"/>
          </ac:spMkLst>
        </pc:spChg>
        <pc:spChg chg="mod">
          <ac:chgData name="이건희" userId="0a994238-b102-4555-836f-34b53b2f3c57" providerId="ADAL" clId="{8DA326DE-65E5-462E-AEAE-DDC091F63FA0}" dt="2023-11-14T07:32:57.481" v="5097" actId="20577"/>
          <ac:spMkLst>
            <pc:docMk/>
            <pc:sldMk cId="3021466618" sldId="319"/>
            <ac:spMk id="22" creationId="{618FC8FB-4CCD-7720-CDA7-2A0514D44A5C}"/>
          </ac:spMkLst>
        </pc:spChg>
        <pc:grpChg chg="del">
          <ac:chgData name="이건희" userId="0a994238-b102-4555-836f-34b53b2f3c57" providerId="ADAL" clId="{8DA326DE-65E5-462E-AEAE-DDC091F63FA0}" dt="2023-11-14T07:22:51.954" v="4615" actId="478"/>
          <ac:grpSpMkLst>
            <pc:docMk/>
            <pc:sldMk cId="3021466618" sldId="319"/>
            <ac:grpSpMk id="35" creationId="{7679BFB4-D71C-D5D7-300C-7F8003E5D3EA}"/>
          </ac:grpSpMkLst>
        </pc:grpChg>
        <pc:picChg chg="del">
          <ac:chgData name="이건희" userId="0a994238-b102-4555-836f-34b53b2f3c57" providerId="ADAL" clId="{8DA326DE-65E5-462E-AEAE-DDC091F63FA0}" dt="2023-11-14T07:22:41.938" v="4611" actId="478"/>
          <ac:picMkLst>
            <pc:docMk/>
            <pc:sldMk cId="3021466618" sldId="319"/>
            <ac:picMk id="3" creationId="{A6AE899C-8068-500C-5F47-5C4AD6A891B7}"/>
          </ac:picMkLst>
        </pc:picChg>
        <pc:picChg chg="del">
          <ac:chgData name="이건희" userId="0a994238-b102-4555-836f-34b53b2f3c57" providerId="ADAL" clId="{8DA326DE-65E5-462E-AEAE-DDC091F63FA0}" dt="2023-11-14T07:22:52.410" v="4616" actId="478"/>
          <ac:picMkLst>
            <pc:docMk/>
            <pc:sldMk cId="3021466618" sldId="319"/>
            <ac:picMk id="11" creationId="{776D078C-A39D-479F-4D97-1B0F088C2826}"/>
          </ac:picMkLst>
        </pc:picChg>
        <pc:picChg chg="add mod">
          <ac:chgData name="이건희" userId="0a994238-b102-4555-836f-34b53b2f3c57" providerId="ADAL" clId="{8DA326DE-65E5-462E-AEAE-DDC091F63FA0}" dt="2023-11-14T06:43:40.162" v="3655" actId="1076"/>
          <ac:picMkLst>
            <pc:docMk/>
            <pc:sldMk cId="3021466618" sldId="319"/>
            <ac:picMk id="14" creationId="{4217C1AC-A395-1910-EEC5-BAC863715C52}"/>
          </ac:picMkLst>
        </pc:picChg>
        <pc:picChg chg="add mod">
          <ac:chgData name="이건희" userId="0a994238-b102-4555-836f-34b53b2f3c57" providerId="ADAL" clId="{8DA326DE-65E5-462E-AEAE-DDC091F63FA0}" dt="2023-11-14T07:23:33.851" v="4635" actId="1076"/>
          <ac:picMkLst>
            <pc:docMk/>
            <pc:sldMk cId="3021466618" sldId="319"/>
            <ac:picMk id="15" creationId="{172EECA4-652F-BDAD-BFBE-4FFC156D8320}"/>
          </ac:picMkLst>
        </pc:picChg>
        <pc:picChg chg="del">
          <ac:chgData name="이건희" userId="0a994238-b102-4555-836f-34b53b2f3c57" providerId="ADAL" clId="{8DA326DE-65E5-462E-AEAE-DDC091F63FA0}" dt="2023-11-14T06:43:23.701" v="3648" actId="478"/>
          <ac:picMkLst>
            <pc:docMk/>
            <pc:sldMk cId="3021466618" sldId="319"/>
            <ac:picMk id="18" creationId="{19FDCDAE-9CBE-88C6-DD89-294104FEAC31}"/>
          </ac:picMkLst>
        </pc:picChg>
        <pc:picChg chg="add mod">
          <ac:chgData name="이건희" userId="0a994238-b102-4555-836f-34b53b2f3c57" providerId="ADAL" clId="{8DA326DE-65E5-462E-AEAE-DDC091F63FA0}" dt="2023-11-14T07:23:30.831" v="4634" actId="1076"/>
          <ac:picMkLst>
            <pc:docMk/>
            <pc:sldMk cId="3021466618" sldId="319"/>
            <ac:picMk id="26" creationId="{7D8B748A-521B-0EFC-5D60-56355EB39AD7}"/>
          </ac:picMkLst>
        </pc:picChg>
        <pc:cxnChg chg="del">
          <ac:chgData name="이건희" userId="0a994238-b102-4555-836f-34b53b2f3c57" providerId="ADAL" clId="{8DA326DE-65E5-462E-AEAE-DDC091F63FA0}" dt="2023-11-14T07:22:48.097" v="4613" actId="478"/>
          <ac:cxnSpMkLst>
            <pc:docMk/>
            <pc:sldMk cId="3021466618" sldId="319"/>
            <ac:cxnSpMk id="8" creationId="{89BC997E-3262-6622-6B37-45702867C5D6}"/>
          </ac:cxnSpMkLst>
        </pc:cxnChg>
        <pc:cxnChg chg="del">
          <ac:chgData name="이건희" userId="0a994238-b102-4555-836f-34b53b2f3c57" providerId="ADAL" clId="{8DA326DE-65E5-462E-AEAE-DDC091F63FA0}" dt="2023-11-14T07:22:54.593" v="4618" actId="478"/>
          <ac:cxnSpMkLst>
            <pc:docMk/>
            <pc:sldMk cId="3021466618" sldId="319"/>
            <ac:cxnSpMk id="9" creationId="{34043F15-C784-72E0-11D6-4C8B1F98BEDF}"/>
          </ac:cxnSpMkLst>
        </pc:cxnChg>
        <pc:cxnChg chg="del">
          <ac:chgData name="이건희" userId="0a994238-b102-4555-836f-34b53b2f3c57" providerId="ADAL" clId="{8DA326DE-65E5-462E-AEAE-DDC091F63FA0}" dt="2023-11-14T07:22:48.097" v="4613" actId="478"/>
          <ac:cxnSpMkLst>
            <pc:docMk/>
            <pc:sldMk cId="3021466618" sldId="319"/>
            <ac:cxnSpMk id="10" creationId="{6B950C60-1A91-F0B0-F1DE-09EAF5C5051E}"/>
          </ac:cxnSpMkLst>
        </pc:cxnChg>
        <pc:cxnChg chg="del">
          <ac:chgData name="이건희" userId="0a994238-b102-4555-836f-34b53b2f3c57" providerId="ADAL" clId="{8DA326DE-65E5-462E-AEAE-DDC091F63FA0}" dt="2023-11-14T07:22:55.497" v="4619" actId="478"/>
          <ac:cxnSpMkLst>
            <pc:docMk/>
            <pc:sldMk cId="3021466618" sldId="319"/>
            <ac:cxnSpMk id="25" creationId="{DBA90B4A-4DC8-7F4F-EC3B-1E6153CCC230}"/>
          </ac:cxnSpMkLst>
        </pc:cxnChg>
      </pc:sldChg>
      <pc:sldChg chg="addSp delSp modSp mod">
        <pc:chgData name="이건희" userId="0a994238-b102-4555-836f-34b53b2f3c57" providerId="ADAL" clId="{8DA326DE-65E5-462E-AEAE-DDC091F63FA0}" dt="2023-11-16T08:20:06.724" v="9839"/>
        <pc:sldMkLst>
          <pc:docMk/>
          <pc:sldMk cId="324186103" sldId="321"/>
        </pc:sldMkLst>
        <pc:spChg chg="mod">
          <ac:chgData name="이건희" userId="0a994238-b102-4555-836f-34b53b2f3c57" providerId="ADAL" clId="{8DA326DE-65E5-462E-AEAE-DDC091F63FA0}" dt="2023-11-14T07:35:59.935" v="5432"/>
          <ac:spMkLst>
            <pc:docMk/>
            <pc:sldMk cId="324186103" sldId="321"/>
            <ac:spMk id="5" creationId="{B7743E73-E4BE-9E7A-00A2-0E06381E0F8A}"/>
          </ac:spMkLst>
        </pc:spChg>
        <pc:spChg chg="mod topLvl">
          <ac:chgData name="이건희" userId="0a994238-b102-4555-836f-34b53b2f3c57" providerId="ADAL" clId="{8DA326DE-65E5-462E-AEAE-DDC091F63FA0}" dt="2023-11-16T08:13:13.992" v="9646" actId="165"/>
          <ac:spMkLst>
            <pc:docMk/>
            <pc:sldMk cId="324186103" sldId="321"/>
            <ac:spMk id="8" creationId="{EA62C448-4B07-38EC-4FB9-80761514C9E3}"/>
          </ac:spMkLst>
        </pc:spChg>
        <pc:spChg chg="mod topLvl">
          <ac:chgData name="이건희" userId="0a994238-b102-4555-836f-34b53b2f3c57" providerId="ADAL" clId="{8DA326DE-65E5-462E-AEAE-DDC091F63FA0}" dt="2023-11-16T08:13:13.992" v="9646" actId="165"/>
          <ac:spMkLst>
            <pc:docMk/>
            <pc:sldMk cId="324186103" sldId="321"/>
            <ac:spMk id="10" creationId="{00601D95-7E7D-F1B3-A60D-FA59C93FAE60}"/>
          </ac:spMkLst>
        </pc:spChg>
        <pc:spChg chg="add del mod">
          <ac:chgData name="이건희" userId="0a994238-b102-4555-836f-34b53b2f3c57" providerId="ADAL" clId="{8DA326DE-65E5-462E-AEAE-DDC091F63FA0}" dt="2023-11-14T08:30:01.451" v="7875" actId="478"/>
          <ac:spMkLst>
            <pc:docMk/>
            <pc:sldMk cId="324186103" sldId="321"/>
            <ac:spMk id="12" creationId="{41170007-D701-A613-154C-FE12A189F310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14" creationId="{6234CE60-D218-395C-B1A8-E1062606AE03}"/>
          </ac:spMkLst>
        </pc:spChg>
        <pc:spChg chg="add del mod">
          <ac:chgData name="이건희" userId="0a994238-b102-4555-836f-34b53b2f3c57" providerId="ADAL" clId="{8DA326DE-65E5-462E-AEAE-DDC091F63FA0}" dt="2023-11-14T08:31:02.099" v="7912" actId="478"/>
          <ac:spMkLst>
            <pc:docMk/>
            <pc:sldMk cId="324186103" sldId="321"/>
            <ac:spMk id="14" creationId="{CA20E563-F831-FD8A-E3E1-BCBBF6F55450}"/>
          </ac:spMkLst>
        </pc:spChg>
        <pc:spChg chg="del mod">
          <ac:chgData name="이건희" userId="0a994238-b102-4555-836f-34b53b2f3c57" providerId="ADAL" clId="{8DA326DE-65E5-462E-AEAE-DDC091F63FA0}" dt="2023-11-16T08:13:30.566" v="9653" actId="478"/>
          <ac:spMkLst>
            <pc:docMk/>
            <pc:sldMk cId="324186103" sldId="321"/>
            <ac:spMk id="15" creationId="{A27653B9-39A8-6015-2562-3CD2486750DD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16" creationId="{80C64511-6840-5BCD-3A9C-3209B9229169}"/>
          </ac:spMkLst>
        </pc:spChg>
        <pc:spChg chg="del">
          <ac:chgData name="이건희" userId="0a994238-b102-4555-836f-34b53b2f3c57" providerId="ADAL" clId="{8DA326DE-65E5-462E-AEAE-DDC091F63FA0}" dt="2023-11-14T07:15:38.106" v="4475" actId="478"/>
          <ac:spMkLst>
            <pc:docMk/>
            <pc:sldMk cId="324186103" sldId="321"/>
            <ac:spMk id="17" creationId="{E739C76F-D016-C0AB-5B51-1D16BF427811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17" creationId="{F90997DD-BA42-97B4-DAFF-5F012E9F4F2A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18" creationId="{4EBD5F74-412B-DB8E-201C-43F02010C632}"/>
          </ac:spMkLst>
        </pc:spChg>
        <pc:spChg chg="del">
          <ac:chgData name="이건희" userId="0a994238-b102-4555-836f-34b53b2f3c57" providerId="ADAL" clId="{8DA326DE-65E5-462E-AEAE-DDC091F63FA0}" dt="2023-11-14T07:15:38.106" v="4475" actId="478"/>
          <ac:spMkLst>
            <pc:docMk/>
            <pc:sldMk cId="324186103" sldId="321"/>
            <ac:spMk id="18" creationId="{B11B1DA8-B3CD-E7F1-CC3C-255C11C24791}"/>
          </ac:spMkLst>
        </pc:spChg>
        <pc:spChg chg="del">
          <ac:chgData name="이건희" userId="0a994238-b102-4555-836f-34b53b2f3c57" providerId="ADAL" clId="{8DA326DE-65E5-462E-AEAE-DDC091F63FA0}" dt="2023-11-14T07:15:38.106" v="4475" actId="478"/>
          <ac:spMkLst>
            <pc:docMk/>
            <pc:sldMk cId="324186103" sldId="321"/>
            <ac:spMk id="19" creationId="{5541620F-99C7-21CC-2A94-5E1831683FBF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19" creationId="{5C5BAE55-EA0E-0A43-C96F-2012319CE6AE}"/>
          </ac:spMkLst>
        </pc:spChg>
        <pc:spChg chg="add mod ord">
          <ac:chgData name="이건희" userId="0a994238-b102-4555-836f-34b53b2f3c57" providerId="ADAL" clId="{8DA326DE-65E5-462E-AEAE-DDC091F63FA0}" dt="2023-11-14T08:32:05.418" v="7926" actId="1076"/>
          <ac:spMkLst>
            <pc:docMk/>
            <pc:sldMk cId="324186103" sldId="321"/>
            <ac:spMk id="20" creationId="{BF1B7492-5396-AC20-29C3-D8FA3826200B}"/>
          </ac:spMkLst>
        </pc:spChg>
        <pc:spChg chg="add mod">
          <ac:chgData name="이건희" userId="0a994238-b102-4555-836f-34b53b2f3c57" providerId="ADAL" clId="{8DA326DE-65E5-462E-AEAE-DDC091F63FA0}" dt="2023-11-14T08:31:51.942" v="7922" actId="2085"/>
          <ac:spMkLst>
            <pc:docMk/>
            <pc:sldMk cId="324186103" sldId="321"/>
            <ac:spMk id="21" creationId="{AAC286AA-5194-CE61-BAE2-9570A9FD5E12}"/>
          </ac:spMkLst>
        </pc:spChg>
        <pc:spChg chg="add del mod">
          <ac:chgData name="이건희" userId="0a994238-b102-4555-836f-34b53b2f3c57" providerId="ADAL" clId="{8DA326DE-65E5-462E-AEAE-DDC091F63FA0}" dt="2023-11-16T08:19:29.590" v="9837" actId="478"/>
          <ac:spMkLst>
            <pc:docMk/>
            <pc:sldMk cId="324186103" sldId="321"/>
            <ac:spMk id="22" creationId="{85E90B4D-96C7-5B8A-C397-427F8DD31BA0}"/>
          </ac:spMkLst>
        </pc:spChg>
        <pc:spChg chg="add del mod">
          <ac:chgData name="이건희" userId="0a994238-b102-4555-836f-34b53b2f3c57" providerId="ADAL" clId="{8DA326DE-65E5-462E-AEAE-DDC091F63FA0}" dt="2023-11-16T08:13:21.598" v="9649" actId="478"/>
          <ac:spMkLst>
            <pc:docMk/>
            <pc:sldMk cId="324186103" sldId="321"/>
            <ac:spMk id="23" creationId="{2D7FFF23-3037-739F-0434-15BCEF1C4EC5}"/>
          </ac:spMkLst>
        </pc:spChg>
        <pc:spChg chg="add mod ord">
          <ac:chgData name="이건희" userId="0a994238-b102-4555-836f-34b53b2f3c57" providerId="ADAL" clId="{8DA326DE-65E5-462E-AEAE-DDC091F63FA0}" dt="2023-11-14T08:43:58.317" v="7947" actId="1076"/>
          <ac:spMkLst>
            <pc:docMk/>
            <pc:sldMk cId="324186103" sldId="321"/>
            <ac:spMk id="24" creationId="{0BD93A9D-C460-53EB-28F7-F4173914CB9A}"/>
          </ac:spMkLst>
        </pc:spChg>
        <pc:spChg chg="add mod">
          <ac:chgData name="이건희" userId="0a994238-b102-4555-836f-34b53b2f3c57" providerId="ADAL" clId="{8DA326DE-65E5-462E-AEAE-DDC091F63FA0}" dt="2023-11-14T08:43:45.210" v="7943" actId="1038"/>
          <ac:spMkLst>
            <pc:docMk/>
            <pc:sldMk cId="324186103" sldId="321"/>
            <ac:spMk id="25" creationId="{605596E6-DF79-81D4-20B4-D7186420F802}"/>
          </ac:spMkLst>
        </pc:spChg>
        <pc:spChg chg="add del mod">
          <ac:chgData name="이건희" userId="0a994238-b102-4555-836f-34b53b2f3c57" providerId="ADAL" clId="{8DA326DE-65E5-462E-AEAE-DDC091F63FA0}" dt="2023-11-14T08:43:40.673" v="7935" actId="478"/>
          <ac:spMkLst>
            <pc:docMk/>
            <pc:sldMk cId="324186103" sldId="321"/>
            <ac:spMk id="26" creationId="{868C9806-0794-92BA-90B7-2A11C9B81BB3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26" creationId="{A7AA4AF4-824F-00DD-ACDC-D8F90D9FA734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27" creationId="{2C04B0F5-EE73-C6BC-4B22-B4DEAC599A6B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28" creationId="{031C71CC-47E8-800F-40DA-77BD5E39ECE8}"/>
          </ac:spMkLst>
        </pc:spChg>
        <pc:spChg chg="mod">
          <ac:chgData name="이건희" userId="0a994238-b102-4555-836f-34b53b2f3c57" providerId="ADAL" clId="{8DA326DE-65E5-462E-AEAE-DDC091F63FA0}" dt="2023-11-16T08:13:04.891" v="9643"/>
          <ac:spMkLst>
            <pc:docMk/>
            <pc:sldMk cId="324186103" sldId="321"/>
            <ac:spMk id="29" creationId="{FC8BC19E-F196-836D-346C-5637BC71AE90}"/>
          </ac:spMkLst>
        </pc:spChg>
        <pc:spChg chg="mod">
          <ac:chgData name="이건희" userId="0a994238-b102-4555-836f-34b53b2f3c57" providerId="ADAL" clId="{8DA326DE-65E5-462E-AEAE-DDC091F63FA0}" dt="2023-11-16T08:20:06.724" v="9839"/>
          <ac:spMkLst>
            <pc:docMk/>
            <pc:sldMk cId="324186103" sldId="321"/>
            <ac:spMk id="47" creationId="{32C9B943-D515-F297-7706-FC800F6E0E63}"/>
          </ac:spMkLst>
        </pc:spChg>
        <pc:grpChg chg="add del mod">
          <ac:chgData name="이건희" userId="0a994238-b102-4555-836f-34b53b2f3c57" providerId="ADAL" clId="{8DA326DE-65E5-462E-AEAE-DDC091F63FA0}" dt="2023-11-16T08:13:13.992" v="9646" actId="165"/>
          <ac:grpSpMkLst>
            <pc:docMk/>
            <pc:sldMk cId="324186103" sldId="321"/>
            <ac:grpSpMk id="3" creationId="{64843513-9E40-5ECD-8A1A-FC000EC6D0DA}"/>
          </ac:grpSpMkLst>
        </pc:grpChg>
        <pc:grpChg chg="add mod ord">
          <ac:chgData name="이건희" userId="0a994238-b102-4555-836f-34b53b2f3c57" providerId="ADAL" clId="{8DA326DE-65E5-462E-AEAE-DDC091F63FA0}" dt="2023-11-16T08:13:45.070" v="9662" actId="1035"/>
          <ac:grpSpMkLst>
            <pc:docMk/>
            <pc:sldMk cId="324186103" sldId="321"/>
            <ac:grpSpMk id="12" creationId="{5FA4FF01-A1B1-C343-EDCA-5ACCABE647B6}"/>
          </ac:grpSpMkLst>
        </pc:grpChg>
        <pc:picChg chg="del mod topLvl">
          <ac:chgData name="이건희" userId="0a994238-b102-4555-836f-34b53b2f3c57" providerId="ADAL" clId="{8DA326DE-65E5-462E-AEAE-DDC091F63FA0}" dt="2023-11-16T08:13:18.389" v="9648" actId="478"/>
          <ac:picMkLst>
            <pc:docMk/>
            <pc:sldMk cId="324186103" sldId="321"/>
            <ac:picMk id="6" creationId="{62FF40EA-3C0D-DF9B-2394-D9F5B8F10DD2}"/>
          </ac:picMkLst>
        </pc:picChg>
        <pc:picChg chg="mod topLvl">
          <ac:chgData name="이건희" userId="0a994238-b102-4555-836f-34b53b2f3c57" providerId="ADAL" clId="{8DA326DE-65E5-462E-AEAE-DDC091F63FA0}" dt="2023-11-16T08:13:13.992" v="9646" actId="165"/>
          <ac:picMkLst>
            <pc:docMk/>
            <pc:sldMk cId="324186103" sldId="321"/>
            <ac:picMk id="7" creationId="{4C54AE4B-C0B7-7E0F-12C2-119DC90FA194}"/>
          </ac:picMkLst>
        </pc:picChg>
        <pc:picChg chg="add mod ord">
          <ac:chgData name="이건희" userId="0a994238-b102-4555-836f-34b53b2f3c57" providerId="ADAL" clId="{8DA326DE-65E5-462E-AEAE-DDC091F63FA0}" dt="2023-11-14T07:17:07.940" v="4534" actId="167"/>
          <ac:picMkLst>
            <pc:docMk/>
            <pc:sldMk cId="324186103" sldId="321"/>
            <ac:picMk id="11" creationId="{48EFA2AF-29F2-2FC4-D334-31ADF16F4A59}"/>
          </ac:picMkLst>
        </pc:picChg>
        <pc:picChg chg="mod">
          <ac:chgData name="이건희" userId="0a994238-b102-4555-836f-34b53b2f3c57" providerId="ADAL" clId="{8DA326DE-65E5-462E-AEAE-DDC091F63FA0}" dt="2023-11-16T08:13:04.891" v="9643"/>
          <ac:picMkLst>
            <pc:docMk/>
            <pc:sldMk cId="324186103" sldId="321"/>
            <ac:picMk id="13" creationId="{365D055D-3D39-E747-EA70-C630F8A64C21}"/>
          </ac:picMkLst>
        </pc:picChg>
        <pc:picChg chg="del">
          <ac:chgData name="이건희" userId="0a994238-b102-4555-836f-34b53b2f3c57" providerId="ADAL" clId="{8DA326DE-65E5-462E-AEAE-DDC091F63FA0}" dt="2023-11-14T07:17:09.426" v="4535" actId="478"/>
          <ac:picMkLst>
            <pc:docMk/>
            <pc:sldMk cId="324186103" sldId="321"/>
            <ac:picMk id="13" creationId="{906D84B1-2C79-9289-5730-F2769C011BAB}"/>
          </ac:picMkLst>
        </pc:picChg>
        <pc:picChg chg="del">
          <ac:chgData name="이건희" userId="0a994238-b102-4555-836f-34b53b2f3c57" providerId="ADAL" clId="{8DA326DE-65E5-462E-AEAE-DDC091F63FA0}" dt="2023-11-14T07:15:38.106" v="4475" actId="478"/>
          <ac:picMkLst>
            <pc:docMk/>
            <pc:sldMk cId="324186103" sldId="321"/>
            <ac:picMk id="15" creationId="{9969FA49-8BAF-B441-3C6C-C168DEAA8B7A}"/>
          </ac:picMkLst>
        </pc:picChg>
        <pc:picChg chg="del">
          <ac:chgData name="이건희" userId="0a994238-b102-4555-836f-34b53b2f3c57" providerId="ADAL" clId="{8DA326DE-65E5-462E-AEAE-DDC091F63FA0}" dt="2023-11-14T07:15:38.106" v="4475" actId="478"/>
          <ac:picMkLst>
            <pc:docMk/>
            <pc:sldMk cId="324186103" sldId="321"/>
            <ac:picMk id="16" creationId="{8475D2C7-4CCC-8FB4-3E37-EED065DBCF2A}"/>
          </ac:picMkLst>
        </pc:picChg>
      </pc:sldChg>
      <pc:sldChg chg="del">
        <pc:chgData name="이건희" userId="0a994238-b102-4555-836f-34b53b2f3c57" providerId="ADAL" clId="{8DA326DE-65E5-462E-AEAE-DDC091F63FA0}" dt="2023-11-14T06:40:48.856" v="3630" actId="47"/>
        <pc:sldMkLst>
          <pc:docMk/>
          <pc:sldMk cId="3497201781" sldId="322"/>
        </pc:sldMkLst>
      </pc:sldChg>
      <pc:sldChg chg="del">
        <pc:chgData name="이건희" userId="0a994238-b102-4555-836f-34b53b2f3c57" providerId="ADAL" clId="{8DA326DE-65E5-462E-AEAE-DDC091F63FA0}" dt="2023-11-14T05:40:01.184" v="937" actId="47"/>
        <pc:sldMkLst>
          <pc:docMk/>
          <pc:sldMk cId="3833808949" sldId="323"/>
        </pc:sldMkLst>
      </pc:sldChg>
      <pc:sldChg chg="del">
        <pc:chgData name="이건희" userId="0a994238-b102-4555-836f-34b53b2f3c57" providerId="ADAL" clId="{8DA326DE-65E5-462E-AEAE-DDC091F63FA0}" dt="2023-11-14T05:32:28.649" v="400" actId="47"/>
        <pc:sldMkLst>
          <pc:docMk/>
          <pc:sldMk cId="2735098485" sldId="324"/>
        </pc:sldMkLst>
      </pc:sldChg>
      <pc:sldChg chg="addSp modSp del mod">
        <pc:chgData name="이건희" userId="0a994238-b102-4555-836f-34b53b2f3c57" providerId="ADAL" clId="{8DA326DE-65E5-462E-AEAE-DDC091F63FA0}" dt="2023-11-14T06:13:41.426" v="2760" actId="47"/>
        <pc:sldMkLst>
          <pc:docMk/>
          <pc:sldMk cId="105283773" sldId="325"/>
        </pc:sldMkLst>
        <pc:spChg chg="mod">
          <ac:chgData name="이건희" userId="0a994238-b102-4555-836f-34b53b2f3c57" providerId="ADAL" clId="{8DA326DE-65E5-462E-AEAE-DDC091F63FA0}" dt="2023-11-14T04:19:09.722" v="275" actId="1036"/>
          <ac:spMkLst>
            <pc:docMk/>
            <pc:sldMk cId="105283773" sldId="325"/>
            <ac:spMk id="3" creationId="{15C8870A-61D4-CE8A-A294-1E7500920519}"/>
          </ac:spMkLst>
        </pc:spChg>
        <pc:spChg chg="mod">
          <ac:chgData name="이건희" userId="0a994238-b102-4555-836f-34b53b2f3c57" providerId="ADAL" clId="{8DA326DE-65E5-462E-AEAE-DDC091F63FA0}" dt="2023-11-14T05:48:45.307" v="1159"/>
          <ac:spMkLst>
            <pc:docMk/>
            <pc:sldMk cId="105283773" sldId="325"/>
            <ac:spMk id="5" creationId="{DF679D80-06E1-DD85-4E69-D4E5D4BDD2AB}"/>
          </ac:spMkLst>
        </pc:spChg>
        <pc:spChg chg="mod">
          <ac:chgData name="이건희" userId="0a994238-b102-4555-836f-34b53b2f3c57" providerId="ADAL" clId="{8DA326DE-65E5-462E-AEAE-DDC091F63FA0}" dt="2023-11-14T04:19:09.722" v="275" actId="1036"/>
          <ac:spMkLst>
            <pc:docMk/>
            <pc:sldMk cId="105283773" sldId="325"/>
            <ac:spMk id="6" creationId="{0273DF60-FAA2-542A-BB29-68E6E84C630B}"/>
          </ac:spMkLst>
        </pc:spChg>
        <pc:spChg chg="mod">
          <ac:chgData name="이건희" userId="0a994238-b102-4555-836f-34b53b2f3c57" providerId="ADAL" clId="{8DA326DE-65E5-462E-AEAE-DDC091F63FA0}" dt="2023-11-14T04:19:09.722" v="275" actId="1036"/>
          <ac:spMkLst>
            <pc:docMk/>
            <pc:sldMk cId="105283773" sldId="325"/>
            <ac:spMk id="9" creationId="{FE75ACF5-16C6-9832-DF06-DD9301F49A9F}"/>
          </ac:spMkLst>
        </pc:spChg>
        <pc:spChg chg="mod">
          <ac:chgData name="이건희" userId="0a994238-b102-4555-836f-34b53b2f3c57" providerId="ADAL" clId="{8DA326DE-65E5-462E-AEAE-DDC091F63FA0}" dt="2023-11-14T04:19:09.722" v="275" actId="1036"/>
          <ac:spMkLst>
            <pc:docMk/>
            <pc:sldMk cId="105283773" sldId="325"/>
            <ac:spMk id="10" creationId="{5CD9F6B4-E742-0F83-EA2F-17FD716A4622}"/>
          </ac:spMkLst>
        </pc:spChg>
        <pc:spChg chg="mod">
          <ac:chgData name="이건희" userId="0a994238-b102-4555-836f-34b53b2f3c57" providerId="ADAL" clId="{8DA326DE-65E5-462E-AEAE-DDC091F63FA0}" dt="2023-11-14T04:18:47.350" v="197" actId="1036"/>
          <ac:spMkLst>
            <pc:docMk/>
            <pc:sldMk cId="105283773" sldId="325"/>
            <ac:spMk id="11" creationId="{391C9D5D-1FA4-1699-1092-D05A2E70E48B}"/>
          </ac:spMkLst>
        </pc:spChg>
        <pc:spChg chg="add mod">
          <ac:chgData name="이건희" userId="0a994238-b102-4555-836f-34b53b2f3c57" providerId="ADAL" clId="{8DA326DE-65E5-462E-AEAE-DDC091F63FA0}" dt="2023-11-14T06:04:43.205" v="2167" actId="164"/>
          <ac:spMkLst>
            <pc:docMk/>
            <pc:sldMk cId="105283773" sldId="325"/>
            <ac:spMk id="25" creationId="{A5976109-EB5F-9675-84BF-75B875C07BC9}"/>
          </ac:spMkLst>
        </pc:spChg>
        <pc:spChg chg="add mod">
          <ac:chgData name="이건희" userId="0a994238-b102-4555-836f-34b53b2f3c57" providerId="ADAL" clId="{8DA326DE-65E5-462E-AEAE-DDC091F63FA0}" dt="2023-11-14T06:04:43.205" v="2167" actId="164"/>
          <ac:spMkLst>
            <pc:docMk/>
            <pc:sldMk cId="105283773" sldId="325"/>
            <ac:spMk id="26" creationId="{2F749957-FA61-0404-684C-6110105D858E}"/>
          </ac:spMkLst>
        </pc:spChg>
        <pc:spChg chg="add mod">
          <ac:chgData name="이건희" userId="0a994238-b102-4555-836f-34b53b2f3c57" providerId="ADAL" clId="{8DA326DE-65E5-462E-AEAE-DDC091F63FA0}" dt="2023-11-14T06:04:43.205" v="2167" actId="164"/>
          <ac:spMkLst>
            <pc:docMk/>
            <pc:sldMk cId="105283773" sldId="325"/>
            <ac:spMk id="27" creationId="{8D55294F-D865-076F-D9A3-42459815E3CF}"/>
          </ac:spMkLst>
        </pc:spChg>
        <pc:spChg chg="add mod">
          <ac:chgData name="이건희" userId="0a994238-b102-4555-836f-34b53b2f3c57" providerId="ADAL" clId="{8DA326DE-65E5-462E-AEAE-DDC091F63FA0}" dt="2023-11-14T06:04:43.205" v="2167" actId="164"/>
          <ac:spMkLst>
            <pc:docMk/>
            <pc:sldMk cId="105283773" sldId="325"/>
            <ac:spMk id="28" creationId="{EFD52EB3-1315-D79F-1AFD-25F271D44A49}"/>
          </ac:spMkLst>
        </pc:spChg>
        <pc:spChg chg="add mod">
          <ac:chgData name="이건희" userId="0a994238-b102-4555-836f-34b53b2f3c57" providerId="ADAL" clId="{8DA326DE-65E5-462E-AEAE-DDC091F63FA0}" dt="2023-11-14T06:04:43.205" v="2167" actId="164"/>
          <ac:spMkLst>
            <pc:docMk/>
            <pc:sldMk cId="105283773" sldId="325"/>
            <ac:spMk id="29" creationId="{B08321A4-877B-CB6F-4032-F0DBD1977466}"/>
          </ac:spMkLst>
        </pc:spChg>
        <pc:spChg chg="add mod">
          <ac:chgData name="이건희" userId="0a994238-b102-4555-836f-34b53b2f3c57" providerId="ADAL" clId="{8DA326DE-65E5-462E-AEAE-DDC091F63FA0}" dt="2023-11-14T06:04:43.205" v="2167" actId="164"/>
          <ac:spMkLst>
            <pc:docMk/>
            <pc:sldMk cId="105283773" sldId="325"/>
            <ac:spMk id="36" creationId="{FEE3EDE7-0668-E703-84C6-EB19527FE9D0}"/>
          </ac:spMkLst>
        </pc:spChg>
        <pc:spChg chg="add mod">
          <ac:chgData name="이건희" userId="0a994238-b102-4555-836f-34b53b2f3c57" providerId="ADAL" clId="{8DA326DE-65E5-462E-AEAE-DDC091F63FA0}" dt="2023-11-14T06:04:43.205" v="2167" actId="164"/>
          <ac:spMkLst>
            <pc:docMk/>
            <pc:sldMk cId="105283773" sldId="325"/>
            <ac:spMk id="38" creationId="{29D969C0-EC96-8FF8-9735-F8325EF7D850}"/>
          </ac:spMkLst>
        </pc:spChg>
        <pc:grpChg chg="mod">
          <ac:chgData name="이건희" userId="0a994238-b102-4555-836f-34b53b2f3c57" providerId="ADAL" clId="{8DA326DE-65E5-462E-AEAE-DDC091F63FA0}" dt="2023-11-14T04:19:09.722" v="275" actId="1036"/>
          <ac:grpSpMkLst>
            <pc:docMk/>
            <pc:sldMk cId="105283773" sldId="325"/>
            <ac:grpSpMk id="15" creationId="{208773CA-FCBF-6F16-A7B9-D4E40666E710}"/>
          </ac:grpSpMkLst>
        </pc:grpChg>
        <pc:grpChg chg="mod">
          <ac:chgData name="이건희" userId="0a994238-b102-4555-836f-34b53b2f3c57" providerId="ADAL" clId="{8DA326DE-65E5-462E-AEAE-DDC091F63FA0}" dt="2023-11-14T04:19:09.722" v="275" actId="1036"/>
          <ac:grpSpMkLst>
            <pc:docMk/>
            <pc:sldMk cId="105283773" sldId="325"/>
            <ac:grpSpMk id="16" creationId="{76C2AA0B-4AAD-3538-C3A0-F4A135E3011B}"/>
          </ac:grpSpMkLst>
        </pc:grpChg>
        <pc:grpChg chg="mod">
          <ac:chgData name="이건희" userId="0a994238-b102-4555-836f-34b53b2f3c57" providerId="ADAL" clId="{8DA326DE-65E5-462E-AEAE-DDC091F63FA0}" dt="2023-11-14T04:19:09.722" v="275" actId="1036"/>
          <ac:grpSpMkLst>
            <pc:docMk/>
            <pc:sldMk cId="105283773" sldId="325"/>
            <ac:grpSpMk id="17" creationId="{249D7DBF-ABD4-5245-E495-FACA5074B89B}"/>
          </ac:grpSpMkLst>
        </pc:grpChg>
        <pc:grpChg chg="mod">
          <ac:chgData name="이건희" userId="0a994238-b102-4555-836f-34b53b2f3c57" providerId="ADAL" clId="{8DA326DE-65E5-462E-AEAE-DDC091F63FA0}" dt="2023-11-14T04:19:09.722" v="275" actId="1036"/>
          <ac:grpSpMkLst>
            <pc:docMk/>
            <pc:sldMk cId="105283773" sldId="325"/>
            <ac:grpSpMk id="18" creationId="{4727593F-E681-6ADB-C331-D1CAD0F40C57}"/>
          </ac:grpSpMkLst>
        </pc:grpChg>
        <pc:grpChg chg="mod">
          <ac:chgData name="이건희" userId="0a994238-b102-4555-836f-34b53b2f3c57" providerId="ADAL" clId="{8DA326DE-65E5-462E-AEAE-DDC091F63FA0}" dt="2023-11-14T04:19:09.722" v="275" actId="1036"/>
          <ac:grpSpMkLst>
            <pc:docMk/>
            <pc:sldMk cId="105283773" sldId="325"/>
            <ac:grpSpMk id="19" creationId="{4844AFBA-3C26-8BCD-7D65-9911256E370F}"/>
          </ac:grpSpMkLst>
        </pc:grpChg>
        <pc:grpChg chg="mod">
          <ac:chgData name="이건희" userId="0a994238-b102-4555-836f-34b53b2f3c57" providerId="ADAL" clId="{8DA326DE-65E5-462E-AEAE-DDC091F63FA0}" dt="2023-11-14T04:19:09.722" v="275" actId="1036"/>
          <ac:grpSpMkLst>
            <pc:docMk/>
            <pc:sldMk cId="105283773" sldId="325"/>
            <ac:grpSpMk id="20" creationId="{410FA7C5-8622-9B9C-BA3B-3B0450BAECB3}"/>
          </ac:grpSpMkLst>
        </pc:grpChg>
        <pc:grpChg chg="add mod">
          <ac:chgData name="이건희" userId="0a994238-b102-4555-836f-34b53b2f3c57" providerId="ADAL" clId="{8DA326DE-65E5-462E-AEAE-DDC091F63FA0}" dt="2023-11-14T06:04:43.205" v="2167" actId="164"/>
          <ac:grpSpMkLst>
            <pc:docMk/>
            <pc:sldMk cId="105283773" sldId="325"/>
            <ac:grpSpMk id="39" creationId="{841C76B8-F61F-71DB-76A6-309EA6E24AE8}"/>
          </ac:grpSpMkLst>
        </pc:grpChg>
        <pc:grpChg chg="mod">
          <ac:chgData name="이건희" userId="0a994238-b102-4555-836f-34b53b2f3c57" providerId="ADAL" clId="{8DA326DE-65E5-462E-AEAE-DDC091F63FA0}" dt="2023-11-14T04:18:47.350" v="197" actId="1036"/>
          <ac:grpSpMkLst>
            <pc:docMk/>
            <pc:sldMk cId="105283773" sldId="325"/>
            <ac:grpSpMk id="42" creationId="{337E5950-389D-2C3C-3983-DE48022E1B6E}"/>
          </ac:grpSpMkLst>
        </pc:grpChg>
        <pc:picChg chg="mod">
          <ac:chgData name="이건희" userId="0a994238-b102-4555-836f-34b53b2f3c57" providerId="ADAL" clId="{8DA326DE-65E5-462E-AEAE-DDC091F63FA0}" dt="2023-11-14T04:19:09.722" v="275" actId="1036"/>
          <ac:picMkLst>
            <pc:docMk/>
            <pc:sldMk cId="105283773" sldId="325"/>
            <ac:picMk id="7" creationId="{A6CB1C0C-40FE-0D5E-259B-ED7883939514}"/>
          </ac:picMkLst>
        </pc:picChg>
        <pc:picChg chg="mod">
          <ac:chgData name="이건희" userId="0a994238-b102-4555-836f-34b53b2f3c57" providerId="ADAL" clId="{8DA326DE-65E5-462E-AEAE-DDC091F63FA0}" dt="2023-11-14T04:19:09.722" v="275" actId="1036"/>
          <ac:picMkLst>
            <pc:docMk/>
            <pc:sldMk cId="105283773" sldId="325"/>
            <ac:picMk id="8" creationId="{3A350471-3801-A8F3-7D1C-59854AD8FDB9}"/>
          </ac:picMkLst>
        </pc:picChg>
        <pc:picChg chg="mod">
          <ac:chgData name="이건희" userId="0a994238-b102-4555-836f-34b53b2f3c57" providerId="ADAL" clId="{8DA326DE-65E5-462E-AEAE-DDC091F63FA0}" dt="2023-11-14T04:19:09.722" v="275" actId="1036"/>
          <ac:picMkLst>
            <pc:docMk/>
            <pc:sldMk cId="105283773" sldId="325"/>
            <ac:picMk id="13" creationId="{4F53830A-5D48-8994-836D-A9AEB2FA269D}"/>
          </ac:picMkLst>
        </pc:picChg>
        <pc:picChg chg="mod">
          <ac:chgData name="이건희" userId="0a994238-b102-4555-836f-34b53b2f3c57" providerId="ADAL" clId="{8DA326DE-65E5-462E-AEAE-DDC091F63FA0}" dt="2023-11-14T04:19:09.722" v="275" actId="1036"/>
          <ac:picMkLst>
            <pc:docMk/>
            <pc:sldMk cId="105283773" sldId="325"/>
            <ac:picMk id="14" creationId="{A712E7E0-ABAF-47A3-7D1B-C5B24924A535}"/>
          </ac:picMkLst>
        </pc:picChg>
        <pc:picChg chg="mod">
          <ac:chgData name="이건희" userId="0a994238-b102-4555-836f-34b53b2f3c57" providerId="ADAL" clId="{8DA326DE-65E5-462E-AEAE-DDC091F63FA0}" dt="2023-11-14T04:19:09.722" v="275" actId="1036"/>
          <ac:picMkLst>
            <pc:docMk/>
            <pc:sldMk cId="105283773" sldId="325"/>
            <ac:picMk id="2050" creationId="{9AEA94BF-0C7A-FEA5-EAA7-7C27C6B34F9B}"/>
          </ac:picMkLst>
        </pc:picChg>
        <pc:picChg chg="mod">
          <ac:chgData name="이건희" userId="0a994238-b102-4555-836f-34b53b2f3c57" providerId="ADAL" clId="{8DA326DE-65E5-462E-AEAE-DDC091F63FA0}" dt="2023-11-14T04:19:09.722" v="275" actId="1036"/>
          <ac:picMkLst>
            <pc:docMk/>
            <pc:sldMk cId="105283773" sldId="325"/>
            <ac:picMk id="2058" creationId="{A7D49D27-CA70-6A52-C2C8-E36B2DC87349}"/>
          </ac:picMkLst>
        </pc:picChg>
        <pc:cxnChg chg="mod">
          <ac:chgData name="이건희" userId="0a994238-b102-4555-836f-34b53b2f3c57" providerId="ADAL" clId="{8DA326DE-65E5-462E-AEAE-DDC091F63FA0}" dt="2023-11-14T04:19:05.002" v="243" actId="1037"/>
          <ac:cxnSpMkLst>
            <pc:docMk/>
            <pc:sldMk cId="105283773" sldId="325"/>
            <ac:cxnSpMk id="45" creationId="{E9D7127B-FB1E-2A2E-0311-8611AEF38863}"/>
          </ac:cxnSpMkLst>
        </pc:cxnChg>
      </pc:sldChg>
      <pc:sldChg chg="addSp delSp modSp mod">
        <pc:chgData name="이건희" userId="0a994238-b102-4555-836f-34b53b2f3c57" providerId="ADAL" clId="{8DA326DE-65E5-462E-AEAE-DDC091F63FA0}" dt="2023-11-16T07:39:49.713" v="8651" actId="20577"/>
        <pc:sldMkLst>
          <pc:docMk/>
          <pc:sldMk cId="689764768" sldId="326"/>
        </pc:sldMkLst>
        <pc:spChg chg="mod">
          <ac:chgData name="이건희" userId="0a994238-b102-4555-836f-34b53b2f3c57" providerId="ADAL" clId="{8DA326DE-65E5-462E-AEAE-DDC091F63FA0}" dt="2023-11-16T07:39:49.713" v="8651" actId="20577"/>
          <ac:spMkLst>
            <pc:docMk/>
            <pc:sldMk cId="689764768" sldId="326"/>
            <ac:spMk id="5" creationId="{DFFD5F85-16DF-8579-5DCF-F06F6E87AA40}"/>
          </ac:spMkLst>
        </pc:spChg>
        <pc:spChg chg="mod">
          <ac:chgData name="이건희" userId="0a994238-b102-4555-836f-34b53b2f3c57" providerId="ADAL" clId="{8DA326DE-65E5-462E-AEAE-DDC091F63FA0}" dt="2023-11-16T07:39:46.465" v="8649" actId="20577"/>
          <ac:spMkLst>
            <pc:docMk/>
            <pc:sldMk cId="689764768" sldId="326"/>
            <ac:spMk id="8" creationId="{8448505C-B72C-0E1F-1CA7-ACE2529C89DE}"/>
          </ac:spMkLst>
        </pc:spChg>
        <pc:spChg chg="mod">
          <ac:chgData name="이건희" userId="0a994238-b102-4555-836f-34b53b2f3c57" providerId="ADAL" clId="{8DA326DE-65E5-462E-AEAE-DDC091F63FA0}" dt="2023-11-14T06:52:34.990" v="3703" actId="1037"/>
          <ac:spMkLst>
            <pc:docMk/>
            <pc:sldMk cId="689764768" sldId="326"/>
            <ac:spMk id="10" creationId="{5D4F5A7E-AAD1-A74A-E546-DF1446FF8C5F}"/>
          </ac:spMkLst>
        </pc:spChg>
        <pc:spChg chg="add mod">
          <ac:chgData name="이건희" userId="0a994238-b102-4555-836f-34b53b2f3c57" providerId="ADAL" clId="{8DA326DE-65E5-462E-AEAE-DDC091F63FA0}" dt="2023-11-16T00:57:13.828" v="8122"/>
          <ac:spMkLst>
            <pc:docMk/>
            <pc:sldMk cId="689764768" sldId="326"/>
            <ac:spMk id="14" creationId="{69E49249-F40C-0A69-93C7-AB49C362C90F}"/>
          </ac:spMkLst>
        </pc:spChg>
        <pc:spChg chg="mod">
          <ac:chgData name="이건희" userId="0a994238-b102-4555-836f-34b53b2f3c57" providerId="ADAL" clId="{8DA326DE-65E5-462E-AEAE-DDC091F63FA0}" dt="2023-11-14T06:58:55.323" v="4212" actId="20577"/>
          <ac:spMkLst>
            <pc:docMk/>
            <pc:sldMk cId="689764768" sldId="326"/>
            <ac:spMk id="18" creationId="{7EB7D028-1180-AAAF-7E15-CF57F99EE238}"/>
          </ac:spMkLst>
        </pc:spChg>
        <pc:spChg chg="mod">
          <ac:chgData name="이건희" userId="0a994238-b102-4555-836f-34b53b2f3c57" providerId="ADAL" clId="{8DA326DE-65E5-462E-AEAE-DDC091F63FA0}" dt="2023-11-16T00:58:36.665" v="8157" actId="1076"/>
          <ac:spMkLst>
            <pc:docMk/>
            <pc:sldMk cId="689764768" sldId="326"/>
            <ac:spMk id="19" creationId="{F9EB13B2-0D37-5019-B323-B05F176BFDC6}"/>
          </ac:spMkLst>
        </pc:spChg>
        <pc:spChg chg="mod">
          <ac:chgData name="이건희" userId="0a994238-b102-4555-836f-34b53b2f3c57" providerId="ADAL" clId="{8DA326DE-65E5-462E-AEAE-DDC091F63FA0}" dt="2023-11-14T07:50:14.474" v="6690" actId="20577"/>
          <ac:spMkLst>
            <pc:docMk/>
            <pc:sldMk cId="689764768" sldId="326"/>
            <ac:spMk id="21" creationId="{E4F8A20A-1199-4B3B-C319-0E5406F4DEEA}"/>
          </ac:spMkLst>
        </pc:spChg>
        <pc:spChg chg="mod">
          <ac:chgData name="이건희" userId="0a994238-b102-4555-836f-34b53b2f3c57" providerId="ADAL" clId="{8DA326DE-65E5-462E-AEAE-DDC091F63FA0}" dt="2023-11-14T06:52:43.462" v="3723" actId="1038"/>
          <ac:spMkLst>
            <pc:docMk/>
            <pc:sldMk cId="689764768" sldId="326"/>
            <ac:spMk id="72" creationId="{B2AFC59B-DDB8-E640-F108-813A1F41F1CB}"/>
          </ac:spMkLst>
        </pc:spChg>
        <pc:spChg chg="mod">
          <ac:chgData name="이건희" userId="0a994238-b102-4555-836f-34b53b2f3c57" providerId="ADAL" clId="{8DA326DE-65E5-462E-AEAE-DDC091F63FA0}" dt="2023-11-14T06:52:51.206" v="3738" actId="1037"/>
          <ac:spMkLst>
            <pc:docMk/>
            <pc:sldMk cId="689764768" sldId="326"/>
            <ac:spMk id="75" creationId="{DC0E6938-5707-959C-B923-D01E0CAD9807}"/>
          </ac:spMkLst>
        </pc:spChg>
        <pc:spChg chg="mod">
          <ac:chgData name="이건희" userId="0a994238-b102-4555-836f-34b53b2f3c57" providerId="ADAL" clId="{8DA326DE-65E5-462E-AEAE-DDC091F63FA0}" dt="2023-11-14T06:53:03.494" v="3760" actId="1038"/>
          <ac:spMkLst>
            <pc:docMk/>
            <pc:sldMk cId="689764768" sldId="326"/>
            <ac:spMk id="80" creationId="{0A14C1DE-911C-B20A-17F3-1566ABD7943F}"/>
          </ac:spMkLst>
        </pc:spChg>
        <pc:spChg chg="mod">
          <ac:chgData name="이건희" userId="0a994238-b102-4555-836f-34b53b2f3c57" providerId="ADAL" clId="{8DA326DE-65E5-462E-AEAE-DDC091F63FA0}" dt="2023-11-16T00:58:08.178" v="8133"/>
          <ac:spMkLst>
            <pc:docMk/>
            <pc:sldMk cId="689764768" sldId="326"/>
            <ac:spMk id="171" creationId="{3D49A621-69E8-ED78-5260-A69E4F2A6376}"/>
          </ac:spMkLst>
        </pc:spChg>
        <pc:spChg chg="mod">
          <ac:chgData name="이건희" userId="0a994238-b102-4555-836f-34b53b2f3c57" providerId="ADAL" clId="{8DA326DE-65E5-462E-AEAE-DDC091F63FA0}" dt="2023-11-16T00:58:40.513" v="8177" actId="1035"/>
          <ac:spMkLst>
            <pc:docMk/>
            <pc:sldMk cId="689764768" sldId="326"/>
            <ac:spMk id="175" creationId="{BFECA018-A40E-0F72-D25C-2C04656BF2F3}"/>
          </ac:spMkLst>
        </pc:spChg>
        <pc:spChg chg="mod">
          <ac:chgData name="이건희" userId="0a994238-b102-4555-836f-34b53b2f3c57" providerId="ADAL" clId="{8DA326DE-65E5-462E-AEAE-DDC091F63FA0}" dt="2023-11-16T00:58:44.802" v="8195" actId="1036"/>
          <ac:spMkLst>
            <pc:docMk/>
            <pc:sldMk cId="689764768" sldId="326"/>
            <ac:spMk id="177" creationId="{536B5D8D-1006-4B0C-206F-171CDC62D5E2}"/>
          </ac:spMkLst>
        </pc:spChg>
        <pc:spChg chg="mod">
          <ac:chgData name="이건희" userId="0a994238-b102-4555-836f-34b53b2f3c57" providerId="ADAL" clId="{8DA326DE-65E5-462E-AEAE-DDC091F63FA0}" dt="2023-11-16T00:58:48.170" v="8210" actId="1035"/>
          <ac:spMkLst>
            <pc:docMk/>
            <pc:sldMk cId="689764768" sldId="326"/>
            <ac:spMk id="179" creationId="{A3CF1A65-B9DD-8724-312D-20A3E44DFA2A}"/>
          </ac:spMkLst>
        </pc:spChg>
        <pc:picChg chg="add mod">
          <ac:chgData name="이건희" userId="0a994238-b102-4555-836f-34b53b2f3c57" providerId="ADAL" clId="{8DA326DE-65E5-462E-AEAE-DDC091F63FA0}" dt="2023-11-16T00:57:23.342" v="8123" actId="167"/>
          <ac:picMkLst>
            <pc:docMk/>
            <pc:sldMk cId="689764768" sldId="326"/>
            <ac:picMk id="3" creationId="{4A9AA8F9-D4A5-18F4-ADA3-65001B389390}"/>
          </ac:picMkLst>
        </pc:picChg>
        <pc:picChg chg="add mod">
          <ac:chgData name="이건희" userId="0a994238-b102-4555-836f-34b53b2f3c57" providerId="ADAL" clId="{8DA326DE-65E5-462E-AEAE-DDC091F63FA0}" dt="2023-11-16T00:57:13.828" v="8122"/>
          <ac:picMkLst>
            <pc:docMk/>
            <pc:sldMk cId="689764768" sldId="326"/>
            <ac:picMk id="16" creationId="{28DFBD0D-E0B3-6FD5-778A-C78AC6272C86}"/>
          </ac:picMkLst>
        </pc:picChg>
        <pc:picChg chg="del">
          <ac:chgData name="이건희" userId="0a994238-b102-4555-836f-34b53b2f3c57" providerId="ADAL" clId="{8DA326DE-65E5-462E-AEAE-DDC091F63FA0}" dt="2023-11-16T00:57:13.538" v="8121" actId="478"/>
          <ac:picMkLst>
            <pc:docMk/>
            <pc:sldMk cId="689764768" sldId="326"/>
            <ac:picMk id="1026" creationId="{E1E33FC3-A3E9-87D7-9B51-29F94A5E8E1E}"/>
          </ac:picMkLst>
        </pc:picChg>
        <pc:cxnChg chg="mod">
          <ac:chgData name="이건희" userId="0a994238-b102-4555-836f-34b53b2f3c57" providerId="ADAL" clId="{8DA326DE-65E5-462E-AEAE-DDC091F63FA0}" dt="2023-11-16T00:58:27.457" v="8156" actId="1037"/>
          <ac:cxnSpMkLst>
            <pc:docMk/>
            <pc:sldMk cId="689764768" sldId="326"/>
            <ac:cxnSpMk id="17" creationId="{2D72DB3A-16F9-0245-B597-0D440EDFE93C}"/>
          </ac:cxnSpMkLst>
        </pc:cxnChg>
        <pc:cxnChg chg="mod">
          <ac:chgData name="이건희" userId="0a994238-b102-4555-836f-34b53b2f3c57" providerId="ADAL" clId="{8DA326DE-65E5-462E-AEAE-DDC091F63FA0}" dt="2023-11-16T00:59:12.521" v="8272" actId="1037"/>
          <ac:cxnSpMkLst>
            <pc:docMk/>
            <pc:sldMk cId="689764768" sldId="326"/>
            <ac:cxnSpMk id="174" creationId="{1BAC8D05-D2B0-28EF-DADC-FBAC737A4D5E}"/>
          </ac:cxnSpMkLst>
        </pc:cxnChg>
        <pc:cxnChg chg="mod">
          <ac:chgData name="이건희" userId="0a994238-b102-4555-836f-34b53b2f3c57" providerId="ADAL" clId="{8DA326DE-65E5-462E-AEAE-DDC091F63FA0}" dt="2023-11-16T00:59:04.656" v="8252" actId="1037"/>
          <ac:cxnSpMkLst>
            <pc:docMk/>
            <pc:sldMk cId="689764768" sldId="326"/>
            <ac:cxnSpMk id="176" creationId="{DADF6560-2B64-72E6-7491-B49C4E27D0AA}"/>
          </ac:cxnSpMkLst>
        </pc:cxnChg>
        <pc:cxnChg chg="mod">
          <ac:chgData name="이건희" userId="0a994238-b102-4555-836f-34b53b2f3c57" providerId="ADAL" clId="{8DA326DE-65E5-462E-AEAE-DDC091F63FA0}" dt="2023-11-16T00:58:55.793" v="8229" actId="1037"/>
          <ac:cxnSpMkLst>
            <pc:docMk/>
            <pc:sldMk cId="689764768" sldId="326"/>
            <ac:cxnSpMk id="178" creationId="{39B7621E-5C95-5224-B10A-D460BA28DB4A}"/>
          </ac:cxnSpMkLst>
        </pc:cxnChg>
      </pc:sldChg>
      <pc:sldChg chg="addSp delSp modSp mod">
        <pc:chgData name="이건희" userId="0a994238-b102-4555-836f-34b53b2f3c57" providerId="ADAL" clId="{8DA326DE-65E5-462E-AEAE-DDC091F63FA0}" dt="2023-11-16T08:52:16.953" v="10187" actId="1038"/>
        <pc:sldMkLst>
          <pc:docMk/>
          <pc:sldMk cId="758259977" sldId="328"/>
        </pc:sldMkLst>
        <pc:spChg chg="add del mod">
          <ac:chgData name="이건희" userId="0a994238-b102-4555-836f-34b53b2f3c57" providerId="ADAL" clId="{8DA326DE-65E5-462E-AEAE-DDC091F63FA0}" dt="2023-11-16T05:33:16.104" v="8465"/>
          <ac:spMkLst>
            <pc:docMk/>
            <pc:sldMk cId="758259977" sldId="328"/>
            <ac:spMk id="7" creationId="{F5C752E8-6ABC-F417-E92D-2072DF5AC27A}"/>
          </ac:spMkLst>
        </pc:spChg>
        <pc:spChg chg="add del mod">
          <ac:chgData name="이건희" userId="0a994238-b102-4555-836f-34b53b2f3c57" providerId="ADAL" clId="{8DA326DE-65E5-462E-AEAE-DDC091F63FA0}" dt="2023-11-16T07:20:27.388" v="8589" actId="478"/>
          <ac:spMkLst>
            <pc:docMk/>
            <pc:sldMk cId="758259977" sldId="328"/>
            <ac:spMk id="10" creationId="{A7BC9BD4-469D-3888-E4F3-6FB7D39DD076}"/>
          </ac:spMkLst>
        </pc:spChg>
        <pc:spChg chg="mod topLvl">
          <ac:chgData name="이건희" userId="0a994238-b102-4555-836f-34b53b2f3c57" providerId="ADAL" clId="{8DA326DE-65E5-462E-AEAE-DDC091F63FA0}" dt="2023-11-16T08:36:15.799" v="10063" actId="1076"/>
          <ac:spMkLst>
            <pc:docMk/>
            <pc:sldMk cId="758259977" sldId="328"/>
            <ac:spMk id="11" creationId="{B6655569-4C78-DDD2-975D-228A04C41C40}"/>
          </ac:spMkLst>
        </pc:spChg>
        <pc:spChg chg="mod topLvl">
          <ac:chgData name="이건희" userId="0a994238-b102-4555-836f-34b53b2f3c57" providerId="ADAL" clId="{8DA326DE-65E5-462E-AEAE-DDC091F63FA0}" dt="2023-11-16T08:36:03.236" v="10062" actId="1038"/>
          <ac:spMkLst>
            <pc:docMk/>
            <pc:sldMk cId="758259977" sldId="328"/>
            <ac:spMk id="15" creationId="{0CDEC2A4-343B-0CB6-CD50-F8AA87C2F28F}"/>
          </ac:spMkLst>
        </pc:spChg>
        <pc:spChg chg="add mod">
          <ac:chgData name="이건희" userId="0a994238-b102-4555-836f-34b53b2f3c57" providerId="ADAL" clId="{8DA326DE-65E5-462E-AEAE-DDC091F63FA0}" dt="2023-11-16T07:20:36.753" v="8591" actId="1076"/>
          <ac:spMkLst>
            <pc:docMk/>
            <pc:sldMk cId="758259977" sldId="328"/>
            <ac:spMk id="17" creationId="{DC953954-685A-B4A6-27B5-A740269C5BFF}"/>
          </ac:spMkLst>
        </pc:spChg>
        <pc:spChg chg="mod topLvl">
          <ac:chgData name="이건희" userId="0a994238-b102-4555-836f-34b53b2f3c57" providerId="ADAL" clId="{8DA326DE-65E5-462E-AEAE-DDC091F63FA0}" dt="2023-11-16T08:36:03.236" v="10062" actId="1038"/>
          <ac:spMkLst>
            <pc:docMk/>
            <pc:sldMk cId="758259977" sldId="328"/>
            <ac:spMk id="18" creationId="{8A7FBF71-03F1-94D7-BAB1-6044362BD3CA}"/>
          </ac:spMkLst>
        </pc:spChg>
        <pc:spChg chg="mod topLvl">
          <ac:chgData name="이건희" userId="0a994238-b102-4555-836f-34b53b2f3c57" providerId="ADAL" clId="{8DA326DE-65E5-462E-AEAE-DDC091F63FA0}" dt="2023-11-16T08:36:03.236" v="10062" actId="1038"/>
          <ac:spMkLst>
            <pc:docMk/>
            <pc:sldMk cId="758259977" sldId="328"/>
            <ac:spMk id="19" creationId="{F3F88A8A-FEA1-F50B-52F0-621AF14418C9}"/>
          </ac:spMkLst>
        </pc:spChg>
        <pc:spChg chg="del mod">
          <ac:chgData name="이건희" userId="0a994238-b102-4555-836f-34b53b2f3c57" providerId="ADAL" clId="{8DA326DE-65E5-462E-AEAE-DDC091F63FA0}" dt="2023-11-14T07:01:11.195" v="4247" actId="478"/>
          <ac:spMkLst>
            <pc:docMk/>
            <pc:sldMk cId="758259977" sldId="328"/>
            <ac:spMk id="21" creationId="{20DB5AA4-56AD-569A-0812-14D8CE1F7B99}"/>
          </ac:spMkLst>
        </pc:spChg>
        <pc:spChg chg="mod">
          <ac:chgData name="이건희" userId="0a994238-b102-4555-836f-34b53b2f3c57" providerId="ADAL" clId="{8DA326DE-65E5-462E-AEAE-DDC091F63FA0}" dt="2023-11-16T07:49:51.793" v="8949" actId="20577"/>
          <ac:spMkLst>
            <pc:docMk/>
            <pc:sldMk cId="758259977" sldId="328"/>
            <ac:spMk id="29" creationId="{0B19E547-FB5E-3BE9-86CB-BB848539E6F1}"/>
          </ac:spMkLst>
        </pc:spChg>
        <pc:spChg chg="mod">
          <ac:chgData name="이건희" userId="0a994238-b102-4555-836f-34b53b2f3c57" providerId="ADAL" clId="{8DA326DE-65E5-462E-AEAE-DDC091F63FA0}" dt="2023-11-16T07:09:02.156" v="8565" actId="164"/>
          <ac:spMkLst>
            <pc:docMk/>
            <pc:sldMk cId="758259977" sldId="328"/>
            <ac:spMk id="30" creationId="{EDF6250E-D030-9289-AA67-6C38C72505F6}"/>
          </ac:spMkLst>
        </pc:spChg>
        <pc:spChg chg="del">
          <ac:chgData name="이건희" userId="0a994238-b102-4555-836f-34b53b2f3c57" providerId="ADAL" clId="{8DA326DE-65E5-462E-AEAE-DDC091F63FA0}" dt="2023-11-14T07:01:41.148" v="4248" actId="478"/>
          <ac:spMkLst>
            <pc:docMk/>
            <pc:sldMk cId="758259977" sldId="328"/>
            <ac:spMk id="31" creationId="{B1274E18-23EC-6B65-B0EF-A6A41A5A9BBD}"/>
          </ac:spMkLst>
        </pc:spChg>
        <pc:spChg chg="del">
          <ac:chgData name="이건희" userId="0a994238-b102-4555-836f-34b53b2f3c57" providerId="ADAL" clId="{8DA326DE-65E5-462E-AEAE-DDC091F63FA0}" dt="2023-11-14T07:01:41.148" v="4248" actId="478"/>
          <ac:spMkLst>
            <pc:docMk/>
            <pc:sldMk cId="758259977" sldId="328"/>
            <ac:spMk id="32" creationId="{CA6637D7-AC71-CEB3-83E2-F1428F716C7B}"/>
          </ac:spMkLst>
        </pc:spChg>
        <pc:spChg chg="add mod ord">
          <ac:chgData name="이건희" userId="0a994238-b102-4555-836f-34b53b2f3c57" providerId="ADAL" clId="{8DA326DE-65E5-462E-AEAE-DDC091F63FA0}" dt="2023-11-16T07:58:17.967" v="9138" actId="14100"/>
          <ac:spMkLst>
            <pc:docMk/>
            <pc:sldMk cId="758259977" sldId="328"/>
            <ac:spMk id="33" creationId="{C74A1DAE-66CF-9020-1EA7-4BE4EB55042F}"/>
          </ac:spMkLst>
        </pc:spChg>
        <pc:spChg chg="mod">
          <ac:chgData name="이건희" userId="0a994238-b102-4555-836f-34b53b2f3c57" providerId="ADAL" clId="{8DA326DE-65E5-462E-AEAE-DDC091F63FA0}" dt="2023-11-16T08:35:32.084" v="10008" actId="338"/>
          <ac:spMkLst>
            <pc:docMk/>
            <pc:sldMk cId="758259977" sldId="328"/>
            <ac:spMk id="35" creationId="{71465D08-FD5D-C8C8-965B-66B23F406189}"/>
          </ac:spMkLst>
        </pc:spChg>
        <pc:spChg chg="add mod">
          <ac:chgData name="이건희" userId="0a994238-b102-4555-836f-34b53b2f3c57" providerId="ADAL" clId="{8DA326DE-65E5-462E-AEAE-DDC091F63FA0}" dt="2023-11-16T07:58:38.599" v="9176" actId="1036"/>
          <ac:spMkLst>
            <pc:docMk/>
            <pc:sldMk cId="758259977" sldId="328"/>
            <ac:spMk id="37" creationId="{5B2A782D-2B2C-266C-2475-8742196A4C53}"/>
          </ac:spMkLst>
        </pc:spChg>
        <pc:spChg chg="del">
          <ac:chgData name="이건희" userId="0a994238-b102-4555-836f-34b53b2f3c57" providerId="ADAL" clId="{8DA326DE-65E5-462E-AEAE-DDC091F63FA0}" dt="2023-11-14T07:01:41.148" v="4248" actId="478"/>
          <ac:spMkLst>
            <pc:docMk/>
            <pc:sldMk cId="758259977" sldId="328"/>
            <ac:spMk id="37" creationId="{C61F52F7-F5ED-68EA-BF9A-C747393E647E}"/>
          </ac:spMkLst>
        </pc:spChg>
        <pc:spChg chg="mod">
          <ac:chgData name="이건희" userId="0a994238-b102-4555-836f-34b53b2f3c57" providerId="ADAL" clId="{8DA326DE-65E5-462E-AEAE-DDC091F63FA0}" dt="2023-11-16T08:35:32.084" v="10008" actId="338"/>
          <ac:spMkLst>
            <pc:docMk/>
            <pc:sldMk cId="758259977" sldId="328"/>
            <ac:spMk id="38" creationId="{15A35CD1-EF1F-F7A9-C2B2-0E7DFBD17225}"/>
          </ac:spMkLst>
        </pc:spChg>
        <pc:spChg chg="mod">
          <ac:chgData name="이건희" userId="0a994238-b102-4555-836f-34b53b2f3c57" providerId="ADAL" clId="{8DA326DE-65E5-462E-AEAE-DDC091F63FA0}" dt="2023-11-14T07:34:59.513" v="5307" actId="6549"/>
          <ac:spMkLst>
            <pc:docMk/>
            <pc:sldMk cId="758259977" sldId="328"/>
            <ac:spMk id="39" creationId="{EFD3B630-4378-785F-BCEB-A54040F38CAF}"/>
          </ac:spMkLst>
        </pc:spChg>
        <pc:spChg chg="add mod">
          <ac:chgData name="이건희" userId="0a994238-b102-4555-836f-34b53b2f3c57" providerId="ADAL" clId="{8DA326DE-65E5-462E-AEAE-DDC091F63FA0}" dt="2023-11-16T07:51:12.303" v="8993" actId="14100"/>
          <ac:spMkLst>
            <pc:docMk/>
            <pc:sldMk cId="758259977" sldId="328"/>
            <ac:spMk id="45" creationId="{919CE62E-7C41-CC3B-54EC-153783D950BE}"/>
          </ac:spMkLst>
        </pc:spChg>
        <pc:spChg chg="add mod">
          <ac:chgData name="이건희" userId="0a994238-b102-4555-836f-34b53b2f3c57" providerId="ADAL" clId="{8DA326DE-65E5-462E-AEAE-DDC091F63FA0}" dt="2023-11-16T07:49:56.568" v="8964" actId="1037"/>
          <ac:spMkLst>
            <pc:docMk/>
            <pc:sldMk cId="758259977" sldId="328"/>
            <ac:spMk id="46" creationId="{3E4E38C7-65B0-3A53-1E60-44EDA4BE4629}"/>
          </ac:spMkLst>
        </pc:spChg>
        <pc:spChg chg="add mod">
          <ac:chgData name="이건희" userId="0a994238-b102-4555-836f-34b53b2f3c57" providerId="ADAL" clId="{8DA326DE-65E5-462E-AEAE-DDC091F63FA0}" dt="2023-11-14T07:01:47.049" v="4250" actId="1076"/>
          <ac:spMkLst>
            <pc:docMk/>
            <pc:sldMk cId="758259977" sldId="328"/>
            <ac:spMk id="47" creationId="{B59C0AFA-2108-AEC6-641B-22D5657E9D9E}"/>
          </ac:spMkLst>
        </pc:spChg>
        <pc:spChg chg="add mod">
          <ac:chgData name="이건희" userId="0a994238-b102-4555-836f-34b53b2f3c57" providerId="ADAL" clId="{8DA326DE-65E5-462E-AEAE-DDC091F63FA0}" dt="2023-11-16T05:31:55.583" v="8455" actId="1038"/>
          <ac:spMkLst>
            <pc:docMk/>
            <pc:sldMk cId="758259977" sldId="328"/>
            <ac:spMk id="48" creationId="{EADA7DA7-0097-9F4E-3884-56A539F5F811}"/>
          </ac:spMkLst>
        </pc:spChg>
        <pc:spChg chg="add mod">
          <ac:chgData name="이건희" userId="0a994238-b102-4555-836f-34b53b2f3c57" providerId="ADAL" clId="{8DA326DE-65E5-462E-AEAE-DDC091F63FA0}" dt="2023-11-14T07:01:47.049" v="4250" actId="1076"/>
          <ac:spMkLst>
            <pc:docMk/>
            <pc:sldMk cId="758259977" sldId="328"/>
            <ac:spMk id="49" creationId="{1BAF3CF4-FB93-C82F-D977-5E761954B24B}"/>
          </ac:spMkLst>
        </pc:spChg>
        <pc:spChg chg="add mod">
          <ac:chgData name="이건희" userId="0a994238-b102-4555-836f-34b53b2f3c57" providerId="ADAL" clId="{8DA326DE-65E5-462E-AEAE-DDC091F63FA0}" dt="2023-11-14T07:01:47.049" v="4250" actId="1076"/>
          <ac:spMkLst>
            <pc:docMk/>
            <pc:sldMk cId="758259977" sldId="328"/>
            <ac:spMk id="50" creationId="{1930B878-5A7B-77A3-12C1-1A7B9ABD6077}"/>
          </ac:spMkLst>
        </pc:spChg>
        <pc:spChg chg="add mod">
          <ac:chgData name="이건희" userId="0a994238-b102-4555-836f-34b53b2f3c57" providerId="ADAL" clId="{8DA326DE-65E5-462E-AEAE-DDC091F63FA0}" dt="2023-11-14T07:01:47.049" v="4250" actId="1076"/>
          <ac:spMkLst>
            <pc:docMk/>
            <pc:sldMk cId="758259977" sldId="328"/>
            <ac:spMk id="51" creationId="{428584D6-3FF8-C63D-CB5B-80DB10AFD691}"/>
          </ac:spMkLst>
        </pc:spChg>
        <pc:spChg chg="add mod">
          <ac:chgData name="이건희" userId="0a994238-b102-4555-836f-34b53b2f3c57" providerId="ADAL" clId="{8DA326DE-65E5-462E-AEAE-DDC091F63FA0}" dt="2023-11-16T07:51:03.988" v="8991" actId="1037"/>
          <ac:spMkLst>
            <pc:docMk/>
            <pc:sldMk cId="758259977" sldId="328"/>
            <ac:spMk id="52" creationId="{F229CA17-C460-82E3-CE72-C8355D33F0C5}"/>
          </ac:spMkLst>
        </pc:spChg>
        <pc:spChg chg="add del mod">
          <ac:chgData name="이건희" userId="0a994238-b102-4555-836f-34b53b2f3c57" providerId="ADAL" clId="{8DA326DE-65E5-462E-AEAE-DDC091F63FA0}" dt="2023-11-16T07:51:08.669" v="8992" actId="1076"/>
          <ac:spMkLst>
            <pc:docMk/>
            <pc:sldMk cId="758259977" sldId="328"/>
            <ac:spMk id="53" creationId="{F0717E0F-F2A8-31D7-2249-050B57D91C55}"/>
          </ac:spMkLst>
        </pc:spChg>
        <pc:spChg chg="add mod">
          <ac:chgData name="이건희" userId="0a994238-b102-4555-836f-34b53b2f3c57" providerId="ADAL" clId="{8DA326DE-65E5-462E-AEAE-DDC091F63FA0}" dt="2023-11-16T07:49:37.192" v="8937" actId="1036"/>
          <ac:spMkLst>
            <pc:docMk/>
            <pc:sldMk cId="758259977" sldId="328"/>
            <ac:spMk id="54" creationId="{484EC274-31BB-E8F2-1F4D-63CB966DD7D8}"/>
          </ac:spMkLst>
        </pc:spChg>
        <pc:spChg chg="add del mod">
          <ac:chgData name="이건희" userId="0a994238-b102-4555-836f-34b53b2f3c57" providerId="ADAL" clId="{8DA326DE-65E5-462E-AEAE-DDC091F63FA0}" dt="2023-11-16T07:49:42.544" v="8947" actId="1038"/>
          <ac:spMkLst>
            <pc:docMk/>
            <pc:sldMk cId="758259977" sldId="328"/>
            <ac:spMk id="55" creationId="{E1059625-E9D3-163F-415C-53486F1B165C}"/>
          </ac:spMkLst>
        </pc:spChg>
        <pc:spChg chg="add mod">
          <ac:chgData name="이건희" userId="0a994238-b102-4555-836f-34b53b2f3c57" providerId="ADAL" clId="{8DA326DE-65E5-462E-AEAE-DDC091F63FA0}" dt="2023-11-16T07:56:58.124" v="9073" actId="404"/>
          <ac:spMkLst>
            <pc:docMk/>
            <pc:sldMk cId="758259977" sldId="328"/>
            <ac:spMk id="56" creationId="{3B0ED34D-60AA-D7F5-BE63-512429E4A7E1}"/>
          </ac:spMkLst>
        </pc:spChg>
        <pc:spChg chg="add mod">
          <ac:chgData name="이건희" userId="0a994238-b102-4555-836f-34b53b2f3c57" providerId="ADAL" clId="{8DA326DE-65E5-462E-AEAE-DDC091F63FA0}" dt="2023-11-16T07:58:13.321" v="9136" actId="1037"/>
          <ac:spMkLst>
            <pc:docMk/>
            <pc:sldMk cId="758259977" sldId="328"/>
            <ac:spMk id="57" creationId="{2313A436-6407-263E-351F-1794FA33D4C6}"/>
          </ac:spMkLst>
        </pc:spChg>
        <pc:spChg chg="add mod">
          <ac:chgData name="이건희" userId="0a994238-b102-4555-836f-34b53b2f3c57" providerId="ADAL" clId="{8DA326DE-65E5-462E-AEAE-DDC091F63FA0}" dt="2023-11-16T07:58:08.566" v="9121" actId="1038"/>
          <ac:spMkLst>
            <pc:docMk/>
            <pc:sldMk cId="758259977" sldId="328"/>
            <ac:spMk id="58" creationId="{967FEEC8-A6FB-312D-59E1-4B5C28C79C55}"/>
          </ac:spMkLst>
        </pc:spChg>
        <pc:spChg chg="add mod">
          <ac:chgData name="이건희" userId="0a994238-b102-4555-836f-34b53b2f3c57" providerId="ADAL" clId="{8DA326DE-65E5-462E-AEAE-DDC091F63FA0}" dt="2023-11-16T08:52:16.953" v="10187" actId="1038"/>
          <ac:spMkLst>
            <pc:docMk/>
            <pc:sldMk cId="758259977" sldId="328"/>
            <ac:spMk id="59" creationId="{7C650692-1DEC-F36D-B83F-4BE2D89CF61C}"/>
          </ac:spMkLst>
        </pc:spChg>
        <pc:spChg chg="add mod">
          <ac:chgData name="이건희" userId="0a994238-b102-4555-836f-34b53b2f3c57" providerId="ADAL" clId="{8DA326DE-65E5-462E-AEAE-DDC091F63FA0}" dt="2023-11-16T08:46:14.915" v="10135" actId="20577"/>
          <ac:spMkLst>
            <pc:docMk/>
            <pc:sldMk cId="758259977" sldId="328"/>
            <ac:spMk id="61" creationId="{19317EB8-2C60-20D1-B085-5901543159E3}"/>
          </ac:spMkLst>
        </pc:spChg>
        <pc:spChg chg="add mod">
          <ac:chgData name="이건희" userId="0a994238-b102-4555-836f-34b53b2f3c57" providerId="ADAL" clId="{8DA326DE-65E5-462E-AEAE-DDC091F63FA0}" dt="2023-11-16T08:45:42.530" v="10131" actId="1076"/>
          <ac:spMkLst>
            <pc:docMk/>
            <pc:sldMk cId="758259977" sldId="328"/>
            <ac:spMk id="62" creationId="{4B6B0354-EE56-6B35-8168-40E65F48B5DB}"/>
          </ac:spMkLst>
        </pc:spChg>
        <pc:spChg chg="add mod ord">
          <ac:chgData name="이건희" userId="0a994238-b102-4555-836f-34b53b2f3c57" providerId="ADAL" clId="{8DA326DE-65E5-462E-AEAE-DDC091F63FA0}" dt="2023-11-16T08:39:04.224" v="10111" actId="207"/>
          <ac:spMkLst>
            <pc:docMk/>
            <pc:sldMk cId="758259977" sldId="328"/>
            <ac:spMk id="63" creationId="{ADD9A053-BF5D-C863-19B2-5D682D7B4292}"/>
          </ac:spMkLst>
        </pc:spChg>
        <pc:spChg chg="add mod">
          <ac:chgData name="이건희" userId="0a994238-b102-4555-836f-34b53b2f3c57" providerId="ADAL" clId="{8DA326DE-65E5-462E-AEAE-DDC091F63FA0}" dt="2023-11-16T08:10:49.402" v="9642" actId="1076"/>
          <ac:spMkLst>
            <pc:docMk/>
            <pc:sldMk cId="758259977" sldId="328"/>
            <ac:spMk id="64" creationId="{E37106D4-2738-EBD9-F7D4-6E4E1CA81564}"/>
          </ac:spMkLst>
        </pc:spChg>
        <pc:grpChg chg="add mod">
          <ac:chgData name="이건희" userId="0a994238-b102-4555-836f-34b53b2f3c57" providerId="ADAL" clId="{8DA326DE-65E5-462E-AEAE-DDC091F63FA0}" dt="2023-11-16T07:09:05.284" v="8587" actId="1038"/>
          <ac:grpSpMkLst>
            <pc:docMk/>
            <pc:sldMk cId="758259977" sldId="328"/>
            <ac:grpSpMk id="9" creationId="{999C1D81-3E54-4401-B0EC-B1B0D3093632}"/>
          </ac:grpSpMkLst>
        </pc:grpChg>
        <pc:grpChg chg="add del mod">
          <ac:chgData name="이건희" userId="0a994238-b102-4555-836f-34b53b2f3c57" providerId="ADAL" clId="{8DA326DE-65E5-462E-AEAE-DDC091F63FA0}" dt="2023-11-16T08:34:23.102" v="9966" actId="165"/>
          <ac:grpSpMkLst>
            <pc:docMk/>
            <pc:sldMk cId="758259977" sldId="328"/>
            <ac:grpSpMk id="12" creationId="{4194BD93-D112-2727-D800-2BB69974E7DB}"/>
          </ac:grpSpMkLst>
        </pc:grpChg>
        <pc:grpChg chg="mod topLvl">
          <ac:chgData name="이건희" userId="0a994238-b102-4555-836f-34b53b2f3c57" providerId="ADAL" clId="{8DA326DE-65E5-462E-AEAE-DDC091F63FA0}" dt="2023-11-16T08:35:32.084" v="10008" actId="338"/>
          <ac:grpSpMkLst>
            <pc:docMk/>
            <pc:sldMk cId="758259977" sldId="328"/>
            <ac:grpSpMk id="20" creationId="{CF14DAF9-D323-E6D7-A8FA-ED9327D4DDB6}"/>
          </ac:grpSpMkLst>
        </pc:grpChg>
        <pc:grpChg chg="del">
          <ac:chgData name="이건희" userId="0a994238-b102-4555-836f-34b53b2f3c57" providerId="ADAL" clId="{8DA326DE-65E5-462E-AEAE-DDC091F63FA0}" dt="2023-11-16T07:08:34.581" v="8555" actId="165"/>
          <ac:grpSpMkLst>
            <pc:docMk/>
            <pc:sldMk cId="758259977" sldId="328"/>
            <ac:grpSpMk id="26" creationId="{C4918B23-BFB2-2B41-C1A3-3F16683F53D7}"/>
          </ac:grpSpMkLst>
        </pc:grpChg>
        <pc:grpChg chg="del">
          <ac:chgData name="이건희" userId="0a994238-b102-4555-836f-34b53b2f3c57" providerId="ADAL" clId="{8DA326DE-65E5-462E-AEAE-DDC091F63FA0}" dt="2023-11-14T07:00:48.836" v="4229" actId="478"/>
          <ac:grpSpMkLst>
            <pc:docMk/>
            <pc:sldMk cId="758259977" sldId="328"/>
            <ac:grpSpMk id="34" creationId="{DE4CF1A2-7B11-7D82-8B90-EE1C29A7CC42}"/>
          </ac:grpSpMkLst>
        </pc:grpChg>
        <pc:grpChg chg="add mod">
          <ac:chgData name="이건희" userId="0a994238-b102-4555-836f-34b53b2f3c57" providerId="ADAL" clId="{8DA326DE-65E5-462E-AEAE-DDC091F63FA0}" dt="2023-11-16T08:35:32.084" v="10008" actId="338"/>
          <ac:grpSpMkLst>
            <pc:docMk/>
            <pc:sldMk cId="758259977" sldId="328"/>
            <ac:grpSpMk id="67" creationId="{D0F8E8CE-82A4-BC43-B2E9-135CCFC326E3}"/>
          </ac:grpSpMkLst>
        </pc:grpChg>
        <pc:picChg chg="add del mod ord">
          <ac:chgData name="이건희" userId="0a994238-b102-4555-836f-34b53b2f3c57" providerId="ADAL" clId="{8DA326DE-65E5-462E-AEAE-DDC091F63FA0}" dt="2023-11-16T07:49:25.863" v="8932" actId="478"/>
          <ac:picMkLst>
            <pc:docMk/>
            <pc:sldMk cId="758259977" sldId="328"/>
            <ac:picMk id="5" creationId="{C6E1275C-AB8F-4554-F73B-D31295C0CDF1}"/>
          </ac:picMkLst>
        </pc:picChg>
        <pc:picChg chg="add mod ord">
          <ac:chgData name="이건희" userId="0a994238-b102-4555-836f-34b53b2f3c57" providerId="ADAL" clId="{8DA326DE-65E5-462E-AEAE-DDC091F63FA0}" dt="2023-11-16T07:09:02.156" v="8565" actId="164"/>
          <ac:picMkLst>
            <pc:docMk/>
            <pc:sldMk cId="758259977" sldId="328"/>
            <ac:picMk id="8" creationId="{AF09D2A1-FEC7-36BF-7C3E-A2EEC5B125DF}"/>
          </ac:picMkLst>
        </pc:picChg>
        <pc:picChg chg="del mod topLvl">
          <ac:chgData name="이건희" userId="0a994238-b102-4555-836f-34b53b2f3c57" providerId="ADAL" clId="{8DA326DE-65E5-462E-AEAE-DDC091F63FA0}" dt="2023-11-16T08:34:36.330" v="9971" actId="478"/>
          <ac:picMkLst>
            <pc:docMk/>
            <pc:sldMk cId="758259977" sldId="328"/>
            <ac:picMk id="13" creationId="{053694FF-ECF9-0608-BABB-5D7E3DC8CA44}"/>
          </ac:picMkLst>
        </pc:picChg>
        <pc:picChg chg="mod topLvl">
          <ac:chgData name="이건희" userId="0a994238-b102-4555-836f-34b53b2f3c57" providerId="ADAL" clId="{8DA326DE-65E5-462E-AEAE-DDC091F63FA0}" dt="2023-11-16T08:35:52.970" v="10050" actId="1038"/>
          <ac:picMkLst>
            <pc:docMk/>
            <pc:sldMk cId="758259977" sldId="328"/>
            <ac:picMk id="14" creationId="{14091D3E-606D-5305-B1DB-83B437FF856C}"/>
          </ac:picMkLst>
        </pc:picChg>
        <pc:picChg chg="del mod topLvl">
          <ac:chgData name="이건희" userId="0a994238-b102-4555-836f-34b53b2f3c57" providerId="ADAL" clId="{8DA326DE-65E5-462E-AEAE-DDC091F63FA0}" dt="2023-11-16T07:08:35.947" v="8556" actId="478"/>
          <ac:picMkLst>
            <pc:docMk/>
            <pc:sldMk cId="758259977" sldId="328"/>
            <ac:picMk id="16" creationId="{41D84A14-9F21-8044-B456-80E17491C694}"/>
          </ac:picMkLst>
        </pc:picChg>
        <pc:picChg chg="add mod ord">
          <ac:chgData name="이건희" userId="0a994238-b102-4555-836f-34b53b2f3c57" providerId="ADAL" clId="{8DA326DE-65E5-462E-AEAE-DDC091F63FA0}" dt="2023-11-16T08:16:16.951" v="9759" actId="1076"/>
          <ac:picMkLst>
            <pc:docMk/>
            <pc:sldMk cId="758259977" sldId="328"/>
            <ac:picMk id="22" creationId="{061B3CF3-724C-1C1A-6AEE-970006FE1A57}"/>
          </ac:picMkLst>
        </pc:picChg>
        <pc:picChg chg="del">
          <ac:chgData name="이건희" userId="0a994238-b102-4555-836f-34b53b2f3c57" providerId="ADAL" clId="{8DA326DE-65E5-462E-AEAE-DDC091F63FA0}" dt="2023-11-14T07:01:41.148" v="4248" actId="478"/>
          <ac:picMkLst>
            <pc:docMk/>
            <pc:sldMk cId="758259977" sldId="328"/>
            <ac:picMk id="22" creationId="{FB38E89D-28F7-2295-4969-4497FF62C1AE}"/>
          </ac:picMkLst>
        </pc:picChg>
        <pc:picChg chg="del">
          <ac:chgData name="이건희" userId="0a994238-b102-4555-836f-34b53b2f3c57" providerId="ADAL" clId="{8DA326DE-65E5-462E-AEAE-DDC091F63FA0}" dt="2023-11-14T07:01:41.148" v="4248" actId="478"/>
          <ac:picMkLst>
            <pc:docMk/>
            <pc:sldMk cId="758259977" sldId="328"/>
            <ac:picMk id="24" creationId="{DB29C0CB-A956-C527-F306-012A0F07A04E}"/>
          </ac:picMkLst>
        </pc:picChg>
        <pc:picChg chg="add del mod ord">
          <ac:chgData name="이건희" userId="0a994238-b102-4555-836f-34b53b2f3c57" providerId="ADAL" clId="{8DA326DE-65E5-462E-AEAE-DDC091F63FA0}" dt="2023-11-16T07:50:57.159" v="8979" actId="478"/>
          <ac:picMkLst>
            <pc:docMk/>
            <pc:sldMk cId="758259977" sldId="328"/>
            <ac:picMk id="25" creationId="{A48FE116-1331-B18E-E5F4-6DDEDA436294}"/>
          </ac:picMkLst>
        </pc:picChg>
        <pc:picChg chg="del">
          <ac:chgData name="이건희" userId="0a994238-b102-4555-836f-34b53b2f3c57" providerId="ADAL" clId="{8DA326DE-65E5-462E-AEAE-DDC091F63FA0}" dt="2023-11-14T07:01:41.148" v="4248" actId="478"/>
          <ac:picMkLst>
            <pc:docMk/>
            <pc:sldMk cId="758259977" sldId="328"/>
            <ac:picMk id="25" creationId="{FABDE607-612B-B2E9-ED14-742A30F0C42C}"/>
          </ac:picMkLst>
        </pc:picChg>
        <pc:picChg chg="add mod ord">
          <ac:chgData name="이건희" userId="0a994238-b102-4555-836f-34b53b2f3c57" providerId="ADAL" clId="{8DA326DE-65E5-462E-AEAE-DDC091F63FA0}" dt="2023-11-16T08:16:16.951" v="9759" actId="1076"/>
          <ac:picMkLst>
            <pc:docMk/>
            <pc:sldMk cId="758259977" sldId="328"/>
            <ac:picMk id="32" creationId="{3F694BEA-C9CA-ABAF-A8D7-E90CA234A55D}"/>
          </ac:picMkLst>
        </pc:picChg>
        <pc:picChg chg="add del mod">
          <ac:chgData name="이건희" userId="0a994238-b102-4555-836f-34b53b2f3c57" providerId="ADAL" clId="{8DA326DE-65E5-462E-AEAE-DDC091F63FA0}" dt="2023-11-16T07:50:38.847" v="8974" actId="478"/>
          <ac:picMkLst>
            <pc:docMk/>
            <pc:sldMk cId="758259977" sldId="328"/>
            <ac:picMk id="40" creationId="{3738101D-6336-0CB6-15DD-F35A99D100E9}"/>
          </ac:picMkLst>
        </pc:picChg>
        <pc:picChg chg="add del mod">
          <ac:chgData name="이건희" userId="0a994238-b102-4555-836f-34b53b2f3c57" providerId="ADAL" clId="{8DA326DE-65E5-462E-AEAE-DDC091F63FA0}" dt="2023-11-16T05:31:06.087" v="8431" actId="478"/>
          <ac:picMkLst>
            <pc:docMk/>
            <pc:sldMk cId="758259977" sldId="328"/>
            <ac:picMk id="44" creationId="{48C26593-2451-9F0C-0D1A-29B48112767A}"/>
          </ac:picMkLst>
        </pc:picChg>
        <pc:picChg chg="add del mod">
          <ac:chgData name="이건희" userId="0a994238-b102-4555-836f-34b53b2f3c57" providerId="ADAL" clId="{8DA326DE-65E5-462E-AEAE-DDC091F63FA0}" dt="2023-11-16T08:33:02.236" v="9960" actId="478"/>
          <ac:picMkLst>
            <pc:docMk/>
            <pc:sldMk cId="758259977" sldId="328"/>
            <ac:picMk id="65" creationId="{1755506A-553D-1BBC-04F9-2D20F2BA3203}"/>
          </ac:picMkLst>
        </pc:picChg>
        <pc:picChg chg="add mod ord modCrop">
          <ac:chgData name="이건희" userId="0a994238-b102-4555-836f-34b53b2f3c57" providerId="ADAL" clId="{8DA326DE-65E5-462E-AEAE-DDC091F63FA0}" dt="2023-11-16T08:44:07.226" v="10125" actId="732"/>
          <ac:picMkLst>
            <pc:docMk/>
            <pc:sldMk cId="758259977" sldId="328"/>
            <ac:picMk id="66" creationId="{96339E87-83CB-5BA6-89CF-8FA3C332940D}"/>
          </ac:picMkLst>
        </pc:picChg>
        <pc:cxnChg chg="mod">
          <ac:chgData name="이건희" userId="0a994238-b102-4555-836f-34b53b2f3c57" providerId="ADAL" clId="{8DA326DE-65E5-462E-AEAE-DDC091F63FA0}" dt="2023-11-16T08:35:32.084" v="10008" actId="338"/>
          <ac:cxnSpMkLst>
            <pc:docMk/>
            <pc:sldMk cId="758259977" sldId="328"/>
            <ac:cxnSpMk id="23" creationId="{DC2B2823-47FD-44F9-8D81-D659F5AB78DB}"/>
          </ac:cxnSpMkLst>
        </pc:cxnChg>
        <pc:cxnChg chg="mod">
          <ac:chgData name="이건희" userId="0a994238-b102-4555-836f-34b53b2f3c57" providerId="ADAL" clId="{8DA326DE-65E5-462E-AEAE-DDC091F63FA0}" dt="2023-11-16T08:35:32.084" v="10008" actId="338"/>
          <ac:cxnSpMkLst>
            <pc:docMk/>
            <pc:sldMk cId="758259977" sldId="328"/>
            <ac:cxnSpMk id="27" creationId="{1AEBAE56-732C-306F-3856-D3D8320DFE20}"/>
          </ac:cxnSpMkLst>
        </pc:cxnChg>
        <pc:cxnChg chg="mod">
          <ac:chgData name="이건희" userId="0a994238-b102-4555-836f-34b53b2f3c57" providerId="ADAL" clId="{8DA326DE-65E5-462E-AEAE-DDC091F63FA0}" dt="2023-11-16T08:35:32.084" v="10008" actId="338"/>
          <ac:cxnSpMkLst>
            <pc:docMk/>
            <pc:sldMk cId="758259977" sldId="328"/>
            <ac:cxnSpMk id="28" creationId="{934228F2-0BB3-F8BF-B6D7-83BE1E6C7302}"/>
          </ac:cxnSpMkLst>
        </pc:cxnChg>
      </pc:sldChg>
      <pc:sldChg chg="addSp delSp modSp mod delAnim">
        <pc:chgData name="이건희" userId="0a994238-b102-4555-836f-34b53b2f3c57" providerId="ADAL" clId="{8DA326DE-65E5-462E-AEAE-DDC091F63FA0}" dt="2023-11-14T07:38:21.344" v="5595" actId="20577"/>
        <pc:sldMkLst>
          <pc:docMk/>
          <pc:sldMk cId="2440790817" sldId="329"/>
        </pc:sldMkLst>
        <pc:spChg chg="mod">
          <ac:chgData name="이건희" userId="0a994238-b102-4555-836f-34b53b2f3c57" providerId="ADAL" clId="{8DA326DE-65E5-462E-AEAE-DDC091F63FA0}" dt="2023-11-14T07:28:22.770" v="4780" actId="1038"/>
          <ac:spMkLst>
            <pc:docMk/>
            <pc:sldMk cId="2440790817" sldId="329"/>
            <ac:spMk id="2" creationId="{1245CA20-7977-C68D-24A5-A2E7122A2269}"/>
          </ac:spMkLst>
        </pc:spChg>
        <pc:spChg chg="mod">
          <ac:chgData name="이건희" userId="0a994238-b102-4555-836f-34b53b2f3c57" providerId="ADAL" clId="{8DA326DE-65E5-462E-AEAE-DDC091F63FA0}" dt="2023-11-14T07:34:45.783" v="5257"/>
          <ac:spMkLst>
            <pc:docMk/>
            <pc:sldMk cId="2440790817" sldId="329"/>
            <ac:spMk id="5" creationId="{DFFD5F85-16DF-8579-5DCF-F06F6E87AA40}"/>
          </ac:spMkLst>
        </pc:spChg>
        <pc:spChg chg="del">
          <ac:chgData name="이건희" userId="0a994238-b102-4555-836f-34b53b2f3c57" providerId="ADAL" clId="{8DA326DE-65E5-462E-AEAE-DDC091F63FA0}" dt="2023-11-14T07:26:27.153" v="4663" actId="478"/>
          <ac:spMkLst>
            <pc:docMk/>
            <pc:sldMk cId="2440790817" sldId="329"/>
            <ac:spMk id="14" creationId="{C7479017-7675-B1B5-E93E-4FFF863E9E52}"/>
          </ac:spMkLst>
        </pc:spChg>
        <pc:spChg chg="mod">
          <ac:chgData name="이건희" userId="0a994238-b102-4555-836f-34b53b2f3c57" providerId="ADAL" clId="{8DA326DE-65E5-462E-AEAE-DDC091F63FA0}" dt="2023-11-14T07:38:14.231" v="5571" actId="20577"/>
          <ac:spMkLst>
            <pc:docMk/>
            <pc:sldMk cId="2440790817" sldId="329"/>
            <ac:spMk id="15" creationId="{B0DA17BA-C4BF-BDDF-7732-D81DC17ECFD3}"/>
          </ac:spMkLst>
        </pc:spChg>
        <pc:spChg chg="mod">
          <ac:chgData name="이건희" userId="0a994238-b102-4555-836f-34b53b2f3c57" providerId="ADAL" clId="{8DA326DE-65E5-462E-AEAE-DDC091F63FA0}" dt="2023-11-14T07:38:21.344" v="5595" actId="20577"/>
          <ac:spMkLst>
            <pc:docMk/>
            <pc:sldMk cId="2440790817" sldId="329"/>
            <ac:spMk id="16" creationId="{59413EC6-1135-5B83-BA5E-9A47411116CE}"/>
          </ac:spMkLst>
        </pc:spChg>
        <pc:spChg chg="mod">
          <ac:chgData name="이건희" userId="0a994238-b102-4555-836f-34b53b2f3c57" providerId="ADAL" clId="{8DA326DE-65E5-462E-AEAE-DDC091F63FA0}" dt="2023-11-14T07:28:22.770" v="4780" actId="1038"/>
          <ac:spMkLst>
            <pc:docMk/>
            <pc:sldMk cId="2440790817" sldId="329"/>
            <ac:spMk id="33" creationId="{583F31FD-5289-362F-308D-609D88B7909E}"/>
          </ac:spMkLst>
        </pc:spChg>
        <pc:spChg chg="mod">
          <ac:chgData name="이건희" userId="0a994238-b102-4555-836f-34b53b2f3c57" providerId="ADAL" clId="{8DA326DE-65E5-462E-AEAE-DDC091F63FA0}" dt="2023-11-14T06:53:15.141" v="3775" actId="1037"/>
          <ac:spMkLst>
            <pc:docMk/>
            <pc:sldMk cId="2440790817" sldId="329"/>
            <ac:spMk id="43" creationId="{3EDD249F-FA63-C344-11B5-1EDA82C0940F}"/>
          </ac:spMkLst>
        </pc:spChg>
        <pc:spChg chg="mod">
          <ac:chgData name="이건희" userId="0a994238-b102-4555-836f-34b53b2f3c57" providerId="ADAL" clId="{8DA326DE-65E5-462E-AEAE-DDC091F63FA0}" dt="2023-11-14T06:53:25.901" v="3795" actId="1038"/>
          <ac:spMkLst>
            <pc:docMk/>
            <pc:sldMk cId="2440790817" sldId="329"/>
            <ac:spMk id="47" creationId="{CD1DED71-09C6-B13D-D779-B1DEAB3CF3BE}"/>
          </ac:spMkLst>
        </pc:spChg>
        <pc:spChg chg="mod">
          <ac:chgData name="이건희" userId="0a994238-b102-4555-836f-34b53b2f3c57" providerId="ADAL" clId="{8DA326DE-65E5-462E-AEAE-DDC091F63FA0}" dt="2023-11-14T07:28:22.770" v="4780" actId="1038"/>
          <ac:spMkLst>
            <pc:docMk/>
            <pc:sldMk cId="2440790817" sldId="329"/>
            <ac:spMk id="48" creationId="{044C9389-368A-EB4E-77FE-21CE23D91682}"/>
          </ac:spMkLst>
        </pc:spChg>
        <pc:spChg chg="del">
          <ac:chgData name="이건희" userId="0a994238-b102-4555-836f-34b53b2f3c57" providerId="ADAL" clId="{8DA326DE-65E5-462E-AEAE-DDC091F63FA0}" dt="2023-11-14T07:26:29.790" v="4665" actId="478"/>
          <ac:spMkLst>
            <pc:docMk/>
            <pc:sldMk cId="2440790817" sldId="329"/>
            <ac:spMk id="51" creationId="{A10D7043-2431-665D-3085-6EB51F4340D1}"/>
          </ac:spMkLst>
        </pc:spChg>
        <pc:spChg chg="del">
          <ac:chgData name="이건희" userId="0a994238-b102-4555-836f-34b53b2f3c57" providerId="ADAL" clId="{8DA326DE-65E5-462E-AEAE-DDC091F63FA0}" dt="2023-11-14T07:26:28.401" v="4664" actId="478"/>
          <ac:spMkLst>
            <pc:docMk/>
            <pc:sldMk cId="2440790817" sldId="329"/>
            <ac:spMk id="52" creationId="{E7C19A2D-4C9D-3C53-B4DB-824D481601EA}"/>
          </ac:spMkLst>
        </pc:spChg>
        <pc:spChg chg="del">
          <ac:chgData name="이건희" userId="0a994238-b102-4555-836f-34b53b2f3c57" providerId="ADAL" clId="{8DA326DE-65E5-462E-AEAE-DDC091F63FA0}" dt="2023-11-14T07:26:24.718" v="4661" actId="478"/>
          <ac:spMkLst>
            <pc:docMk/>
            <pc:sldMk cId="2440790817" sldId="329"/>
            <ac:spMk id="53" creationId="{B4D63D66-3AD0-3784-0E3E-892291E4AC13}"/>
          </ac:spMkLst>
        </pc:spChg>
        <pc:spChg chg="del">
          <ac:chgData name="이건희" userId="0a994238-b102-4555-836f-34b53b2f3c57" providerId="ADAL" clId="{8DA326DE-65E5-462E-AEAE-DDC091F63FA0}" dt="2023-11-14T07:26:26.266" v="4662" actId="478"/>
          <ac:spMkLst>
            <pc:docMk/>
            <pc:sldMk cId="2440790817" sldId="329"/>
            <ac:spMk id="54" creationId="{97B90167-E3FB-C383-E80D-3BD7FCA6C375}"/>
          </ac:spMkLst>
        </pc:spChg>
        <pc:spChg chg="del">
          <ac:chgData name="이건희" userId="0a994238-b102-4555-836f-34b53b2f3c57" providerId="ADAL" clId="{8DA326DE-65E5-462E-AEAE-DDC091F63FA0}" dt="2023-11-14T07:26:26.266" v="4662" actId="478"/>
          <ac:spMkLst>
            <pc:docMk/>
            <pc:sldMk cId="2440790817" sldId="329"/>
            <ac:spMk id="55" creationId="{5B974014-62C7-3ABB-FD42-85342D2E5C80}"/>
          </ac:spMkLst>
        </pc:spChg>
        <pc:spChg chg="mod">
          <ac:chgData name="이건희" userId="0a994238-b102-4555-836f-34b53b2f3c57" providerId="ADAL" clId="{8DA326DE-65E5-462E-AEAE-DDC091F63FA0}" dt="2023-11-14T07:28:22.770" v="4780" actId="1038"/>
          <ac:spMkLst>
            <pc:docMk/>
            <pc:sldMk cId="2440790817" sldId="329"/>
            <ac:spMk id="58" creationId="{522A952C-DCCE-B86C-8220-FFED281E3B2B}"/>
          </ac:spMkLst>
        </pc:spChg>
        <pc:grpChg chg="mod">
          <ac:chgData name="이건희" userId="0a994238-b102-4555-836f-34b53b2f3c57" providerId="ADAL" clId="{8DA326DE-65E5-462E-AEAE-DDC091F63FA0}" dt="2023-11-14T07:28:22.770" v="4780" actId="1038"/>
          <ac:grpSpMkLst>
            <pc:docMk/>
            <pc:sldMk cId="2440790817" sldId="329"/>
            <ac:grpSpMk id="24" creationId="{A312C063-A702-50F6-DAEF-033BB8459167}"/>
          </ac:grpSpMkLst>
        </pc:grpChg>
        <pc:grpChg chg="mod">
          <ac:chgData name="이건희" userId="0a994238-b102-4555-836f-34b53b2f3c57" providerId="ADAL" clId="{8DA326DE-65E5-462E-AEAE-DDC091F63FA0}" dt="2023-11-14T07:28:22.770" v="4780" actId="1038"/>
          <ac:grpSpMkLst>
            <pc:docMk/>
            <pc:sldMk cId="2440790817" sldId="329"/>
            <ac:grpSpMk id="27" creationId="{4384895C-2EE2-ED98-BAD2-D65148DEC543}"/>
          </ac:grpSpMkLst>
        </pc:grpChg>
        <pc:grpChg chg="mod">
          <ac:chgData name="이건희" userId="0a994238-b102-4555-836f-34b53b2f3c57" providerId="ADAL" clId="{8DA326DE-65E5-462E-AEAE-DDC091F63FA0}" dt="2023-11-14T07:28:22.770" v="4780" actId="1038"/>
          <ac:grpSpMkLst>
            <pc:docMk/>
            <pc:sldMk cId="2440790817" sldId="329"/>
            <ac:grpSpMk id="30" creationId="{7584D2F4-DE68-9CB4-4E59-2DA4D5EDE100}"/>
          </ac:grpSpMkLst>
        </pc:grpChg>
        <pc:grpChg chg="mod">
          <ac:chgData name="이건희" userId="0a994238-b102-4555-836f-34b53b2f3c57" providerId="ADAL" clId="{8DA326DE-65E5-462E-AEAE-DDC091F63FA0}" dt="2023-11-14T06:53:29.237" v="3804" actId="1038"/>
          <ac:grpSpMkLst>
            <pc:docMk/>
            <pc:sldMk cId="2440790817" sldId="329"/>
            <ac:grpSpMk id="1028" creationId="{9EFA6FAB-C9F7-DD47-61D7-E641203F96F2}"/>
          </ac:grpSpMkLst>
        </pc:grpChg>
        <pc:picChg chg="add del mod">
          <ac:chgData name="이건희" userId="0a994238-b102-4555-836f-34b53b2f3c57" providerId="ADAL" clId="{8DA326DE-65E5-462E-AEAE-DDC091F63FA0}" dt="2023-11-14T07:26:13.392" v="4656" actId="478"/>
          <ac:picMkLst>
            <pc:docMk/>
            <pc:sldMk cId="2440790817" sldId="329"/>
            <ac:picMk id="6" creationId="{63A6E31B-B3FC-1F42-14FA-D93D374150AC}"/>
          </ac:picMkLst>
        </pc:picChg>
        <pc:picChg chg="add mod ord">
          <ac:chgData name="이건희" userId="0a994238-b102-4555-836f-34b53b2f3c57" providerId="ADAL" clId="{8DA326DE-65E5-462E-AEAE-DDC091F63FA0}" dt="2023-11-14T07:28:22.770" v="4780" actId="1038"/>
          <ac:picMkLst>
            <pc:docMk/>
            <pc:sldMk cId="2440790817" sldId="329"/>
            <ac:picMk id="8" creationId="{446AA41E-9328-891E-BD9B-589D71A1CA42}"/>
          </ac:picMkLst>
        </pc:picChg>
        <pc:picChg chg="mod">
          <ac:chgData name="이건희" userId="0a994238-b102-4555-836f-34b53b2f3c57" providerId="ADAL" clId="{8DA326DE-65E5-462E-AEAE-DDC091F63FA0}" dt="2023-11-14T07:28:22.770" v="4780" actId="1038"/>
          <ac:picMkLst>
            <pc:docMk/>
            <pc:sldMk cId="2440790817" sldId="329"/>
            <ac:picMk id="25" creationId="{DD2B2C9E-78ED-B793-2F67-C51845EAEABB}"/>
          </ac:picMkLst>
        </pc:picChg>
        <pc:picChg chg="mod">
          <ac:chgData name="이건희" userId="0a994238-b102-4555-836f-34b53b2f3c57" providerId="ADAL" clId="{8DA326DE-65E5-462E-AEAE-DDC091F63FA0}" dt="2023-11-14T07:28:22.770" v="4780" actId="1038"/>
          <ac:picMkLst>
            <pc:docMk/>
            <pc:sldMk cId="2440790817" sldId="329"/>
            <ac:picMk id="26" creationId="{F25521F0-1A1B-F413-CDB1-945458DB0179}"/>
          </ac:picMkLst>
        </pc:picChg>
        <pc:picChg chg="mod">
          <ac:chgData name="이건희" userId="0a994238-b102-4555-836f-34b53b2f3c57" providerId="ADAL" clId="{8DA326DE-65E5-462E-AEAE-DDC091F63FA0}" dt="2023-11-14T07:28:22.770" v="4780" actId="1038"/>
          <ac:picMkLst>
            <pc:docMk/>
            <pc:sldMk cId="2440790817" sldId="329"/>
            <ac:picMk id="28" creationId="{03CA6AED-A3DB-A134-739B-BF73BB77BFDC}"/>
          </ac:picMkLst>
        </pc:picChg>
        <pc:picChg chg="mod">
          <ac:chgData name="이건희" userId="0a994238-b102-4555-836f-34b53b2f3c57" providerId="ADAL" clId="{8DA326DE-65E5-462E-AEAE-DDC091F63FA0}" dt="2023-11-14T07:28:22.770" v="4780" actId="1038"/>
          <ac:picMkLst>
            <pc:docMk/>
            <pc:sldMk cId="2440790817" sldId="329"/>
            <ac:picMk id="29" creationId="{72736269-C053-B584-F2B6-863F3F66C073}"/>
          </ac:picMkLst>
        </pc:picChg>
        <pc:picChg chg="mod">
          <ac:chgData name="이건희" userId="0a994238-b102-4555-836f-34b53b2f3c57" providerId="ADAL" clId="{8DA326DE-65E5-462E-AEAE-DDC091F63FA0}" dt="2023-11-14T07:28:22.770" v="4780" actId="1038"/>
          <ac:picMkLst>
            <pc:docMk/>
            <pc:sldMk cId="2440790817" sldId="329"/>
            <ac:picMk id="31" creationId="{B84CC71E-384A-57EB-D302-E3D0E62DD63B}"/>
          </ac:picMkLst>
        </pc:picChg>
        <pc:picChg chg="mod">
          <ac:chgData name="이건희" userId="0a994238-b102-4555-836f-34b53b2f3c57" providerId="ADAL" clId="{8DA326DE-65E5-462E-AEAE-DDC091F63FA0}" dt="2023-11-14T07:28:22.770" v="4780" actId="1038"/>
          <ac:picMkLst>
            <pc:docMk/>
            <pc:sldMk cId="2440790817" sldId="329"/>
            <ac:picMk id="32" creationId="{C9AEEB9D-EAAB-3A94-784C-CA79C1E393C3}"/>
          </ac:picMkLst>
        </pc:picChg>
        <pc:picChg chg="del">
          <ac:chgData name="이건희" userId="0a994238-b102-4555-836f-34b53b2f3c57" providerId="ADAL" clId="{8DA326DE-65E5-462E-AEAE-DDC091F63FA0}" dt="2023-11-14T07:26:22.289" v="4660" actId="478"/>
          <ac:picMkLst>
            <pc:docMk/>
            <pc:sldMk cId="2440790817" sldId="329"/>
            <ac:picMk id="46" creationId="{2E68FFEF-3E2B-4229-D310-87B3E041DEE9}"/>
          </ac:picMkLst>
        </pc:picChg>
        <pc:cxnChg chg="mod">
          <ac:chgData name="이건희" userId="0a994238-b102-4555-836f-34b53b2f3c57" providerId="ADAL" clId="{8DA326DE-65E5-462E-AEAE-DDC091F63FA0}" dt="2023-11-14T07:28:22.770" v="4780" actId="1038"/>
          <ac:cxnSpMkLst>
            <pc:docMk/>
            <pc:sldMk cId="2440790817" sldId="329"/>
            <ac:cxnSpMk id="34" creationId="{15C99625-6BEA-7D6F-8F92-B0ABEC163F83}"/>
          </ac:cxnSpMkLst>
        </pc:cxnChg>
        <pc:cxnChg chg="mod">
          <ac:chgData name="이건희" userId="0a994238-b102-4555-836f-34b53b2f3c57" providerId="ADAL" clId="{8DA326DE-65E5-462E-AEAE-DDC091F63FA0}" dt="2023-11-14T07:28:22.770" v="4780" actId="1038"/>
          <ac:cxnSpMkLst>
            <pc:docMk/>
            <pc:sldMk cId="2440790817" sldId="329"/>
            <ac:cxnSpMk id="50" creationId="{0C126C8D-0AAF-6758-F1C2-92331354AB7E}"/>
          </ac:cxnSpMkLst>
        </pc:cxnChg>
        <pc:cxnChg chg="mod">
          <ac:chgData name="이건희" userId="0a994238-b102-4555-836f-34b53b2f3c57" providerId="ADAL" clId="{8DA326DE-65E5-462E-AEAE-DDC091F63FA0}" dt="2023-11-14T07:28:22.770" v="4780" actId="1038"/>
          <ac:cxnSpMkLst>
            <pc:docMk/>
            <pc:sldMk cId="2440790817" sldId="329"/>
            <ac:cxnSpMk id="60" creationId="{B5766B65-334E-B683-07D2-50639103C041}"/>
          </ac:cxnSpMkLst>
        </pc:cxnChg>
      </pc:sldChg>
      <pc:sldChg chg="addSp delSp modSp del mod ord">
        <pc:chgData name="이건희" userId="0a994238-b102-4555-836f-34b53b2f3c57" providerId="ADAL" clId="{8DA326DE-65E5-462E-AEAE-DDC091F63FA0}" dt="2023-11-16T05:30:36.396" v="8426" actId="2696"/>
        <pc:sldMkLst>
          <pc:docMk/>
          <pc:sldMk cId="1258484718" sldId="330"/>
        </pc:sldMkLst>
        <pc:spChg chg="del">
          <ac:chgData name="이건희" userId="0a994238-b102-4555-836f-34b53b2f3c57" providerId="ADAL" clId="{8DA326DE-65E5-462E-AEAE-DDC091F63FA0}" dt="2023-11-14T08:21:54.158" v="7642" actId="478"/>
          <ac:spMkLst>
            <pc:docMk/>
            <pc:sldMk cId="1258484718" sldId="330"/>
            <ac:spMk id="2" creationId="{110586C7-723B-0B17-DD73-3C1262A8D3CF}"/>
          </ac:spMkLst>
        </pc:spChg>
        <pc:spChg chg="add del mod">
          <ac:chgData name="이건희" userId="0a994238-b102-4555-836f-34b53b2f3c57" providerId="ADAL" clId="{8DA326DE-65E5-462E-AEAE-DDC091F63FA0}" dt="2023-11-14T08:21:57.172" v="7644" actId="478"/>
          <ac:spMkLst>
            <pc:docMk/>
            <pc:sldMk cId="1258484718" sldId="330"/>
            <ac:spMk id="10" creationId="{8921B8DA-8863-46FA-DCAC-3E503944C5B6}"/>
          </ac:spMkLst>
        </pc:spChg>
        <pc:spChg chg="add mod">
          <ac:chgData name="이건희" userId="0a994238-b102-4555-836f-34b53b2f3c57" providerId="ADAL" clId="{8DA326DE-65E5-462E-AEAE-DDC091F63FA0}" dt="2023-11-14T08:24:16.722" v="7742"/>
          <ac:spMkLst>
            <pc:docMk/>
            <pc:sldMk cId="1258484718" sldId="330"/>
            <ac:spMk id="11" creationId="{89599B8E-BA27-7202-E502-EA961CE2D121}"/>
          </ac:spMkLst>
        </pc:spChg>
        <pc:spChg chg="mod">
          <ac:chgData name="이건희" userId="0a994238-b102-4555-836f-34b53b2f3c57" providerId="ADAL" clId="{8DA326DE-65E5-462E-AEAE-DDC091F63FA0}" dt="2023-11-14T08:24:32.928" v="7749"/>
          <ac:spMkLst>
            <pc:docMk/>
            <pc:sldMk cId="1258484718" sldId="330"/>
            <ac:spMk id="12" creationId="{B66B78E3-5EF7-8A10-5371-DBF1A1C9E16A}"/>
          </ac:spMkLst>
        </pc:spChg>
        <pc:spChg chg="del">
          <ac:chgData name="이건희" userId="0a994238-b102-4555-836f-34b53b2f3c57" providerId="ADAL" clId="{8DA326DE-65E5-462E-AEAE-DDC091F63FA0}" dt="2023-11-14T08:22:36.211" v="7659" actId="478"/>
          <ac:spMkLst>
            <pc:docMk/>
            <pc:sldMk cId="1258484718" sldId="330"/>
            <ac:spMk id="13" creationId="{D0B6D178-A629-2FAF-F52D-6CBED405DC8A}"/>
          </ac:spMkLst>
        </pc:spChg>
        <pc:spChg chg="mod">
          <ac:chgData name="이건희" userId="0a994238-b102-4555-836f-34b53b2f3c57" providerId="ADAL" clId="{8DA326DE-65E5-462E-AEAE-DDC091F63FA0}" dt="2023-11-14T08:25:18.161" v="7769"/>
          <ac:spMkLst>
            <pc:docMk/>
            <pc:sldMk cId="1258484718" sldId="330"/>
            <ac:spMk id="14" creationId="{6F681C39-3D41-65F3-2329-47E089B5D9FB}"/>
          </ac:spMkLst>
        </pc:spChg>
        <pc:spChg chg="del">
          <ac:chgData name="이건희" userId="0a994238-b102-4555-836f-34b53b2f3c57" providerId="ADAL" clId="{8DA326DE-65E5-462E-AEAE-DDC091F63FA0}" dt="2023-11-14T08:24:43.486" v="7750" actId="478"/>
          <ac:spMkLst>
            <pc:docMk/>
            <pc:sldMk cId="1258484718" sldId="330"/>
            <ac:spMk id="15" creationId="{CAD5B6A3-5EC7-B9F1-C02D-9FAB02EE54A5}"/>
          </ac:spMkLst>
        </pc:spChg>
        <pc:spChg chg="add del mod">
          <ac:chgData name="이건희" userId="0a994238-b102-4555-836f-34b53b2f3c57" providerId="ADAL" clId="{8DA326DE-65E5-462E-AEAE-DDC091F63FA0}" dt="2023-11-14T08:24:45.011" v="7751" actId="478"/>
          <ac:spMkLst>
            <pc:docMk/>
            <pc:sldMk cId="1258484718" sldId="330"/>
            <ac:spMk id="19" creationId="{3E796E3A-83AC-1A7D-2AB7-0324F221993F}"/>
          </ac:spMkLst>
        </pc:spChg>
        <pc:grpChg chg="del">
          <ac:chgData name="이건희" userId="0a994238-b102-4555-836f-34b53b2f3c57" providerId="ADAL" clId="{8DA326DE-65E5-462E-AEAE-DDC091F63FA0}" dt="2023-11-14T08:24:45.869" v="7752" actId="478"/>
          <ac:grpSpMkLst>
            <pc:docMk/>
            <pc:sldMk cId="1258484718" sldId="330"/>
            <ac:grpSpMk id="3" creationId="{3C199632-37AC-D44F-D857-D38AF8CCEC82}"/>
          </ac:grpSpMkLst>
        </pc:grpChg>
        <pc:picChg chg="add mod">
          <ac:chgData name="이건희" userId="0a994238-b102-4555-836f-34b53b2f3c57" providerId="ADAL" clId="{8DA326DE-65E5-462E-AEAE-DDC091F63FA0}" dt="2023-11-14T08:22:34.843" v="7658" actId="1076"/>
          <ac:picMkLst>
            <pc:docMk/>
            <pc:sldMk cId="1258484718" sldId="330"/>
            <ac:picMk id="16" creationId="{DCC97A7A-65F1-DD29-6565-032F82564715}"/>
          </ac:picMkLst>
        </pc:picChg>
        <pc:picChg chg="add mod">
          <ac:chgData name="이건희" userId="0a994238-b102-4555-836f-34b53b2f3c57" providerId="ADAL" clId="{8DA326DE-65E5-462E-AEAE-DDC091F63FA0}" dt="2023-11-14T08:22:32.667" v="7657" actId="1076"/>
          <ac:picMkLst>
            <pc:docMk/>
            <pc:sldMk cId="1258484718" sldId="330"/>
            <ac:picMk id="17" creationId="{FAA25595-EA83-A4C3-4454-816463425F9A}"/>
          </ac:picMkLst>
        </pc:picChg>
        <pc:picChg chg="del">
          <ac:chgData name="이건희" userId="0a994238-b102-4555-836f-34b53b2f3c57" providerId="ADAL" clId="{8DA326DE-65E5-462E-AEAE-DDC091F63FA0}" dt="2023-11-14T08:22:29.586" v="7654" actId="478"/>
          <ac:picMkLst>
            <pc:docMk/>
            <pc:sldMk cId="1258484718" sldId="330"/>
            <ac:picMk id="22" creationId="{FB38E89D-28F7-2295-4969-4497FF62C1AE}"/>
          </ac:picMkLst>
        </pc:picChg>
        <pc:picChg chg="del">
          <ac:chgData name="이건희" userId="0a994238-b102-4555-836f-34b53b2f3c57" providerId="ADAL" clId="{8DA326DE-65E5-462E-AEAE-DDC091F63FA0}" dt="2023-11-14T08:22:30.186" v="7655" actId="478"/>
          <ac:picMkLst>
            <pc:docMk/>
            <pc:sldMk cId="1258484718" sldId="330"/>
            <ac:picMk id="24" creationId="{DB29C0CB-A956-C527-F306-012A0F07A04E}"/>
          </ac:picMkLst>
        </pc:picChg>
        <pc:picChg chg="del">
          <ac:chgData name="이건희" userId="0a994238-b102-4555-836f-34b53b2f3c57" providerId="ADAL" clId="{8DA326DE-65E5-462E-AEAE-DDC091F63FA0}" dt="2023-11-14T08:22:30.747" v="7656" actId="478"/>
          <ac:picMkLst>
            <pc:docMk/>
            <pc:sldMk cId="1258484718" sldId="330"/>
            <ac:picMk id="25" creationId="{FABDE607-612B-B2E9-ED14-742A30F0C42C}"/>
          </ac:picMkLst>
        </pc:picChg>
      </pc:sldChg>
      <pc:sldChg chg="addSp delSp modSp add del mod ord">
        <pc:chgData name="이건희" userId="0a994238-b102-4555-836f-34b53b2f3c57" providerId="ADAL" clId="{8DA326DE-65E5-462E-AEAE-DDC091F63FA0}" dt="2023-11-16T08:00:45.749" v="9351" actId="47"/>
        <pc:sldMkLst>
          <pc:docMk/>
          <pc:sldMk cId="1847260027" sldId="330"/>
        </pc:sldMkLst>
        <pc:spChg chg="add del mod">
          <ac:chgData name="이건희" userId="0a994238-b102-4555-836f-34b53b2f3c57" providerId="ADAL" clId="{8DA326DE-65E5-462E-AEAE-DDC091F63FA0}" dt="2023-11-16T07:22:37.332" v="8624" actId="478"/>
          <ac:spMkLst>
            <pc:docMk/>
            <pc:sldMk cId="1847260027" sldId="330"/>
            <ac:spMk id="3" creationId="{4F4AE707-093E-E6BE-8BE2-E0EFCFAF7647}"/>
          </ac:spMkLst>
        </pc:spChg>
        <pc:spChg chg="add del mod">
          <ac:chgData name="이건희" userId="0a994238-b102-4555-836f-34b53b2f3c57" providerId="ADAL" clId="{8DA326DE-65E5-462E-AEAE-DDC091F63FA0}" dt="2023-11-16T07:22:35.364" v="8623"/>
          <ac:spMkLst>
            <pc:docMk/>
            <pc:sldMk cId="1847260027" sldId="330"/>
            <ac:spMk id="5" creationId="{5754375E-7188-0992-CA8B-0B47524E7DDA}"/>
          </ac:spMkLst>
        </pc:spChg>
        <pc:spChg chg="add mod">
          <ac:chgData name="이건희" userId="0a994238-b102-4555-836f-34b53b2f3c57" providerId="ADAL" clId="{8DA326DE-65E5-462E-AEAE-DDC091F63FA0}" dt="2023-11-16T07:22:37.639" v="8625"/>
          <ac:spMkLst>
            <pc:docMk/>
            <pc:sldMk cId="1847260027" sldId="330"/>
            <ac:spMk id="6" creationId="{5304DDA8-71FC-787A-5FA5-8D14044E3A58}"/>
          </ac:spMkLst>
        </pc:spChg>
        <pc:spChg chg="add mod">
          <ac:chgData name="이건희" userId="0a994238-b102-4555-836f-34b53b2f3c57" providerId="ADAL" clId="{8DA326DE-65E5-462E-AEAE-DDC091F63FA0}" dt="2023-11-16T07:23:04.134" v="8647"/>
          <ac:spMkLst>
            <pc:docMk/>
            <pc:sldMk cId="1847260027" sldId="330"/>
            <ac:spMk id="7" creationId="{22C19D0B-37EA-8576-C48D-1438A71FA549}"/>
          </ac:spMkLst>
        </pc:spChg>
        <pc:spChg chg="add del mod">
          <ac:chgData name="이건희" userId="0a994238-b102-4555-836f-34b53b2f3c57" providerId="ADAL" clId="{8DA326DE-65E5-462E-AEAE-DDC091F63FA0}" dt="2023-11-16T07:51:39.144" v="8996" actId="478"/>
          <ac:spMkLst>
            <pc:docMk/>
            <pc:sldMk cId="1847260027" sldId="330"/>
            <ac:spMk id="9" creationId="{C9FE59CE-0158-4007-58A1-EEC136F544CD}"/>
          </ac:spMkLst>
        </pc:spChg>
        <pc:spChg chg="add mod">
          <ac:chgData name="이건희" userId="0a994238-b102-4555-836f-34b53b2f3c57" providerId="ADAL" clId="{8DA326DE-65E5-462E-AEAE-DDC091F63FA0}" dt="2023-11-16T07:51:44.590" v="8997" actId="164"/>
          <ac:spMkLst>
            <pc:docMk/>
            <pc:sldMk cId="1847260027" sldId="330"/>
            <ac:spMk id="10" creationId="{90795DD4-B503-1115-7A22-5C25EB9EDD8F}"/>
          </ac:spMkLst>
        </pc:spChg>
        <pc:spChg chg="del mod">
          <ac:chgData name="이건희" userId="0a994238-b102-4555-836f-34b53b2f3c57" providerId="ADAL" clId="{8DA326DE-65E5-462E-AEAE-DDC091F63FA0}" dt="2023-11-16T07:22:33.822" v="8618" actId="478"/>
          <ac:spMkLst>
            <pc:docMk/>
            <pc:sldMk cId="1847260027" sldId="330"/>
            <ac:spMk id="11" creationId="{89599B8E-BA27-7202-E502-EA961CE2D121}"/>
          </ac:spMkLst>
        </pc:spChg>
        <pc:spChg chg="add mod">
          <ac:chgData name="이건희" userId="0a994238-b102-4555-836f-34b53b2f3c57" providerId="ADAL" clId="{8DA326DE-65E5-462E-AEAE-DDC091F63FA0}" dt="2023-11-16T07:51:44.590" v="8997" actId="164"/>
          <ac:spMkLst>
            <pc:docMk/>
            <pc:sldMk cId="1847260027" sldId="330"/>
            <ac:spMk id="13" creationId="{26154BEE-6E1F-CDAA-07CB-86D695C975D0}"/>
          </ac:spMkLst>
        </pc:spChg>
        <pc:spChg chg="add mod">
          <ac:chgData name="이건희" userId="0a994238-b102-4555-836f-34b53b2f3c57" providerId="ADAL" clId="{8DA326DE-65E5-462E-AEAE-DDC091F63FA0}" dt="2023-11-16T07:51:44.590" v="8997" actId="164"/>
          <ac:spMkLst>
            <pc:docMk/>
            <pc:sldMk cId="1847260027" sldId="330"/>
            <ac:spMk id="15" creationId="{362CE6CC-3A46-9554-A007-EBF0CB3FB620}"/>
          </ac:spMkLst>
        </pc:spChg>
        <pc:spChg chg="add mod">
          <ac:chgData name="이건희" userId="0a994238-b102-4555-836f-34b53b2f3c57" providerId="ADAL" clId="{8DA326DE-65E5-462E-AEAE-DDC091F63FA0}" dt="2023-11-16T07:51:44.590" v="8997" actId="164"/>
          <ac:spMkLst>
            <pc:docMk/>
            <pc:sldMk cId="1847260027" sldId="330"/>
            <ac:spMk id="18" creationId="{B6D23609-B132-393E-9977-E4B155BCB379}"/>
          </ac:spMkLst>
        </pc:spChg>
        <pc:spChg chg="add mod">
          <ac:chgData name="이건희" userId="0a994238-b102-4555-836f-34b53b2f3c57" providerId="ADAL" clId="{8DA326DE-65E5-462E-AEAE-DDC091F63FA0}" dt="2023-11-16T07:51:44.590" v="8997" actId="164"/>
          <ac:spMkLst>
            <pc:docMk/>
            <pc:sldMk cId="1847260027" sldId="330"/>
            <ac:spMk id="19" creationId="{961E71B5-E341-BCB2-F744-BF73C869EF9A}"/>
          </ac:spMkLst>
        </pc:spChg>
        <pc:spChg chg="add del mod">
          <ac:chgData name="이건희" userId="0a994238-b102-4555-836f-34b53b2f3c57" providerId="ADAL" clId="{8DA326DE-65E5-462E-AEAE-DDC091F63FA0}" dt="2023-11-16T07:51:57.881" v="9001" actId="478"/>
          <ac:spMkLst>
            <pc:docMk/>
            <pc:sldMk cId="1847260027" sldId="330"/>
            <ac:spMk id="22" creationId="{87DBAE51-9B6D-A566-1B3C-508B02CFB338}"/>
          </ac:spMkLst>
        </pc:spChg>
        <pc:spChg chg="add mod">
          <ac:chgData name="이건희" userId="0a994238-b102-4555-836f-34b53b2f3c57" providerId="ADAL" clId="{8DA326DE-65E5-462E-AEAE-DDC091F63FA0}" dt="2023-11-16T07:52:02.148" v="9002" actId="164"/>
          <ac:spMkLst>
            <pc:docMk/>
            <pc:sldMk cId="1847260027" sldId="330"/>
            <ac:spMk id="23" creationId="{FDD5325E-E095-D8A2-CC95-3BECB9462841}"/>
          </ac:spMkLst>
        </pc:spChg>
        <pc:spChg chg="add mod">
          <ac:chgData name="이건희" userId="0a994238-b102-4555-836f-34b53b2f3c57" providerId="ADAL" clId="{8DA326DE-65E5-462E-AEAE-DDC091F63FA0}" dt="2023-11-16T07:52:02.148" v="9002" actId="164"/>
          <ac:spMkLst>
            <pc:docMk/>
            <pc:sldMk cId="1847260027" sldId="330"/>
            <ac:spMk id="24" creationId="{E5D4B393-DC64-A919-6D7F-2307AE75024E}"/>
          </ac:spMkLst>
        </pc:spChg>
        <pc:spChg chg="add mod">
          <ac:chgData name="이건희" userId="0a994238-b102-4555-836f-34b53b2f3c57" providerId="ADAL" clId="{8DA326DE-65E5-462E-AEAE-DDC091F63FA0}" dt="2023-11-16T07:52:02.148" v="9002" actId="164"/>
          <ac:spMkLst>
            <pc:docMk/>
            <pc:sldMk cId="1847260027" sldId="330"/>
            <ac:spMk id="25" creationId="{7BFD12B5-F1F9-5CE6-EFC0-87D49471E68B}"/>
          </ac:spMkLst>
        </pc:spChg>
        <pc:spChg chg="add mod">
          <ac:chgData name="이건희" userId="0a994238-b102-4555-836f-34b53b2f3c57" providerId="ADAL" clId="{8DA326DE-65E5-462E-AEAE-DDC091F63FA0}" dt="2023-11-16T07:52:02.148" v="9002" actId="164"/>
          <ac:spMkLst>
            <pc:docMk/>
            <pc:sldMk cId="1847260027" sldId="330"/>
            <ac:spMk id="26" creationId="{7D5B2FB9-5B0D-1288-11EE-CDA4231C448B}"/>
          </ac:spMkLst>
        </pc:spChg>
        <pc:spChg chg="add mod">
          <ac:chgData name="이건희" userId="0a994238-b102-4555-836f-34b53b2f3c57" providerId="ADAL" clId="{8DA326DE-65E5-462E-AEAE-DDC091F63FA0}" dt="2023-11-16T07:52:06.519" v="9005" actId="1038"/>
          <ac:spMkLst>
            <pc:docMk/>
            <pc:sldMk cId="1847260027" sldId="330"/>
            <ac:spMk id="27" creationId="{3589BD20-8311-D80F-83A8-F7BD76AE0661}"/>
          </ac:spMkLst>
        </pc:spChg>
        <pc:grpChg chg="add mod">
          <ac:chgData name="이건희" userId="0a994238-b102-4555-836f-34b53b2f3c57" providerId="ADAL" clId="{8DA326DE-65E5-462E-AEAE-DDC091F63FA0}" dt="2023-11-16T07:51:48.883" v="8999" actId="1076"/>
          <ac:grpSpMkLst>
            <pc:docMk/>
            <pc:sldMk cId="1847260027" sldId="330"/>
            <ac:grpSpMk id="20" creationId="{BCFFA9DE-3DAB-2035-B00E-AD90894CD10F}"/>
          </ac:grpSpMkLst>
        </pc:grpChg>
        <pc:grpChg chg="add mod">
          <ac:chgData name="이건희" userId="0a994238-b102-4555-836f-34b53b2f3c57" providerId="ADAL" clId="{8DA326DE-65E5-462E-AEAE-DDC091F63FA0}" dt="2023-11-16T07:52:11.239" v="9006" actId="1076"/>
          <ac:grpSpMkLst>
            <pc:docMk/>
            <pc:sldMk cId="1847260027" sldId="330"/>
            <ac:grpSpMk id="28" creationId="{9E1FECF2-E7DF-E02E-0AFB-5E6DF9246DBB}"/>
          </ac:grpSpMkLst>
        </pc:grpChg>
        <pc:picChg chg="add mod">
          <ac:chgData name="이건희" userId="0a994238-b102-4555-836f-34b53b2f3c57" providerId="ADAL" clId="{8DA326DE-65E5-462E-AEAE-DDC091F63FA0}" dt="2023-11-16T07:51:44.590" v="8997" actId="164"/>
          <ac:picMkLst>
            <pc:docMk/>
            <pc:sldMk cId="1847260027" sldId="330"/>
            <ac:picMk id="8" creationId="{711177DB-18DF-CB9A-1A6A-9A976DCF30BD}"/>
          </ac:picMkLst>
        </pc:picChg>
        <pc:picChg chg="del">
          <ac:chgData name="이건희" userId="0a994238-b102-4555-836f-34b53b2f3c57" providerId="ADAL" clId="{8DA326DE-65E5-462E-AEAE-DDC091F63FA0}" dt="2023-11-16T07:52:02.934" v="9003" actId="478"/>
          <ac:picMkLst>
            <pc:docMk/>
            <pc:sldMk cId="1847260027" sldId="330"/>
            <ac:picMk id="16" creationId="{DCC97A7A-65F1-DD29-6565-032F82564715}"/>
          </ac:picMkLst>
        </pc:picChg>
        <pc:picChg chg="del">
          <ac:chgData name="이건희" userId="0a994238-b102-4555-836f-34b53b2f3c57" providerId="ADAL" clId="{8DA326DE-65E5-462E-AEAE-DDC091F63FA0}" dt="2023-11-16T07:51:45.654" v="8998" actId="478"/>
          <ac:picMkLst>
            <pc:docMk/>
            <pc:sldMk cId="1847260027" sldId="330"/>
            <ac:picMk id="17" creationId="{FAA25595-EA83-A4C3-4454-816463425F9A}"/>
          </ac:picMkLst>
        </pc:picChg>
        <pc:picChg chg="add mod">
          <ac:chgData name="이건희" userId="0a994238-b102-4555-836f-34b53b2f3c57" providerId="ADAL" clId="{8DA326DE-65E5-462E-AEAE-DDC091F63FA0}" dt="2023-11-16T07:52:02.148" v="9002" actId="164"/>
          <ac:picMkLst>
            <pc:docMk/>
            <pc:sldMk cId="1847260027" sldId="330"/>
            <ac:picMk id="21" creationId="{0369CE7D-B48E-BCBE-982C-2F3887AF1D62}"/>
          </ac:picMkLst>
        </pc:picChg>
      </pc:sldChg>
      <pc:sldChg chg="addSp delSp modSp mod">
        <pc:chgData name="이건희" userId="0a994238-b102-4555-836f-34b53b2f3c57" providerId="ADAL" clId="{8DA326DE-65E5-462E-AEAE-DDC091F63FA0}" dt="2023-11-16T08:26:30.027" v="9936" actId="1076"/>
        <pc:sldMkLst>
          <pc:docMk/>
          <pc:sldMk cId="3944317029" sldId="331"/>
        </pc:sldMkLst>
        <pc:spChg chg="add del mod">
          <ac:chgData name="이건희" userId="0a994238-b102-4555-836f-34b53b2f3c57" providerId="ADAL" clId="{8DA326DE-65E5-462E-AEAE-DDC091F63FA0}" dt="2023-11-16T08:15:42.791" v="9747" actId="478"/>
          <ac:spMkLst>
            <pc:docMk/>
            <pc:sldMk cId="3944317029" sldId="331"/>
            <ac:spMk id="3" creationId="{37A06EA9-78BB-66DA-B5F5-82C0A2A5362B}"/>
          </ac:spMkLst>
        </pc:spChg>
        <pc:spChg chg="mod">
          <ac:chgData name="이건희" userId="0a994238-b102-4555-836f-34b53b2f3c57" providerId="ADAL" clId="{8DA326DE-65E5-462E-AEAE-DDC091F63FA0}" dt="2023-11-14T07:36:18.249" v="5447"/>
          <ac:spMkLst>
            <pc:docMk/>
            <pc:sldMk cId="3944317029" sldId="331"/>
            <ac:spMk id="5" creationId="{B7743E73-E4BE-9E7A-00A2-0E06381E0F8A}"/>
          </ac:spMkLst>
        </pc:spChg>
        <pc:spChg chg="mod">
          <ac:chgData name="이건희" userId="0a994238-b102-4555-836f-34b53b2f3c57" providerId="ADAL" clId="{8DA326DE-65E5-462E-AEAE-DDC091F63FA0}" dt="2023-11-16T08:15:56.124" v="9757" actId="1037"/>
          <ac:spMkLst>
            <pc:docMk/>
            <pc:sldMk cId="3944317029" sldId="331"/>
            <ac:spMk id="7" creationId="{8FF9BBB6-0955-26A8-8244-C16B9AE89FE3}"/>
          </ac:spMkLst>
        </pc:spChg>
        <pc:spChg chg="mod">
          <ac:chgData name="이건희" userId="0a994238-b102-4555-836f-34b53b2f3c57" providerId="ADAL" clId="{8DA326DE-65E5-462E-AEAE-DDC091F63FA0}" dt="2023-11-16T08:15:56.124" v="9757" actId="1037"/>
          <ac:spMkLst>
            <pc:docMk/>
            <pc:sldMk cId="3944317029" sldId="331"/>
            <ac:spMk id="8" creationId="{A15240F2-75D3-B738-C085-EFFBBE8297E3}"/>
          </ac:spMkLst>
        </pc:spChg>
        <pc:spChg chg="mod">
          <ac:chgData name="이건희" userId="0a994238-b102-4555-836f-34b53b2f3c57" providerId="ADAL" clId="{8DA326DE-65E5-462E-AEAE-DDC091F63FA0}" dt="2023-11-14T07:19:11.850" v="4588" actId="1035"/>
          <ac:spMkLst>
            <pc:docMk/>
            <pc:sldMk cId="3944317029" sldId="331"/>
            <ac:spMk id="13" creationId="{D3553542-95C2-BB9C-449C-ADAEF3140134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18" creationId="{A9735CDC-96D3-6B72-6A15-7033DF9966C2}"/>
          </ac:spMkLst>
        </pc:spChg>
        <pc:spChg chg="add del mod">
          <ac:chgData name="이건희" userId="0a994238-b102-4555-836f-34b53b2f3c57" providerId="ADAL" clId="{8DA326DE-65E5-462E-AEAE-DDC091F63FA0}" dt="2023-11-16T08:14:55.365" v="9697" actId="478"/>
          <ac:spMkLst>
            <pc:docMk/>
            <pc:sldMk cId="3944317029" sldId="331"/>
            <ac:spMk id="19" creationId="{6A99F141-9F49-F0B2-3A36-F7A9CA077E23}"/>
          </ac:spMkLst>
        </pc:spChg>
        <pc:spChg chg="mod">
          <ac:chgData name="이건희" userId="0a994238-b102-4555-836f-34b53b2f3c57" providerId="ADAL" clId="{8DA326DE-65E5-462E-AEAE-DDC091F63FA0}" dt="2023-11-16T08:18:58.140" v="9835" actId="1038"/>
          <ac:spMkLst>
            <pc:docMk/>
            <pc:sldMk cId="3944317029" sldId="331"/>
            <ac:spMk id="20" creationId="{96B9C9C2-B049-B445-6F8C-6975F50D9854}"/>
          </ac:spMkLst>
        </pc:spChg>
        <pc:spChg chg="mod">
          <ac:chgData name="이건희" userId="0a994238-b102-4555-836f-34b53b2f3c57" providerId="ADAL" clId="{8DA326DE-65E5-462E-AEAE-DDC091F63FA0}" dt="2023-11-16T08:18:58.140" v="9835" actId="1038"/>
          <ac:spMkLst>
            <pc:docMk/>
            <pc:sldMk cId="3944317029" sldId="331"/>
            <ac:spMk id="21" creationId="{244F5878-C7B2-E8E3-6DB7-699D7D5D0A5E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28" creationId="{BCF4E1EA-697D-2172-9DA3-555FF1BB807E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31" creationId="{0CFAED30-ECF1-0FD6-4484-A60CBA0F55B3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32" creationId="{B99109FA-3409-A6AA-9715-E771FE49BE7D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33" creationId="{DC80DF05-F898-BDE9-C9BD-51B0BAC03053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34" creationId="{CEA89AFF-8D29-A2A5-3F77-1EFF49540F5E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35" creationId="{69624B3C-AF6B-E1F6-4A95-5B92F1A87181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36" creationId="{41170D3B-B7B0-3561-62DC-327CA5008AC5}"/>
          </ac:spMkLst>
        </pc:spChg>
        <pc:spChg chg="mod">
          <ac:chgData name="이건희" userId="0a994238-b102-4555-836f-34b53b2f3c57" providerId="ADAL" clId="{8DA326DE-65E5-462E-AEAE-DDC091F63FA0}" dt="2023-11-16T08:14:04.578" v="9663"/>
          <ac:spMkLst>
            <pc:docMk/>
            <pc:sldMk cId="3944317029" sldId="331"/>
            <ac:spMk id="37" creationId="{4ED6F63A-264A-468B-33C4-CEB06FCC1DCB}"/>
          </ac:spMkLst>
        </pc:spChg>
        <pc:spChg chg="add del mod">
          <ac:chgData name="이건희" userId="0a994238-b102-4555-836f-34b53b2f3c57" providerId="ADAL" clId="{8DA326DE-65E5-462E-AEAE-DDC091F63FA0}" dt="2023-11-16T08:16:31.685" v="9763"/>
          <ac:spMkLst>
            <pc:docMk/>
            <pc:sldMk cId="3944317029" sldId="331"/>
            <ac:spMk id="39" creationId="{E5144EFC-D06B-FB0D-4919-303754528EE6}"/>
          </ac:spMkLst>
        </pc:spChg>
        <pc:spChg chg="add del mod">
          <ac:chgData name="이건희" userId="0a994238-b102-4555-836f-34b53b2f3c57" providerId="ADAL" clId="{8DA326DE-65E5-462E-AEAE-DDC091F63FA0}" dt="2023-11-16T08:16:31.685" v="9763"/>
          <ac:spMkLst>
            <pc:docMk/>
            <pc:sldMk cId="3944317029" sldId="331"/>
            <ac:spMk id="40" creationId="{EB9D4DFE-92A5-AAB3-51CE-9F690EEE42F4}"/>
          </ac:spMkLst>
        </pc:spChg>
        <pc:spChg chg="add del mod">
          <ac:chgData name="이건희" userId="0a994238-b102-4555-836f-34b53b2f3c57" providerId="ADAL" clId="{8DA326DE-65E5-462E-AEAE-DDC091F63FA0}" dt="2023-11-16T08:16:31.685" v="9763"/>
          <ac:spMkLst>
            <pc:docMk/>
            <pc:sldMk cId="3944317029" sldId="331"/>
            <ac:spMk id="41" creationId="{0EA2FD0A-2E54-8858-38F7-4256741E6C50}"/>
          </ac:spMkLst>
        </pc:spChg>
        <pc:spChg chg="add del mod">
          <ac:chgData name="이건희" userId="0a994238-b102-4555-836f-34b53b2f3c57" providerId="ADAL" clId="{8DA326DE-65E5-462E-AEAE-DDC091F63FA0}" dt="2023-11-16T08:16:31.685" v="9763"/>
          <ac:spMkLst>
            <pc:docMk/>
            <pc:sldMk cId="3944317029" sldId="331"/>
            <ac:spMk id="42" creationId="{3564FBF2-1B2E-97A4-C014-C3C7B37383CB}"/>
          </ac:spMkLst>
        </pc:spChg>
        <pc:spChg chg="add del mod">
          <ac:chgData name="이건희" userId="0a994238-b102-4555-836f-34b53b2f3c57" providerId="ADAL" clId="{8DA326DE-65E5-462E-AEAE-DDC091F63FA0}" dt="2023-11-16T08:16:31.685" v="9763"/>
          <ac:spMkLst>
            <pc:docMk/>
            <pc:sldMk cId="3944317029" sldId="331"/>
            <ac:spMk id="43" creationId="{31CD1CA1-8601-0D2C-150E-F1609DC1E2E8}"/>
          </ac:spMkLst>
        </pc:spChg>
        <pc:spChg chg="add del mod">
          <ac:chgData name="이건희" userId="0a994238-b102-4555-836f-34b53b2f3c57" providerId="ADAL" clId="{8DA326DE-65E5-462E-AEAE-DDC091F63FA0}" dt="2023-11-16T08:16:36.013" v="9766" actId="478"/>
          <ac:spMkLst>
            <pc:docMk/>
            <pc:sldMk cId="3944317029" sldId="331"/>
            <ac:spMk id="44" creationId="{FD6709B1-22A5-77AF-BC7A-521737098A4D}"/>
          </ac:spMkLst>
        </pc:spChg>
        <pc:spChg chg="add del mod">
          <ac:chgData name="이건희" userId="0a994238-b102-4555-836f-34b53b2f3c57" providerId="ADAL" clId="{8DA326DE-65E5-462E-AEAE-DDC091F63FA0}" dt="2023-11-16T08:16:36.013" v="9766" actId="478"/>
          <ac:spMkLst>
            <pc:docMk/>
            <pc:sldMk cId="3944317029" sldId="331"/>
            <ac:spMk id="45" creationId="{35F0E28E-A86D-F284-2FEA-A20AE40AA560}"/>
          </ac:spMkLst>
        </pc:spChg>
        <pc:spChg chg="add del mod">
          <ac:chgData name="이건희" userId="0a994238-b102-4555-836f-34b53b2f3c57" providerId="ADAL" clId="{8DA326DE-65E5-462E-AEAE-DDC091F63FA0}" dt="2023-11-16T08:16:36.013" v="9766" actId="478"/>
          <ac:spMkLst>
            <pc:docMk/>
            <pc:sldMk cId="3944317029" sldId="331"/>
            <ac:spMk id="46" creationId="{8F57772A-300B-8D50-C7AA-149643355575}"/>
          </ac:spMkLst>
        </pc:spChg>
        <pc:spChg chg="mod">
          <ac:chgData name="이건희" userId="0a994238-b102-4555-836f-34b53b2f3c57" providerId="ADAL" clId="{8DA326DE-65E5-462E-AEAE-DDC091F63FA0}" dt="2023-11-16T07:21:08.313" v="8603"/>
          <ac:spMkLst>
            <pc:docMk/>
            <pc:sldMk cId="3944317029" sldId="331"/>
            <ac:spMk id="47" creationId="{32C9B943-D515-F297-7706-FC800F6E0E63}"/>
          </ac:spMkLst>
        </pc:spChg>
        <pc:spChg chg="add del mod">
          <ac:chgData name="이건희" userId="0a994238-b102-4555-836f-34b53b2f3c57" providerId="ADAL" clId="{8DA326DE-65E5-462E-AEAE-DDC091F63FA0}" dt="2023-11-16T08:16:36.013" v="9766" actId="478"/>
          <ac:spMkLst>
            <pc:docMk/>
            <pc:sldMk cId="3944317029" sldId="331"/>
            <ac:spMk id="48" creationId="{7A4745B0-1E97-B102-216F-03E016323B4F}"/>
          </ac:spMkLst>
        </pc:spChg>
        <pc:spChg chg="add del mod">
          <ac:chgData name="이건희" userId="0a994238-b102-4555-836f-34b53b2f3c57" providerId="ADAL" clId="{8DA326DE-65E5-462E-AEAE-DDC091F63FA0}" dt="2023-11-16T08:16:36.013" v="9766" actId="478"/>
          <ac:spMkLst>
            <pc:docMk/>
            <pc:sldMk cId="3944317029" sldId="331"/>
            <ac:spMk id="49" creationId="{27B69C07-06CF-2AF2-26C9-E0DE3FF28627}"/>
          </ac:spMkLst>
        </pc:spChg>
        <pc:spChg chg="add del mod">
          <ac:chgData name="이건희" userId="0a994238-b102-4555-836f-34b53b2f3c57" providerId="ADAL" clId="{8DA326DE-65E5-462E-AEAE-DDC091F63FA0}" dt="2023-11-16T08:17:05.166" v="9771" actId="478"/>
          <ac:spMkLst>
            <pc:docMk/>
            <pc:sldMk cId="3944317029" sldId="331"/>
            <ac:spMk id="51" creationId="{11BDCC8D-45BD-A2E3-560C-D8C953622AB1}"/>
          </ac:spMkLst>
        </pc:spChg>
        <pc:spChg chg="add mod">
          <ac:chgData name="이건희" userId="0a994238-b102-4555-836f-34b53b2f3c57" providerId="ADAL" clId="{8DA326DE-65E5-462E-AEAE-DDC091F63FA0}" dt="2023-11-16T08:17:20.334" v="9776" actId="164"/>
          <ac:spMkLst>
            <pc:docMk/>
            <pc:sldMk cId="3944317029" sldId="331"/>
            <ac:spMk id="52" creationId="{6765DCB0-2726-DFAE-1E4E-F34160275361}"/>
          </ac:spMkLst>
        </pc:spChg>
        <pc:spChg chg="add mod">
          <ac:chgData name="이건희" userId="0a994238-b102-4555-836f-34b53b2f3c57" providerId="ADAL" clId="{8DA326DE-65E5-462E-AEAE-DDC091F63FA0}" dt="2023-11-16T08:17:20.334" v="9776" actId="164"/>
          <ac:spMkLst>
            <pc:docMk/>
            <pc:sldMk cId="3944317029" sldId="331"/>
            <ac:spMk id="53" creationId="{8C346096-E02D-A4B6-CB4A-3B263534CB14}"/>
          </ac:spMkLst>
        </pc:spChg>
        <pc:spChg chg="add mod">
          <ac:chgData name="이건희" userId="0a994238-b102-4555-836f-34b53b2f3c57" providerId="ADAL" clId="{8DA326DE-65E5-462E-AEAE-DDC091F63FA0}" dt="2023-11-16T08:17:20.334" v="9776" actId="164"/>
          <ac:spMkLst>
            <pc:docMk/>
            <pc:sldMk cId="3944317029" sldId="331"/>
            <ac:spMk id="54" creationId="{57D11BBE-C893-0EDC-0FAD-8DB976504A71}"/>
          </ac:spMkLst>
        </pc:spChg>
        <pc:spChg chg="add del mod">
          <ac:chgData name="이건희" userId="0a994238-b102-4555-836f-34b53b2f3c57" providerId="ADAL" clId="{8DA326DE-65E5-462E-AEAE-DDC091F63FA0}" dt="2023-11-16T08:17:09.719" v="9773" actId="478"/>
          <ac:spMkLst>
            <pc:docMk/>
            <pc:sldMk cId="3944317029" sldId="331"/>
            <ac:spMk id="55" creationId="{C7A064CD-C509-8D28-9569-D45B367521B2}"/>
          </ac:spMkLst>
        </pc:spChg>
        <pc:spChg chg="add del mod">
          <ac:chgData name="이건희" userId="0a994238-b102-4555-836f-34b53b2f3c57" providerId="ADAL" clId="{8DA326DE-65E5-462E-AEAE-DDC091F63FA0}" dt="2023-11-16T08:17:08.830" v="9772" actId="478"/>
          <ac:spMkLst>
            <pc:docMk/>
            <pc:sldMk cId="3944317029" sldId="331"/>
            <ac:spMk id="56" creationId="{96E30E42-FFD5-D436-E1C5-8A4A6F257B8D}"/>
          </ac:spMkLst>
        </pc:spChg>
        <pc:spChg chg="add mod">
          <ac:chgData name="이건희" userId="0a994238-b102-4555-836f-34b53b2f3c57" providerId="ADAL" clId="{8DA326DE-65E5-462E-AEAE-DDC091F63FA0}" dt="2023-11-16T08:18:21.954" v="9795" actId="164"/>
          <ac:spMkLst>
            <pc:docMk/>
            <pc:sldMk cId="3944317029" sldId="331"/>
            <ac:spMk id="60" creationId="{B2F38401-3A47-A54F-FF7F-07728542E8E2}"/>
          </ac:spMkLst>
        </pc:spChg>
        <pc:spChg chg="add mod">
          <ac:chgData name="이건희" userId="0a994238-b102-4555-836f-34b53b2f3c57" providerId="ADAL" clId="{8DA326DE-65E5-462E-AEAE-DDC091F63FA0}" dt="2023-11-16T08:18:21.954" v="9795" actId="164"/>
          <ac:spMkLst>
            <pc:docMk/>
            <pc:sldMk cId="3944317029" sldId="331"/>
            <ac:spMk id="61" creationId="{E738E041-1AD0-1CC5-23B5-C09973C869E1}"/>
          </ac:spMkLst>
        </pc:spChg>
        <pc:spChg chg="add del mod">
          <ac:chgData name="이건희" userId="0a994238-b102-4555-836f-34b53b2f3c57" providerId="ADAL" clId="{8DA326DE-65E5-462E-AEAE-DDC091F63FA0}" dt="2023-11-16T08:18:13.526" v="9791" actId="478"/>
          <ac:spMkLst>
            <pc:docMk/>
            <pc:sldMk cId="3944317029" sldId="331"/>
            <ac:spMk id="62" creationId="{CC01E2BB-71B6-916C-74E1-DB3D333F739B}"/>
          </ac:spMkLst>
        </pc:spChg>
        <pc:spChg chg="add del mod">
          <ac:chgData name="이건희" userId="0a994238-b102-4555-836f-34b53b2f3c57" providerId="ADAL" clId="{8DA326DE-65E5-462E-AEAE-DDC091F63FA0}" dt="2023-11-16T08:18:12.701" v="9790" actId="478"/>
          <ac:spMkLst>
            <pc:docMk/>
            <pc:sldMk cId="3944317029" sldId="331"/>
            <ac:spMk id="63" creationId="{7C494892-FA79-8B84-B48E-006821D6A1EC}"/>
          </ac:spMkLst>
        </pc:spChg>
        <pc:spChg chg="add mod">
          <ac:chgData name="이건희" userId="0a994238-b102-4555-836f-34b53b2f3c57" providerId="ADAL" clId="{8DA326DE-65E5-462E-AEAE-DDC091F63FA0}" dt="2023-11-16T08:18:21.954" v="9795" actId="164"/>
          <ac:spMkLst>
            <pc:docMk/>
            <pc:sldMk cId="3944317029" sldId="331"/>
            <ac:spMk id="64" creationId="{753A00AD-AD48-87D4-B82A-45FC0D1D6905}"/>
          </ac:spMkLst>
        </pc:spChg>
        <pc:spChg chg="add mod">
          <ac:chgData name="이건희" userId="0a994238-b102-4555-836f-34b53b2f3c57" providerId="ADAL" clId="{8DA326DE-65E5-462E-AEAE-DDC091F63FA0}" dt="2023-11-16T08:26:25.872" v="9934" actId="1076"/>
          <ac:spMkLst>
            <pc:docMk/>
            <pc:sldMk cId="3944317029" sldId="331"/>
            <ac:spMk id="68" creationId="{E749708E-060A-9360-BA8E-11ECF7A7EF9A}"/>
          </ac:spMkLst>
        </pc:spChg>
        <pc:spChg chg="add mod">
          <ac:chgData name="이건희" userId="0a994238-b102-4555-836f-34b53b2f3c57" providerId="ADAL" clId="{8DA326DE-65E5-462E-AEAE-DDC091F63FA0}" dt="2023-11-16T08:26:30.027" v="9936" actId="1076"/>
          <ac:spMkLst>
            <pc:docMk/>
            <pc:sldMk cId="3944317029" sldId="331"/>
            <ac:spMk id="69" creationId="{87770121-388C-4622-8D20-44832AA0496B}"/>
          </ac:spMkLst>
        </pc:spChg>
        <pc:grpChg chg="add del mod">
          <ac:chgData name="이건희" userId="0a994238-b102-4555-836f-34b53b2f3c57" providerId="ADAL" clId="{8DA326DE-65E5-462E-AEAE-DDC091F63FA0}" dt="2023-11-16T08:14:59.774" v="9699" actId="478"/>
          <ac:grpSpMkLst>
            <pc:docMk/>
            <pc:sldMk cId="3944317029" sldId="331"/>
            <ac:grpSpMk id="6" creationId="{7B791FCA-F5B3-75DD-E6F4-E9E338C8B626}"/>
          </ac:grpSpMkLst>
        </pc:grpChg>
        <pc:grpChg chg="add del mod ord">
          <ac:chgData name="이건희" userId="0a994238-b102-4555-836f-34b53b2f3c57" providerId="ADAL" clId="{8DA326DE-65E5-462E-AEAE-DDC091F63FA0}" dt="2023-11-16T08:25:38.924" v="9923" actId="478"/>
          <ac:grpSpMkLst>
            <pc:docMk/>
            <pc:sldMk cId="3944317029" sldId="331"/>
            <ac:grpSpMk id="10" creationId="{CE4C98CA-959D-8EEC-61DE-A0E0D0B62FED}"/>
          </ac:grpSpMkLst>
        </pc:grpChg>
        <pc:grpChg chg="add del mod">
          <ac:chgData name="이건희" userId="0a994238-b102-4555-836f-34b53b2f3c57" providerId="ADAL" clId="{8DA326DE-65E5-462E-AEAE-DDC091F63FA0}" dt="2023-11-16T08:17:24.117" v="9778" actId="478"/>
          <ac:grpSpMkLst>
            <pc:docMk/>
            <pc:sldMk cId="3944317029" sldId="331"/>
            <ac:grpSpMk id="57" creationId="{5032A8FD-909D-5761-1C1E-E454F0CE3373}"/>
          </ac:grpSpMkLst>
        </pc:grpChg>
        <pc:grpChg chg="add del mod">
          <ac:chgData name="이건희" userId="0a994238-b102-4555-836f-34b53b2f3c57" providerId="ADAL" clId="{8DA326DE-65E5-462E-AEAE-DDC091F63FA0}" dt="2023-11-16T08:18:25.085" v="9797" actId="478"/>
          <ac:grpSpMkLst>
            <pc:docMk/>
            <pc:sldMk cId="3944317029" sldId="331"/>
            <ac:grpSpMk id="65" creationId="{FB11D7A0-3F3E-5211-AFA5-EE46134014AD}"/>
          </ac:grpSpMkLst>
        </pc:grpChg>
        <pc:picChg chg="del">
          <ac:chgData name="이건희" userId="0a994238-b102-4555-836f-34b53b2f3c57" providerId="ADAL" clId="{8DA326DE-65E5-462E-AEAE-DDC091F63FA0}" dt="2023-11-14T07:19:57.874" v="4599" actId="478"/>
          <ac:picMkLst>
            <pc:docMk/>
            <pc:sldMk cId="3944317029" sldId="331"/>
            <ac:picMk id="3" creationId="{88981F8D-E0EB-0164-CF2C-EFDEB00F3805}"/>
          </ac:picMkLst>
        </pc:picChg>
        <pc:picChg chg="del mod">
          <ac:chgData name="이건희" userId="0a994238-b102-4555-836f-34b53b2f3c57" providerId="ADAL" clId="{8DA326DE-65E5-462E-AEAE-DDC091F63FA0}" dt="2023-11-14T07:19:57.001" v="4598" actId="478"/>
          <ac:picMkLst>
            <pc:docMk/>
            <pc:sldMk cId="3944317029" sldId="331"/>
            <ac:picMk id="6" creationId="{C7643B7A-F3D6-F249-536C-A3F2AFD8EF7C}"/>
          </ac:picMkLst>
        </pc:picChg>
        <pc:picChg chg="add del mod ord">
          <ac:chgData name="이건희" userId="0a994238-b102-4555-836f-34b53b2f3c57" providerId="ADAL" clId="{8DA326DE-65E5-462E-AEAE-DDC091F63FA0}" dt="2023-11-16T08:15:23.564" v="9727" actId="478"/>
          <ac:picMkLst>
            <pc:docMk/>
            <pc:sldMk cId="3944317029" sldId="331"/>
            <ac:picMk id="9" creationId="{0113F069-F6E1-78FB-B599-E18E735F738A}"/>
          </ac:picMkLst>
        </pc:picChg>
        <pc:picChg chg="mod">
          <ac:chgData name="이건희" userId="0a994238-b102-4555-836f-34b53b2f3c57" providerId="ADAL" clId="{8DA326DE-65E5-462E-AEAE-DDC091F63FA0}" dt="2023-11-14T07:18:52.929" v="4581"/>
          <ac:picMkLst>
            <pc:docMk/>
            <pc:sldMk cId="3944317029" sldId="331"/>
            <ac:picMk id="11" creationId="{164B68CD-6970-3936-8B07-6A3952E4B5D7}"/>
          </ac:picMkLst>
        </pc:picChg>
        <pc:picChg chg="mod">
          <ac:chgData name="이건희" userId="0a994238-b102-4555-836f-34b53b2f3c57" providerId="ADAL" clId="{8DA326DE-65E5-462E-AEAE-DDC091F63FA0}" dt="2023-11-16T08:14:04.578" v="9663"/>
          <ac:picMkLst>
            <pc:docMk/>
            <pc:sldMk cId="3944317029" sldId="331"/>
            <ac:picMk id="15" creationId="{7F371D11-1C03-6795-B43A-2DCFA554C0A2}"/>
          </ac:picMkLst>
        </pc:picChg>
        <pc:picChg chg="del">
          <ac:chgData name="이건희" userId="0a994238-b102-4555-836f-34b53b2f3c57" providerId="ADAL" clId="{8DA326DE-65E5-462E-AEAE-DDC091F63FA0}" dt="2023-11-14T07:18:17.369" v="4560" actId="478"/>
          <ac:picMkLst>
            <pc:docMk/>
            <pc:sldMk cId="3944317029" sldId="331"/>
            <ac:picMk id="15" creationId="{9969FA49-8BAF-B441-3C6C-C168DEAA8B7A}"/>
          </ac:picMkLst>
        </pc:picChg>
        <pc:picChg chg="add del mod ord">
          <ac:chgData name="이건희" userId="0a994238-b102-4555-836f-34b53b2f3c57" providerId="ADAL" clId="{8DA326DE-65E5-462E-AEAE-DDC091F63FA0}" dt="2023-11-16T08:18:39.901" v="9817" actId="478"/>
          <ac:picMkLst>
            <pc:docMk/>
            <pc:sldMk cId="3944317029" sldId="331"/>
            <ac:picMk id="16" creationId="{13F1868D-9F93-DAA3-E8DC-0ECB439A7153}"/>
          </ac:picMkLst>
        </pc:picChg>
        <pc:picChg chg="add del mod ord">
          <ac:chgData name="이건희" userId="0a994238-b102-4555-836f-34b53b2f3c57" providerId="ADAL" clId="{8DA326DE-65E5-462E-AEAE-DDC091F63FA0}" dt="2023-11-16T08:17:35.859" v="9785" actId="478"/>
          <ac:picMkLst>
            <pc:docMk/>
            <pc:sldMk cId="3944317029" sldId="331"/>
            <ac:picMk id="17" creationId="{B37B58D7-384A-397F-A4C2-7E9698203107}"/>
          </ac:picMkLst>
        </pc:picChg>
        <pc:picChg chg="del">
          <ac:chgData name="이건희" userId="0a994238-b102-4555-836f-34b53b2f3c57" providerId="ADAL" clId="{8DA326DE-65E5-462E-AEAE-DDC091F63FA0}" dt="2023-11-14T07:19:03.273" v="4585" actId="478"/>
          <ac:picMkLst>
            <pc:docMk/>
            <pc:sldMk cId="3944317029" sldId="331"/>
            <ac:picMk id="28" creationId="{439FB8B3-EA29-F5D0-F869-98634B86C429}"/>
          </ac:picMkLst>
        </pc:picChg>
        <pc:picChg chg="add mod ord">
          <ac:chgData name="이건희" userId="0a994238-b102-4555-836f-34b53b2f3c57" providerId="ADAL" clId="{8DA326DE-65E5-462E-AEAE-DDC091F63FA0}" dt="2023-11-16T08:15:56.124" v="9757" actId="1037"/>
          <ac:picMkLst>
            <pc:docMk/>
            <pc:sldMk cId="3944317029" sldId="331"/>
            <ac:picMk id="38" creationId="{0A7A6661-DE03-2A29-667D-422BFE80B10C}"/>
          </ac:picMkLst>
        </pc:picChg>
        <pc:picChg chg="add del mod">
          <ac:chgData name="이건희" userId="0a994238-b102-4555-836f-34b53b2f3c57" providerId="ADAL" clId="{8DA326DE-65E5-462E-AEAE-DDC091F63FA0}" dt="2023-11-16T08:17:20.334" v="9776" actId="164"/>
          <ac:picMkLst>
            <pc:docMk/>
            <pc:sldMk cId="3944317029" sldId="331"/>
            <ac:picMk id="50" creationId="{2E47E9B3-FE7E-1661-E77E-2176797ABC49}"/>
          </ac:picMkLst>
        </pc:picChg>
        <pc:picChg chg="add mod ord">
          <ac:chgData name="이건희" userId="0a994238-b102-4555-836f-34b53b2f3c57" providerId="ADAL" clId="{8DA326DE-65E5-462E-AEAE-DDC091F63FA0}" dt="2023-11-16T08:17:34.486" v="9784" actId="167"/>
          <ac:picMkLst>
            <pc:docMk/>
            <pc:sldMk cId="3944317029" sldId="331"/>
            <ac:picMk id="58" creationId="{21AF03A8-1127-80C5-AD60-7765428DA187}"/>
          </ac:picMkLst>
        </pc:picChg>
        <pc:picChg chg="add mod">
          <ac:chgData name="이건희" userId="0a994238-b102-4555-836f-34b53b2f3c57" providerId="ADAL" clId="{8DA326DE-65E5-462E-AEAE-DDC091F63FA0}" dt="2023-11-16T08:18:21.954" v="9795" actId="164"/>
          <ac:picMkLst>
            <pc:docMk/>
            <pc:sldMk cId="3944317029" sldId="331"/>
            <ac:picMk id="59" creationId="{83975E83-8641-6B60-C581-DD19667C5E99}"/>
          </ac:picMkLst>
        </pc:picChg>
        <pc:picChg chg="add mod ord">
          <ac:chgData name="이건희" userId="0a994238-b102-4555-836f-34b53b2f3c57" providerId="ADAL" clId="{8DA326DE-65E5-462E-AEAE-DDC091F63FA0}" dt="2023-11-16T08:18:54.612" v="9829" actId="1038"/>
          <ac:picMkLst>
            <pc:docMk/>
            <pc:sldMk cId="3944317029" sldId="331"/>
            <ac:picMk id="66" creationId="{D2917CD2-BA17-9493-4206-6A0FFDE8E888}"/>
          </ac:picMkLst>
        </pc:picChg>
        <pc:picChg chg="add mod ord">
          <ac:chgData name="이건희" userId="0a994238-b102-4555-836f-34b53b2f3c57" providerId="ADAL" clId="{8DA326DE-65E5-462E-AEAE-DDC091F63FA0}" dt="2023-11-16T08:25:49.246" v="9931" actId="14100"/>
          <ac:picMkLst>
            <pc:docMk/>
            <pc:sldMk cId="3944317029" sldId="331"/>
            <ac:picMk id="67" creationId="{C0BCC234-CA48-B8FD-4834-828BF0196B3E}"/>
          </ac:picMkLst>
        </pc:picChg>
      </pc:sldChg>
      <pc:sldChg chg="addSp delSp modSp mod">
        <pc:chgData name="이건희" userId="0a994238-b102-4555-836f-34b53b2f3c57" providerId="ADAL" clId="{8DA326DE-65E5-462E-AEAE-DDC091F63FA0}" dt="2023-11-16T08:44:35.858" v="10128" actId="1038"/>
        <pc:sldMkLst>
          <pc:docMk/>
          <pc:sldMk cId="1060313922" sldId="333"/>
        </pc:sldMkLst>
        <pc:spChg chg="add mod">
          <ac:chgData name="이건희" userId="0a994238-b102-4555-836f-34b53b2f3c57" providerId="ADAL" clId="{8DA326DE-65E5-462E-AEAE-DDC091F63FA0}" dt="2023-11-16T08:25:15.699" v="9909" actId="164"/>
          <ac:spMkLst>
            <pc:docMk/>
            <pc:sldMk cId="1060313922" sldId="333"/>
            <ac:spMk id="3" creationId="{5B8FDE87-5EBC-A400-9DC0-DB2A30444BA3}"/>
          </ac:spMkLst>
        </pc:spChg>
        <pc:spChg chg="mod">
          <ac:chgData name="이건희" userId="0a994238-b102-4555-836f-34b53b2f3c57" providerId="ADAL" clId="{8DA326DE-65E5-462E-AEAE-DDC091F63FA0}" dt="2023-11-14T07:35:26.835" v="5374"/>
          <ac:spMkLst>
            <pc:docMk/>
            <pc:sldMk cId="1060313922" sldId="333"/>
            <ac:spMk id="5" creationId="{B7743E73-E4BE-9E7A-00A2-0E06381E0F8A}"/>
          </ac:spMkLst>
        </pc:spChg>
        <pc:spChg chg="mod ord topLvl">
          <ac:chgData name="이건희" userId="0a994238-b102-4555-836f-34b53b2f3c57" providerId="ADAL" clId="{8DA326DE-65E5-462E-AEAE-DDC091F63FA0}" dt="2023-11-14T07:03:17.597" v="4274" actId="164"/>
          <ac:spMkLst>
            <pc:docMk/>
            <pc:sldMk cId="1060313922" sldId="333"/>
            <ac:spMk id="6" creationId="{D6A5AECA-0562-109F-43F2-17510F925FA3}"/>
          </ac:spMkLst>
        </pc:spChg>
        <pc:spChg chg="add mod">
          <ac:chgData name="이건희" userId="0a994238-b102-4555-836f-34b53b2f3c57" providerId="ADAL" clId="{8DA326DE-65E5-462E-AEAE-DDC091F63FA0}" dt="2023-11-16T08:44:35.858" v="10128" actId="1038"/>
          <ac:spMkLst>
            <pc:docMk/>
            <pc:sldMk cId="1060313922" sldId="333"/>
            <ac:spMk id="9" creationId="{23FB6E2A-F833-859B-500A-48D6F648A8C6}"/>
          </ac:spMkLst>
        </pc:spChg>
        <pc:spChg chg="add mod">
          <ac:chgData name="이건희" userId="0a994238-b102-4555-836f-34b53b2f3c57" providerId="ADAL" clId="{8DA326DE-65E5-462E-AEAE-DDC091F63FA0}" dt="2023-11-16T08:37:37.051" v="10073" actId="20577"/>
          <ac:spMkLst>
            <pc:docMk/>
            <pc:sldMk cId="1060313922" sldId="333"/>
            <ac:spMk id="16" creationId="{080B0E54-AB83-E8FD-3BDB-97BDC2FF4DEC}"/>
          </ac:spMkLst>
        </pc:spChg>
        <pc:spChg chg="mod">
          <ac:chgData name="이건희" userId="0a994238-b102-4555-836f-34b53b2f3c57" providerId="ADAL" clId="{8DA326DE-65E5-462E-AEAE-DDC091F63FA0}" dt="2023-11-16T08:26:01.672" v="9932" actId="1076"/>
          <ac:spMkLst>
            <pc:docMk/>
            <pc:sldMk cId="1060313922" sldId="333"/>
            <ac:spMk id="47" creationId="{32C9B943-D515-F297-7706-FC800F6E0E63}"/>
          </ac:spMkLst>
        </pc:spChg>
        <pc:grpChg chg="del">
          <ac:chgData name="이건희" userId="0a994238-b102-4555-836f-34b53b2f3c57" providerId="ADAL" clId="{8DA326DE-65E5-462E-AEAE-DDC091F63FA0}" dt="2023-11-14T07:02:48.691" v="4256" actId="478"/>
          <ac:grpSpMkLst>
            <pc:docMk/>
            <pc:sldMk cId="1060313922" sldId="333"/>
            <ac:grpSpMk id="9" creationId="{33549E42-AA9B-6CC5-B4C2-0CE925778926}"/>
          </ac:grpSpMkLst>
        </pc:grpChg>
        <pc:grpChg chg="add mod">
          <ac:chgData name="이건희" userId="0a994238-b102-4555-836f-34b53b2f3c57" providerId="ADAL" clId="{8DA326DE-65E5-462E-AEAE-DDC091F63FA0}" dt="2023-11-16T08:25:15.699" v="9909" actId="164"/>
          <ac:grpSpMkLst>
            <pc:docMk/>
            <pc:sldMk cId="1060313922" sldId="333"/>
            <ac:grpSpMk id="15" creationId="{D90D024E-6861-D812-96FC-EA199F9B1D7B}"/>
          </ac:grpSpMkLst>
        </pc:grpChg>
        <pc:grpChg chg="add mod">
          <ac:chgData name="이건희" userId="0a994238-b102-4555-836f-34b53b2f3c57" providerId="ADAL" clId="{8DA326DE-65E5-462E-AEAE-DDC091F63FA0}" dt="2023-11-16T08:25:15.699" v="9909" actId="164"/>
          <ac:grpSpMkLst>
            <pc:docMk/>
            <pc:sldMk cId="1060313922" sldId="333"/>
            <ac:grpSpMk id="17" creationId="{1DEBFE6D-DE75-56AA-8BE6-2800CAAE17E8}"/>
          </ac:grpSpMkLst>
        </pc:grpChg>
        <pc:picChg chg="del topLvl">
          <ac:chgData name="이건희" userId="0a994238-b102-4555-836f-34b53b2f3c57" providerId="ADAL" clId="{8DA326DE-65E5-462E-AEAE-DDC091F63FA0}" dt="2023-11-14T07:02:48.691" v="4256" actId="478"/>
          <ac:picMkLst>
            <pc:docMk/>
            <pc:sldMk cId="1060313922" sldId="333"/>
            <ac:picMk id="3" creationId="{A702ADEA-D310-2B3E-4098-5E58CA684DEB}"/>
          </ac:picMkLst>
        </pc:picChg>
        <pc:picChg chg="add mod">
          <ac:chgData name="이건희" userId="0a994238-b102-4555-836f-34b53b2f3c57" providerId="ADAL" clId="{8DA326DE-65E5-462E-AEAE-DDC091F63FA0}" dt="2023-11-14T07:03:17.597" v="4274" actId="164"/>
          <ac:picMkLst>
            <pc:docMk/>
            <pc:sldMk cId="1060313922" sldId="333"/>
            <ac:picMk id="14" creationId="{150A5AF7-D3EA-A82A-9C2C-3658B5F233E4}"/>
          </ac:picMkLst>
        </pc:picChg>
      </pc:sldChg>
      <pc:sldChg chg="addSp delSp modSp mod">
        <pc:chgData name="이건희" userId="0a994238-b102-4555-836f-34b53b2f3c57" providerId="ADAL" clId="{8DA326DE-65E5-462E-AEAE-DDC091F63FA0}" dt="2023-11-16T08:51:31.131" v="10185" actId="14100"/>
        <pc:sldMkLst>
          <pc:docMk/>
          <pc:sldMk cId="1883126099" sldId="334"/>
        </pc:sldMkLst>
        <pc:spChg chg="mod">
          <ac:chgData name="이건희" userId="0a994238-b102-4555-836f-34b53b2f3c57" providerId="ADAL" clId="{8DA326DE-65E5-462E-AEAE-DDC091F63FA0}" dt="2023-11-14T08:21:48.146" v="7641" actId="404"/>
          <ac:spMkLst>
            <pc:docMk/>
            <pc:sldMk cId="1883126099" sldId="334"/>
            <ac:spMk id="2" creationId="{0DC65C3A-4B61-C12C-2067-16BDFA2D4EC8}"/>
          </ac:spMkLst>
        </pc:spChg>
        <pc:spChg chg="add del mod">
          <ac:chgData name="이건희" userId="0a994238-b102-4555-836f-34b53b2f3c57" providerId="ADAL" clId="{8DA326DE-65E5-462E-AEAE-DDC091F63FA0}" dt="2023-11-16T08:48:30.066" v="10158" actId="478"/>
          <ac:spMkLst>
            <pc:docMk/>
            <pc:sldMk cId="1883126099" sldId="334"/>
            <ac:spMk id="11" creationId="{FC75A4BB-1F26-EF07-95F7-1D358BEA3C1D}"/>
          </ac:spMkLst>
        </pc:spChg>
        <pc:spChg chg="add del mod">
          <ac:chgData name="이건희" userId="0a994238-b102-4555-836f-34b53b2f3c57" providerId="ADAL" clId="{8DA326DE-65E5-462E-AEAE-DDC091F63FA0}" dt="2023-11-16T08:48:29.546" v="10157" actId="478"/>
          <ac:spMkLst>
            <pc:docMk/>
            <pc:sldMk cId="1883126099" sldId="334"/>
            <ac:spMk id="12" creationId="{C3D6B85F-59E0-C09F-FD4A-DB9A1458614F}"/>
          </ac:spMkLst>
        </pc:spChg>
        <pc:spChg chg="add del mod">
          <ac:chgData name="이건희" userId="0a994238-b102-4555-836f-34b53b2f3c57" providerId="ADAL" clId="{8DA326DE-65E5-462E-AEAE-DDC091F63FA0}" dt="2023-11-16T08:48:28.755" v="10156" actId="478"/>
          <ac:spMkLst>
            <pc:docMk/>
            <pc:sldMk cId="1883126099" sldId="334"/>
            <ac:spMk id="14" creationId="{4C06C05A-BBF6-FD4B-5161-756470F2B605}"/>
          </ac:spMkLst>
        </pc:spChg>
        <pc:spChg chg="del mod topLvl">
          <ac:chgData name="이건희" userId="0a994238-b102-4555-836f-34b53b2f3c57" providerId="ADAL" clId="{8DA326DE-65E5-462E-AEAE-DDC091F63FA0}" dt="2023-11-16T08:48:16.922" v="10150" actId="478"/>
          <ac:spMkLst>
            <pc:docMk/>
            <pc:sldMk cId="1883126099" sldId="334"/>
            <ac:spMk id="59" creationId="{100A9D55-A51F-F3CA-BC91-2897984ADB08}"/>
          </ac:spMkLst>
        </pc:spChg>
        <pc:spChg chg="del mod topLvl">
          <ac:chgData name="이건희" userId="0a994238-b102-4555-836f-34b53b2f3c57" providerId="ADAL" clId="{8DA326DE-65E5-462E-AEAE-DDC091F63FA0}" dt="2023-11-16T08:48:21.818" v="10152" actId="478"/>
          <ac:spMkLst>
            <pc:docMk/>
            <pc:sldMk cId="1883126099" sldId="334"/>
            <ac:spMk id="60" creationId="{E5824805-C919-15CB-D08E-670429D93DED}"/>
          </ac:spMkLst>
        </pc:spChg>
        <pc:spChg chg="mod">
          <ac:chgData name="이건희" userId="0a994238-b102-4555-836f-34b53b2f3c57" providerId="ADAL" clId="{8DA326DE-65E5-462E-AEAE-DDC091F63FA0}" dt="2023-11-14T06:50:49.270" v="3688" actId="14100"/>
          <ac:spMkLst>
            <pc:docMk/>
            <pc:sldMk cId="1883126099" sldId="334"/>
            <ac:spMk id="101" creationId="{AD995530-03BD-003C-15D0-F0BF0BBD7F8E}"/>
          </ac:spMkLst>
        </pc:spChg>
        <pc:grpChg chg="add del mod">
          <ac:chgData name="이건희" userId="0a994238-b102-4555-836f-34b53b2f3c57" providerId="ADAL" clId="{8DA326DE-65E5-462E-AEAE-DDC091F63FA0}" dt="2023-11-16T08:48:04.096" v="10144" actId="165"/>
          <ac:grpSpMkLst>
            <pc:docMk/>
            <pc:sldMk cId="1883126099" sldId="334"/>
            <ac:grpSpMk id="15" creationId="{E9FAE513-FD0F-E594-06F0-2F9C3C6B505A}"/>
          </ac:grpSpMkLst>
        </pc:grpChg>
        <pc:grpChg chg="del">
          <ac:chgData name="이건희" userId="0a994238-b102-4555-836f-34b53b2f3c57" providerId="ADAL" clId="{8DA326DE-65E5-462E-AEAE-DDC091F63FA0}" dt="2023-11-16T08:48:39.169" v="10162" actId="478"/>
          <ac:grpSpMkLst>
            <pc:docMk/>
            <pc:sldMk cId="1883126099" sldId="334"/>
            <ac:grpSpMk id="73" creationId="{F4390B2E-59A9-61CD-1608-97BDC9D7D650}"/>
          </ac:grpSpMkLst>
        </pc:grpChg>
        <pc:grpChg chg="del">
          <ac:chgData name="이건희" userId="0a994238-b102-4555-836f-34b53b2f3c57" providerId="ADAL" clId="{8DA326DE-65E5-462E-AEAE-DDC091F63FA0}" dt="2023-11-16T08:51:05.001" v="10178" actId="478"/>
          <ac:grpSpMkLst>
            <pc:docMk/>
            <pc:sldMk cId="1883126099" sldId="334"/>
            <ac:grpSpMk id="96" creationId="{B7666A6F-67CD-37A1-566A-412AAF33AF35}"/>
          </ac:grpSpMkLst>
        </pc:grpChg>
        <pc:picChg chg="add del mod">
          <ac:chgData name="이건희" userId="0a994238-b102-4555-836f-34b53b2f3c57" providerId="ADAL" clId="{8DA326DE-65E5-462E-AEAE-DDC091F63FA0}" dt="2023-11-16T08:47:54.762" v="10139"/>
          <ac:picMkLst>
            <pc:docMk/>
            <pc:sldMk cId="1883126099" sldId="334"/>
            <ac:picMk id="3" creationId="{35B5765F-CCF5-94F3-293D-8AB51E08AA1E}"/>
          </ac:picMkLst>
        </pc:picChg>
        <pc:picChg chg="add del mod">
          <ac:chgData name="이건희" userId="0a994238-b102-4555-836f-34b53b2f3c57" providerId="ADAL" clId="{8DA326DE-65E5-462E-AEAE-DDC091F63FA0}" dt="2023-11-16T08:48:28.337" v="10155" actId="478"/>
          <ac:picMkLst>
            <pc:docMk/>
            <pc:sldMk cId="1883126099" sldId="334"/>
            <ac:picMk id="7" creationId="{20CC171A-D2E0-FFA0-D510-56AC4B7A3CF5}"/>
          </ac:picMkLst>
        </pc:picChg>
        <pc:picChg chg="add del mod">
          <ac:chgData name="이건희" userId="0a994238-b102-4555-836f-34b53b2f3c57" providerId="ADAL" clId="{8DA326DE-65E5-462E-AEAE-DDC091F63FA0}" dt="2023-11-16T08:48:26.841" v="10154" actId="478"/>
          <ac:picMkLst>
            <pc:docMk/>
            <pc:sldMk cId="1883126099" sldId="334"/>
            <ac:picMk id="10" creationId="{F49EE522-4F5A-508A-EE4B-B9F6C6862049}"/>
          </ac:picMkLst>
        </pc:picChg>
        <pc:picChg chg="add mod ord">
          <ac:chgData name="이건희" userId="0a994238-b102-4555-836f-34b53b2f3c57" providerId="ADAL" clId="{8DA326DE-65E5-462E-AEAE-DDC091F63FA0}" dt="2023-11-16T08:48:36.827" v="10161" actId="167"/>
          <ac:picMkLst>
            <pc:docMk/>
            <pc:sldMk cId="1883126099" sldId="334"/>
            <ac:picMk id="61" creationId="{8CA631D7-32AB-E8EC-5B1F-DAD5B90146B9}"/>
          </ac:picMkLst>
        </pc:picChg>
        <pc:picChg chg="add mod ord">
          <ac:chgData name="이건희" userId="0a994238-b102-4555-836f-34b53b2f3c57" providerId="ADAL" clId="{8DA326DE-65E5-462E-AEAE-DDC091F63FA0}" dt="2023-11-16T08:49:17.048" v="10166" actId="167"/>
          <ac:picMkLst>
            <pc:docMk/>
            <pc:sldMk cId="1883126099" sldId="334"/>
            <ac:picMk id="63" creationId="{A87BB6F9-3BEB-2E54-1ECD-C331213C38B9}"/>
          </ac:picMkLst>
        </pc:picChg>
        <pc:picChg chg="add mod ord modCrop">
          <ac:chgData name="이건희" userId="0a994238-b102-4555-836f-34b53b2f3c57" providerId="ADAL" clId="{8DA326DE-65E5-462E-AEAE-DDC091F63FA0}" dt="2023-11-16T08:51:20.498" v="10182" actId="167"/>
          <ac:picMkLst>
            <pc:docMk/>
            <pc:sldMk cId="1883126099" sldId="334"/>
            <ac:picMk id="65" creationId="{2436676B-4F20-C36A-0A4C-0E61DD23EF21}"/>
          </ac:picMkLst>
        </pc:picChg>
        <pc:picChg chg="del">
          <ac:chgData name="이건희" userId="0a994238-b102-4555-836f-34b53b2f3c57" providerId="ADAL" clId="{8DA326DE-65E5-462E-AEAE-DDC091F63FA0}" dt="2023-11-16T08:49:18.601" v="10167" actId="478"/>
          <ac:picMkLst>
            <pc:docMk/>
            <pc:sldMk cId="1883126099" sldId="334"/>
            <ac:picMk id="88" creationId="{D7BA62ED-EF69-FE78-7697-263647279F1E}"/>
          </ac:picMkLst>
        </pc:picChg>
        <pc:cxnChg chg="del mod topLvl">
          <ac:chgData name="이건희" userId="0a994238-b102-4555-836f-34b53b2f3c57" providerId="ADAL" clId="{8DA326DE-65E5-462E-AEAE-DDC091F63FA0}" dt="2023-11-16T08:48:13.561" v="10147" actId="478"/>
          <ac:cxnSpMkLst>
            <pc:docMk/>
            <pc:sldMk cId="1883126099" sldId="334"/>
            <ac:cxnSpMk id="56" creationId="{089C5506-9FC6-9DB4-BA7F-402B09B7FC84}"/>
          </ac:cxnSpMkLst>
        </pc:cxnChg>
        <pc:cxnChg chg="del mod topLvl">
          <ac:chgData name="이건희" userId="0a994238-b102-4555-836f-34b53b2f3c57" providerId="ADAL" clId="{8DA326DE-65E5-462E-AEAE-DDC091F63FA0}" dt="2023-11-16T08:48:14.585" v="10148" actId="478"/>
          <ac:cxnSpMkLst>
            <pc:docMk/>
            <pc:sldMk cId="1883126099" sldId="334"/>
            <ac:cxnSpMk id="57" creationId="{350D745C-C8D2-A720-F5F1-7FD8BB51A12C}"/>
          </ac:cxnSpMkLst>
        </pc:cxnChg>
        <pc:cxnChg chg="del mod topLvl">
          <ac:chgData name="이건희" userId="0a994238-b102-4555-836f-34b53b2f3c57" providerId="ADAL" clId="{8DA326DE-65E5-462E-AEAE-DDC091F63FA0}" dt="2023-11-16T08:48:17.986" v="10151" actId="478"/>
          <ac:cxnSpMkLst>
            <pc:docMk/>
            <pc:sldMk cId="1883126099" sldId="334"/>
            <ac:cxnSpMk id="58" creationId="{68ED7F2B-5D1D-581D-9C96-03BE3F2D0DE2}"/>
          </ac:cxnSpMkLst>
        </pc:cxnChg>
        <pc:cxnChg chg="mod">
          <ac:chgData name="이건희" userId="0a994238-b102-4555-836f-34b53b2f3c57" providerId="ADAL" clId="{8DA326DE-65E5-462E-AEAE-DDC091F63FA0}" dt="2023-11-16T08:51:31.131" v="10185" actId="14100"/>
          <ac:cxnSpMkLst>
            <pc:docMk/>
            <pc:sldMk cId="1883126099" sldId="334"/>
            <ac:cxnSpMk id="99" creationId="{D8FCABAC-6479-E7C7-6E4C-5F9C89A3D0B6}"/>
          </ac:cxnSpMkLst>
        </pc:cxnChg>
        <pc:cxnChg chg="mod">
          <ac:chgData name="이건희" userId="0a994238-b102-4555-836f-34b53b2f3c57" providerId="ADAL" clId="{8DA326DE-65E5-462E-AEAE-DDC091F63FA0}" dt="2023-11-16T08:51:27.505" v="10183" actId="14100"/>
          <ac:cxnSpMkLst>
            <pc:docMk/>
            <pc:sldMk cId="1883126099" sldId="334"/>
            <ac:cxnSpMk id="100" creationId="{D4F4D30D-1018-C4B6-5A01-5F3F72FA2F7E}"/>
          </ac:cxnSpMkLst>
        </pc:cxnChg>
      </pc:sldChg>
      <pc:sldChg chg="addSp delSp modSp mod">
        <pc:chgData name="이건희" userId="0a994238-b102-4555-836f-34b53b2f3c57" providerId="ADAL" clId="{8DA326DE-65E5-462E-AEAE-DDC091F63FA0}" dt="2023-11-16T05:34:10.959" v="8552" actId="1037"/>
        <pc:sldMkLst>
          <pc:docMk/>
          <pc:sldMk cId="4172918257" sldId="335"/>
        </pc:sldMkLst>
        <pc:spChg chg="mod">
          <ac:chgData name="이건희" userId="0a994238-b102-4555-836f-34b53b2f3c57" providerId="ADAL" clId="{8DA326DE-65E5-462E-AEAE-DDC091F63FA0}" dt="2023-11-14T07:35:45.676" v="5411"/>
          <ac:spMkLst>
            <pc:docMk/>
            <pc:sldMk cId="4172918257" sldId="335"/>
            <ac:spMk id="5" creationId="{B7743E73-E4BE-9E7A-00A2-0E06381E0F8A}"/>
          </ac:spMkLst>
        </pc:spChg>
        <pc:spChg chg="del mod">
          <ac:chgData name="이건희" userId="0a994238-b102-4555-836f-34b53b2f3c57" providerId="ADAL" clId="{8DA326DE-65E5-462E-AEAE-DDC091F63FA0}" dt="2023-11-14T07:13:53.611" v="4405" actId="478"/>
          <ac:spMkLst>
            <pc:docMk/>
            <pc:sldMk cId="4172918257" sldId="335"/>
            <ac:spMk id="8" creationId="{3A227820-24BF-48E1-D6EE-12A3EB6677CD}"/>
          </ac:spMkLst>
        </pc:spChg>
        <pc:spChg chg="del mod">
          <ac:chgData name="이건희" userId="0a994238-b102-4555-836f-34b53b2f3c57" providerId="ADAL" clId="{8DA326DE-65E5-462E-AEAE-DDC091F63FA0}" dt="2023-11-14T07:13:53.611" v="4405" actId="478"/>
          <ac:spMkLst>
            <pc:docMk/>
            <pc:sldMk cId="4172918257" sldId="335"/>
            <ac:spMk id="9" creationId="{568624AD-745E-C907-7D08-C767A21871F8}"/>
          </ac:spMkLst>
        </pc:spChg>
        <pc:spChg chg="del mod">
          <ac:chgData name="이건희" userId="0a994238-b102-4555-836f-34b53b2f3c57" providerId="ADAL" clId="{8DA326DE-65E5-462E-AEAE-DDC091F63FA0}" dt="2023-11-14T07:13:53.611" v="4405" actId="478"/>
          <ac:spMkLst>
            <pc:docMk/>
            <pc:sldMk cId="4172918257" sldId="335"/>
            <ac:spMk id="10" creationId="{987BBDBC-8D8B-DD4B-93CE-3F2A9407B784}"/>
          </ac:spMkLst>
        </pc:spChg>
        <pc:spChg chg="mod">
          <ac:chgData name="이건희" userId="0a994238-b102-4555-836f-34b53b2f3c57" providerId="ADAL" clId="{8DA326DE-65E5-462E-AEAE-DDC091F63FA0}" dt="2023-11-14T07:14:07.757" v="4418" actId="20577"/>
          <ac:spMkLst>
            <pc:docMk/>
            <pc:sldMk cId="4172918257" sldId="335"/>
            <ac:spMk id="43" creationId="{599D233B-AFCA-A660-1E78-6BA08D77C1BD}"/>
          </ac:spMkLst>
        </pc:spChg>
        <pc:spChg chg="mod">
          <ac:chgData name="이건희" userId="0a994238-b102-4555-836f-34b53b2f3c57" providerId="ADAL" clId="{8DA326DE-65E5-462E-AEAE-DDC091F63FA0}" dt="2023-11-14T07:14:17.897" v="4434"/>
          <ac:spMkLst>
            <pc:docMk/>
            <pc:sldMk cId="4172918257" sldId="335"/>
            <ac:spMk id="44" creationId="{47726306-882F-7AF1-9769-EABE03C90832}"/>
          </ac:spMkLst>
        </pc:spChg>
        <pc:spChg chg="mod">
          <ac:chgData name="이건희" userId="0a994238-b102-4555-836f-34b53b2f3c57" providerId="ADAL" clId="{8DA326DE-65E5-462E-AEAE-DDC091F63FA0}" dt="2023-11-14T07:14:28.270" v="4456"/>
          <ac:spMkLst>
            <pc:docMk/>
            <pc:sldMk cId="4172918257" sldId="335"/>
            <ac:spMk id="45" creationId="{E7862AA7-5DB7-2D4F-0018-1AB49FA179A7}"/>
          </ac:spMkLst>
        </pc:spChg>
        <pc:spChg chg="mod">
          <ac:chgData name="이건희" userId="0a994238-b102-4555-836f-34b53b2f3c57" providerId="ADAL" clId="{8DA326DE-65E5-462E-AEAE-DDC091F63FA0}" dt="2023-11-14T07:43:22.589" v="6018" actId="20577"/>
          <ac:spMkLst>
            <pc:docMk/>
            <pc:sldMk cId="4172918257" sldId="335"/>
            <ac:spMk id="47" creationId="{32C9B943-D515-F297-7706-FC800F6E0E63}"/>
          </ac:spMkLst>
        </pc:spChg>
        <pc:spChg chg="mod">
          <ac:chgData name="이건희" userId="0a994238-b102-4555-836f-34b53b2f3c57" providerId="ADAL" clId="{8DA326DE-65E5-462E-AEAE-DDC091F63FA0}" dt="2023-11-14T07:04:01.397" v="4300" actId="1037"/>
          <ac:spMkLst>
            <pc:docMk/>
            <pc:sldMk cId="4172918257" sldId="335"/>
            <ac:spMk id="51" creationId="{41E5BFFC-68D3-6029-BC0F-F2C839240714}"/>
          </ac:spMkLst>
        </pc:spChg>
        <pc:spChg chg="mod">
          <ac:chgData name="이건희" userId="0a994238-b102-4555-836f-34b53b2f3c57" providerId="ADAL" clId="{8DA326DE-65E5-462E-AEAE-DDC091F63FA0}" dt="2023-11-14T07:04:09.492" v="4316" actId="1037"/>
          <ac:spMkLst>
            <pc:docMk/>
            <pc:sldMk cId="4172918257" sldId="335"/>
            <ac:spMk id="60" creationId="{A95C7545-E00C-F3CF-6501-EAFEF55AB95F}"/>
          </ac:spMkLst>
        </pc:spChg>
        <pc:spChg chg="mod">
          <ac:chgData name="이건희" userId="0a994238-b102-4555-836f-34b53b2f3c57" providerId="ADAL" clId="{8DA326DE-65E5-462E-AEAE-DDC091F63FA0}" dt="2023-11-14T07:04:15.716" v="4331" actId="1038"/>
          <ac:spMkLst>
            <pc:docMk/>
            <pc:sldMk cId="4172918257" sldId="335"/>
            <ac:spMk id="68" creationId="{3A624EB8-CD1E-CB0B-1BA7-BCCC0F6A254F}"/>
          </ac:spMkLst>
        </pc:spChg>
        <pc:spChg chg="mod">
          <ac:chgData name="이건희" userId="0a994238-b102-4555-836f-34b53b2f3c57" providerId="ADAL" clId="{8DA326DE-65E5-462E-AEAE-DDC091F63FA0}" dt="2023-11-14T07:04:22.156" v="4347" actId="1037"/>
          <ac:spMkLst>
            <pc:docMk/>
            <pc:sldMk cId="4172918257" sldId="335"/>
            <ac:spMk id="78" creationId="{234466F1-459B-B741-FB20-F153B342A1B5}"/>
          </ac:spMkLst>
        </pc:spChg>
        <pc:spChg chg="del mod">
          <ac:chgData name="이건희" userId="0a994238-b102-4555-836f-34b53b2f3c57" providerId="ADAL" clId="{8DA326DE-65E5-462E-AEAE-DDC091F63FA0}" dt="2023-11-14T07:13:53.611" v="4405" actId="478"/>
          <ac:spMkLst>
            <pc:docMk/>
            <pc:sldMk cId="4172918257" sldId="335"/>
            <ac:spMk id="88" creationId="{4A67D586-E192-3383-3489-8C01F2F0DFFA}"/>
          </ac:spMkLst>
        </pc:spChg>
        <pc:spChg chg="mod">
          <ac:chgData name="이건희" userId="0a994238-b102-4555-836f-34b53b2f3c57" providerId="ADAL" clId="{8DA326DE-65E5-462E-AEAE-DDC091F63FA0}" dt="2023-11-14T07:14:37.895" v="4474"/>
          <ac:spMkLst>
            <pc:docMk/>
            <pc:sldMk cId="4172918257" sldId="335"/>
            <ac:spMk id="92" creationId="{B5747896-B420-B057-A3C5-C44556B8AE35}"/>
          </ac:spMkLst>
        </pc:spChg>
        <pc:grpChg chg="mod">
          <ac:chgData name="이건희" userId="0a994238-b102-4555-836f-34b53b2f3c57" providerId="ADAL" clId="{8DA326DE-65E5-462E-AEAE-DDC091F63FA0}" dt="2023-11-14T07:05:08.879" v="4359" actId="20577"/>
          <ac:grpSpMkLst>
            <pc:docMk/>
            <pc:sldMk cId="4172918257" sldId="335"/>
            <ac:grpSpMk id="95" creationId="{A240AE58-95C0-A00B-BE3B-B6B63224BAC1}"/>
          </ac:grpSpMkLst>
        </pc:grpChg>
        <pc:grpChg chg="mod">
          <ac:chgData name="이건희" userId="0a994238-b102-4555-836f-34b53b2f3c57" providerId="ADAL" clId="{8DA326DE-65E5-462E-AEAE-DDC091F63FA0}" dt="2023-11-14T07:04:58.360" v="4351"/>
          <ac:grpSpMkLst>
            <pc:docMk/>
            <pc:sldMk cId="4172918257" sldId="335"/>
            <ac:grpSpMk id="96" creationId="{B4D896F8-CF3A-BC77-DFA5-D53FBEA87188}"/>
          </ac:grpSpMkLst>
        </pc:grpChg>
        <pc:picChg chg="del">
          <ac:chgData name="이건희" userId="0a994238-b102-4555-836f-34b53b2f3c57" providerId="ADAL" clId="{8DA326DE-65E5-462E-AEAE-DDC091F63FA0}" dt="2023-11-14T07:13:49.883" v="4402" actId="478"/>
          <ac:picMkLst>
            <pc:docMk/>
            <pc:sldMk cId="4172918257" sldId="335"/>
            <ac:picMk id="12" creationId="{D047FEC6-324C-DD14-B1F3-1F9E596D8BBB}"/>
          </ac:picMkLst>
        </pc:picChg>
        <pc:picChg chg="add mod">
          <ac:chgData name="이건희" userId="0a994238-b102-4555-836f-34b53b2f3c57" providerId="ADAL" clId="{8DA326DE-65E5-462E-AEAE-DDC091F63FA0}" dt="2023-11-14T07:13:59.988" v="4408" actId="1076"/>
          <ac:picMkLst>
            <pc:docMk/>
            <pc:sldMk cId="4172918257" sldId="335"/>
            <ac:picMk id="13" creationId="{323A4EB7-F0B4-7241-D5EE-8E11F8199E2F}"/>
          </ac:picMkLst>
        </pc:picChg>
        <pc:picChg chg="mod">
          <ac:chgData name="이건희" userId="0a994238-b102-4555-836f-34b53b2f3c57" providerId="ADAL" clId="{8DA326DE-65E5-462E-AEAE-DDC091F63FA0}" dt="2023-11-14T07:04:58.360" v="4351"/>
          <ac:picMkLst>
            <pc:docMk/>
            <pc:sldMk cId="4172918257" sldId="335"/>
            <ac:picMk id="40" creationId="{394C8157-5CC5-6D10-7B66-AEC1098162E7}"/>
          </ac:picMkLst>
        </pc:picChg>
        <pc:picChg chg="mod">
          <ac:chgData name="이건희" userId="0a994238-b102-4555-836f-34b53b2f3c57" providerId="ADAL" clId="{8DA326DE-65E5-462E-AEAE-DDC091F63FA0}" dt="2023-11-14T07:05:08.879" v="4359" actId="20577"/>
          <ac:picMkLst>
            <pc:docMk/>
            <pc:sldMk cId="4172918257" sldId="335"/>
            <ac:picMk id="41" creationId="{08D094AE-BFF4-ED69-FE0D-3AFFFD0A248F}"/>
          </ac:picMkLst>
        </pc:picChg>
        <pc:cxnChg chg="mod">
          <ac:chgData name="이건희" userId="0a994238-b102-4555-836f-34b53b2f3c57" providerId="ADAL" clId="{8DA326DE-65E5-462E-AEAE-DDC091F63FA0}" dt="2023-11-16T05:33:44.958" v="8487" actId="14100"/>
          <ac:cxnSpMkLst>
            <pc:docMk/>
            <pc:sldMk cId="4172918257" sldId="335"/>
            <ac:cxnSpMk id="55" creationId="{EF041ECB-6528-396C-23F0-C4D072F25CF9}"/>
          </ac:cxnSpMkLst>
        </pc:cxnChg>
        <pc:cxnChg chg="mod">
          <ac:chgData name="이건희" userId="0a994238-b102-4555-836f-34b53b2f3c57" providerId="ADAL" clId="{8DA326DE-65E5-462E-AEAE-DDC091F63FA0}" dt="2023-11-16T05:33:53.400" v="8514" actId="1037"/>
          <ac:cxnSpMkLst>
            <pc:docMk/>
            <pc:sldMk cId="4172918257" sldId="335"/>
            <ac:cxnSpMk id="64" creationId="{AA1C4639-49C8-BBAA-9C01-B549AA901B1C}"/>
          </ac:cxnSpMkLst>
        </pc:cxnChg>
        <pc:cxnChg chg="mod">
          <ac:chgData name="이건희" userId="0a994238-b102-4555-836f-34b53b2f3c57" providerId="ADAL" clId="{8DA326DE-65E5-462E-AEAE-DDC091F63FA0}" dt="2023-11-16T05:34:01.928" v="8531" actId="1037"/>
          <ac:cxnSpMkLst>
            <pc:docMk/>
            <pc:sldMk cId="4172918257" sldId="335"/>
            <ac:cxnSpMk id="74" creationId="{554D8E3E-06B0-8EEA-90CA-12B7F9B9D31B}"/>
          </ac:cxnSpMkLst>
        </pc:cxnChg>
        <pc:cxnChg chg="mod">
          <ac:chgData name="이건희" userId="0a994238-b102-4555-836f-34b53b2f3c57" providerId="ADAL" clId="{8DA326DE-65E5-462E-AEAE-DDC091F63FA0}" dt="2023-11-16T05:34:10.959" v="8552" actId="1037"/>
          <ac:cxnSpMkLst>
            <pc:docMk/>
            <pc:sldMk cId="4172918257" sldId="335"/>
            <ac:cxnSpMk id="84" creationId="{C9AE3A96-7EBC-B64E-A1E9-C3319530AB35}"/>
          </ac:cxnSpMkLst>
        </pc:cxnChg>
      </pc:sldChg>
      <pc:sldChg chg="modSp mod">
        <pc:chgData name="이건희" userId="0a994238-b102-4555-836f-34b53b2f3c57" providerId="ADAL" clId="{8DA326DE-65E5-462E-AEAE-DDC091F63FA0}" dt="2023-11-14T04:16:24.501" v="82"/>
        <pc:sldMkLst>
          <pc:docMk/>
          <pc:sldMk cId="656168274" sldId="336"/>
        </pc:sldMkLst>
        <pc:spChg chg="mod">
          <ac:chgData name="이건희" userId="0a994238-b102-4555-836f-34b53b2f3c57" providerId="ADAL" clId="{8DA326DE-65E5-462E-AEAE-DDC091F63FA0}" dt="2023-11-14T04:16:00.659" v="33"/>
          <ac:spMkLst>
            <pc:docMk/>
            <pc:sldMk cId="656168274" sldId="336"/>
            <ac:spMk id="2" creationId="{EF4881C0-87F7-6DD2-2EEC-FBD77E1B4D09}"/>
          </ac:spMkLst>
        </pc:spChg>
        <pc:spChg chg="mod">
          <ac:chgData name="이건희" userId="0a994238-b102-4555-836f-34b53b2f3c57" providerId="ADAL" clId="{8DA326DE-65E5-462E-AEAE-DDC091F63FA0}" dt="2023-11-14T04:16:24.501" v="82"/>
          <ac:spMkLst>
            <pc:docMk/>
            <pc:sldMk cId="656168274" sldId="336"/>
            <ac:spMk id="3" creationId="{E6DB6F75-FC94-92A6-540D-0183BF741446}"/>
          </ac:spMkLst>
        </pc:spChg>
      </pc:sldChg>
      <pc:sldChg chg="del">
        <pc:chgData name="이건희" userId="0a994238-b102-4555-836f-34b53b2f3c57" providerId="ADAL" clId="{8DA326DE-65E5-462E-AEAE-DDC091F63FA0}" dt="2023-11-14T06:22:32.705" v="3077" actId="47"/>
        <pc:sldMkLst>
          <pc:docMk/>
          <pc:sldMk cId="3674900385" sldId="337"/>
        </pc:sldMkLst>
      </pc:sldChg>
      <pc:sldChg chg="addSp delSp modSp del mod">
        <pc:chgData name="이건희" userId="0a994238-b102-4555-836f-34b53b2f3c57" providerId="ADAL" clId="{8DA326DE-65E5-462E-AEAE-DDC091F63FA0}" dt="2023-11-14T06:19:58.508" v="2888" actId="47"/>
        <pc:sldMkLst>
          <pc:docMk/>
          <pc:sldMk cId="4259813927" sldId="338"/>
        </pc:sldMkLst>
        <pc:spChg chg="add del mod">
          <ac:chgData name="이건희" userId="0a994238-b102-4555-836f-34b53b2f3c57" providerId="ADAL" clId="{8DA326DE-65E5-462E-AEAE-DDC091F63FA0}" dt="2023-11-14T06:19:53.112" v="2887"/>
          <ac:spMkLst>
            <pc:docMk/>
            <pc:sldMk cId="4259813927" sldId="338"/>
            <ac:spMk id="7" creationId="{91889BBB-5880-B4BE-1C56-EA5917B43540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37" creationId="{1E207F8F-9234-F13D-C886-972D499A6ACB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38" creationId="{2E5803E0-48FF-2C7D-062B-122882B92D0A}"/>
          </ac:spMkLst>
        </pc:spChg>
        <pc:spChg chg="mod ord">
          <ac:chgData name="이건희" userId="0a994238-b102-4555-836f-34b53b2f3c57" providerId="ADAL" clId="{8DA326DE-65E5-462E-AEAE-DDC091F63FA0}" dt="2023-11-14T06:17:54.438" v="2873" actId="1038"/>
          <ac:spMkLst>
            <pc:docMk/>
            <pc:sldMk cId="4259813927" sldId="338"/>
            <ac:spMk id="46" creationId="{5557086F-DC50-ED6D-6A85-5A878BC564FB}"/>
          </ac:spMkLst>
        </pc:spChg>
        <pc:spChg chg="mod ord">
          <ac:chgData name="이건희" userId="0a994238-b102-4555-836f-34b53b2f3c57" providerId="ADAL" clId="{8DA326DE-65E5-462E-AEAE-DDC091F63FA0}" dt="2023-11-14T06:16:24.968" v="2833" actId="1036"/>
          <ac:spMkLst>
            <pc:docMk/>
            <pc:sldMk cId="4259813927" sldId="338"/>
            <ac:spMk id="130" creationId="{4F5C311D-AD79-A6F6-DF2F-48D301D91FD1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33" creationId="{F7F17012-FC9B-C58D-0C57-0F6DE695DE44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34" creationId="{BAA2ECA4-7FCD-6294-8554-72A661581D03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35" creationId="{82441C7A-5B7D-3A83-816C-FB4CF92A3F08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36" creationId="{AB0C3EF6-5E2E-A251-8345-FDC544E5A791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37" creationId="{CAFA808E-B79B-9455-09BE-19DEA8A91B27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38" creationId="{C3D8973E-0B9E-BA5F-C00F-99D239F1431C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43" creationId="{68CCE7F5-8516-8B63-6C87-9F6866C38C04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44" creationId="{206A380E-7D1C-2C86-973A-CCF480C1DF05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45" creationId="{E15A159C-9196-F107-9A55-180D47522C24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47" creationId="{BAA55940-4666-14BA-A599-7EF49111B373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56" creationId="{A85BC590-A82F-6EBB-5610-9CEE9E3D7035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57" creationId="{3834EA5D-3187-F29A-500A-D66100747C9A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58" creationId="{7657BC7B-E1C8-730C-EFBE-DF17D77780ED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59" creationId="{D40E9DAB-99B9-020B-2DA9-04AC0C015953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61" creationId="{4CBAEEF6-6FE3-DD8B-42D1-AB1EA5CC0559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179" creationId="{1A6DE99E-01B5-D5ED-4D9A-F59B6B7475E1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211" creationId="{5B92A9B4-3341-681C-92F7-161EDEC45CA7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212" creationId="{0348F283-16A5-1D2E-6BCC-271C7DF06528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213" creationId="{B9B49055-EA29-152B-31EB-E3346941AA2D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214" creationId="{1BCEB275-E98E-4EB0-58EC-D166F5CC5219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216" creationId="{295A319B-41D3-75DB-B511-CC7275A7E647}"/>
          </ac:spMkLst>
        </pc:spChg>
        <pc:spChg chg="mod">
          <ac:chgData name="이건희" userId="0a994238-b102-4555-836f-34b53b2f3c57" providerId="ADAL" clId="{8DA326DE-65E5-462E-AEAE-DDC091F63FA0}" dt="2023-11-14T06:19:48.167" v="2886"/>
          <ac:spMkLst>
            <pc:docMk/>
            <pc:sldMk cId="4259813927" sldId="338"/>
            <ac:spMk id="217" creationId="{47209C0A-8864-67E3-9160-543603C111C0}"/>
          </ac:spMkLst>
        </pc:spChg>
        <pc:spChg chg="add del mod">
          <ac:chgData name="이건희" userId="0a994238-b102-4555-836f-34b53b2f3c57" providerId="ADAL" clId="{8DA326DE-65E5-462E-AEAE-DDC091F63FA0}" dt="2023-11-14T06:19:53.112" v="2887"/>
          <ac:spMkLst>
            <pc:docMk/>
            <pc:sldMk cId="4259813927" sldId="338"/>
            <ac:spMk id="218" creationId="{069FC7C6-1323-F7D8-568F-47FDDBAF4CA5}"/>
          </ac:spMkLst>
        </pc:spChg>
        <pc:spChg chg="add del mod">
          <ac:chgData name="이건희" userId="0a994238-b102-4555-836f-34b53b2f3c57" providerId="ADAL" clId="{8DA326DE-65E5-462E-AEAE-DDC091F63FA0}" dt="2023-11-14T06:19:53.112" v="2887"/>
          <ac:spMkLst>
            <pc:docMk/>
            <pc:sldMk cId="4259813927" sldId="338"/>
            <ac:spMk id="219" creationId="{9BF19AF0-29BD-8715-87CD-213E02009A41}"/>
          </ac:spMkLst>
        </pc:spChg>
        <pc:spChg chg="mod">
          <ac:chgData name="이건희" userId="0a994238-b102-4555-836f-34b53b2f3c57" providerId="ADAL" clId="{8DA326DE-65E5-462E-AEAE-DDC091F63FA0}" dt="2023-11-14T06:17:51.197" v="2868" actId="14100"/>
          <ac:spMkLst>
            <pc:docMk/>
            <pc:sldMk cId="4259813927" sldId="338"/>
            <ac:spMk id="280" creationId="{ED140374-5D75-9F8A-ADC4-E353728411A6}"/>
          </ac:spMkLst>
        </pc:spChg>
        <pc:spChg chg="mod">
          <ac:chgData name="이건희" userId="0a994238-b102-4555-836f-34b53b2f3c57" providerId="ADAL" clId="{8DA326DE-65E5-462E-AEAE-DDC091F63FA0}" dt="2023-11-14T06:16:02.355" v="2808" actId="14100"/>
          <ac:spMkLst>
            <pc:docMk/>
            <pc:sldMk cId="4259813927" sldId="338"/>
            <ac:spMk id="281" creationId="{2E058B27-344A-474B-A8DA-D6921C2B9657}"/>
          </ac:spMkLst>
        </pc:spChg>
        <pc:grpChg chg="add del mod">
          <ac:chgData name="이건희" userId="0a994238-b102-4555-836f-34b53b2f3c57" providerId="ADAL" clId="{8DA326DE-65E5-462E-AEAE-DDC091F63FA0}" dt="2023-11-14T06:19:53.112" v="2887"/>
          <ac:grpSpMkLst>
            <pc:docMk/>
            <pc:sldMk cId="4259813927" sldId="338"/>
            <ac:grpSpMk id="11" creationId="{CB232A65-FAF1-580D-6F95-E5D729CCAB7D}"/>
          </ac:grpSpMkLst>
        </pc:grpChg>
        <pc:grpChg chg="mod">
          <ac:chgData name="이건희" userId="0a994238-b102-4555-836f-34b53b2f3c57" providerId="ADAL" clId="{8DA326DE-65E5-462E-AEAE-DDC091F63FA0}" dt="2023-11-14T06:19:48.167" v="2886"/>
          <ac:grpSpMkLst>
            <pc:docMk/>
            <pc:sldMk cId="4259813927" sldId="338"/>
            <ac:grpSpMk id="19" creationId="{5605E408-EC40-05DB-AC57-7093D1E29B37}"/>
          </ac:grpSpMkLst>
        </pc:grpChg>
        <pc:grpChg chg="mod">
          <ac:chgData name="이건희" userId="0a994238-b102-4555-836f-34b53b2f3c57" providerId="ADAL" clId="{8DA326DE-65E5-462E-AEAE-DDC091F63FA0}" dt="2023-11-14T06:19:48.167" v="2886"/>
          <ac:grpSpMkLst>
            <pc:docMk/>
            <pc:sldMk cId="4259813927" sldId="338"/>
            <ac:grpSpMk id="36" creationId="{22BE7A71-04EF-F50E-5919-74DDAAA05FBA}"/>
          </ac:grpSpMkLst>
        </pc:grpChg>
        <pc:picChg chg="add del mod">
          <ac:chgData name="이건희" userId="0a994238-b102-4555-836f-34b53b2f3c57" providerId="ADAL" clId="{8DA326DE-65E5-462E-AEAE-DDC091F63FA0}" dt="2023-11-14T06:19:53.112" v="2887"/>
          <ac:picMkLst>
            <pc:docMk/>
            <pc:sldMk cId="4259813927" sldId="338"/>
            <ac:picMk id="10" creationId="{EE1467F6-D9DB-CFA4-A3DC-A508BE087F4D}"/>
          </ac:picMkLst>
        </pc:picChg>
        <pc:picChg chg="mod">
          <ac:chgData name="이건희" userId="0a994238-b102-4555-836f-34b53b2f3c57" providerId="ADAL" clId="{8DA326DE-65E5-462E-AEAE-DDC091F63FA0}" dt="2023-11-14T06:16:33.408" v="2838" actId="1076"/>
          <ac:picMkLst>
            <pc:docMk/>
            <pc:sldMk cId="4259813927" sldId="338"/>
            <ac:picMk id="17" creationId="{0CD81995-F832-F1E8-4346-602598B42A87}"/>
          </ac:picMkLst>
        </pc:picChg>
        <pc:picChg chg="mod">
          <ac:chgData name="이건희" userId="0a994238-b102-4555-836f-34b53b2f3c57" providerId="ADAL" clId="{8DA326DE-65E5-462E-AEAE-DDC091F63FA0}" dt="2023-11-14T06:19:48.167" v="2886"/>
          <ac:picMkLst>
            <pc:docMk/>
            <pc:sldMk cId="4259813927" sldId="338"/>
            <ac:picMk id="43" creationId="{CC37F84D-F7ED-C11A-232A-C6CBCD044D5C}"/>
          </ac:picMkLst>
        </pc:picChg>
        <pc:picChg chg="mod">
          <ac:chgData name="이건희" userId="0a994238-b102-4555-836f-34b53b2f3c57" providerId="ADAL" clId="{8DA326DE-65E5-462E-AEAE-DDC091F63FA0}" dt="2023-11-14T06:19:48.167" v="2886"/>
          <ac:picMkLst>
            <pc:docMk/>
            <pc:sldMk cId="4259813927" sldId="338"/>
            <ac:picMk id="160" creationId="{19F6C028-44B1-12BF-5FCA-E712E8A4E293}"/>
          </ac:picMkLst>
        </pc:picChg>
        <pc:cxnChg chg="mod">
          <ac:chgData name="이건희" userId="0a994238-b102-4555-836f-34b53b2f3c57" providerId="ADAL" clId="{8DA326DE-65E5-462E-AEAE-DDC091F63FA0}" dt="2023-11-14T06:19:48.167" v="2886"/>
          <ac:cxnSpMkLst>
            <pc:docMk/>
            <pc:sldMk cId="4259813927" sldId="338"/>
            <ac:cxnSpMk id="42" creationId="{BF140974-C7CD-2E7E-9DBB-9D9E67483A75}"/>
          </ac:cxnSpMkLst>
        </pc:cxnChg>
        <pc:cxnChg chg="mod">
          <ac:chgData name="이건희" userId="0a994238-b102-4555-836f-34b53b2f3c57" providerId="ADAL" clId="{8DA326DE-65E5-462E-AEAE-DDC091F63FA0}" dt="2023-11-14T06:19:48.167" v="2886"/>
          <ac:cxnSpMkLst>
            <pc:docMk/>
            <pc:sldMk cId="4259813927" sldId="338"/>
            <ac:cxnSpMk id="165" creationId="{EF14C32C-028A-606C-5979-AC54E389A556}"/>
          </ac:cxnSpMkLst>
        </pc:cxnChg>
        <pc:cxnChg chg="mod">
          <ac:chgData name="이건희" userId="0a994238-b102-4555-836f-34b53b2f3c57" providerId="ADAL" clId="{8DA326DE-65E5-462E-AEAE-DDC091F63FA0}" dt="2023-11-14T06:19:48.167" v="2886"/>
          <ac:cxnSpMkLst>
            <pc:docMk/>
            <pc:sldMk cId="4259813927" sldId="338"/>
            <ac:cxnSpMk id="215" creationId="{104E13BE-8178-DAF0-C05A-82A6F5F85530}"/>
          </ac:cxnSpMkLst>
        </pc:cxnChg>
      </pc:sldChg>
      <pc:sldChg chg="addSp delSp modSp add del mod">
        <pc:chgData name="이건희" userId="0a994238-b102-4555-836f-34b53b2f3c57" providerId="ADAL" clId="{8DA326DE-65E5-462E-AEAE-DDC091F63FA0}" dt="2023-11-14T06:18:03.739" v="2874" actId="47"/>
        <pc:sldMkLst>
          <pc:docMk/>
          <pc:sldMk cId="1102151231" sldId="339"/>
        </pc:sldMkLst>
        <pc:spChg chg="del">
          <ac:chgData name="이건희" userId="0a994238-b102-4555-836f-34b53b2f3c57" providerId="ADAL" clId="{8DA326DE-65E5-462E-AEAE-DDC091F63FA0}" dt="2023-11-14T04:31:25.505" v="276" actId="478"/>
          <ac:spMkLst>
            <pc:docMk/>
            <pc:sldMk cId="1102151231" sldId="339"/>
            <ac:spMk id="16" creationId="{8DDEE8B4-4B3A-3CA0-1DD7-85E23F44B76A}"/>
          </ac:spMkLst>
        </pc:spChg>
        <pc:spChg chg="mod">
          <ac:chgData name="이건희" userId="0a994238-b102-4555-836f-34b53b2f3c57" providerId="ADAL" clId="{8DA326DE-65E5-462E-AEAE-DDC091F63FA0}" dt="2023-11-14T06:16:49.732" v="2844" actId="1076"/>
          <ac:spMkLst>
            <pc:docMk/>
            <pc:sldMk cId="1102151231" sldId="339"/>
            <ac:spMk id="46" creationId="{5557086F-DC50-ED6D-6A85-5A878BC564FB}"/>
          </ac:spMkLst>
        </pc:spChg>
        <pc:spChg chg="mod">
          <ac:chgData name="이건희" userId="0a994238-b102-4555-836f-34b53b2f3c57" providerId="ADAL" clId="{8DA326DE-65E5-462E-AEAE-DDC091F63FA0}" dt="2023-11-14T06:16:46.772" v="2843" actId="207"/>
          <ac:spMkLst>
            <pc:docMk/>
            <pc:sldMk cId="1102151231" sldId="339"/>
            <ac:spMk id="280" creationId="{ED140374-5D75-9F8A-ADC4-E353728411A6}"/>
          </ac:spMkLst>
        </pc:spChg>
        <pc:grpChg chg="add del">
          <ac:chgData name="이건희" userId="0a994238-b102-4555-836f-34b53b2f3c57" providerId="ADAL" clId="{8DA326DE-65E5-462E-AEAE-DDC091F63FA0}" dt="2023-11-14T04:31:32.459" v="279" actId="478"/>
          <ac:grpSpMkLst>
            <pc:docMk/>
            <pc:sldMk cId="1102151231" sldId="339"/>
            <ac:grpSpMk id="54" creationId="{CD39807D-062E-C3EF-F1AA-51F5F8ABD687}"/>
          </ac:grpSpMkLst>
        </pc:grpChg>
        <pc:grpChg chg="add del">
          <ac:chgData name="이건희" userId="0a994238-b102-4555-836f-34b53b2f3c57" providerId="ADAL" clId="{8DA326DE-65E5-462E-AEAE-DDC091F63FA0}" dt="2023-11-14T04:31:32.761" v="280" actId="478"/>
          <ac:grpSpMkLst>
            <pc:docMk/>
            <pc:sldMk cId="1102151231" sldId="339"/>
            <ac:grpSpMk id="169" creationId="{96E19002-37A9-6DDC-8B16-60CEA71488AD}"/>
          </ac:grpSpMkLst>
        </pc:grpChg>
      </pc:sldChg>
      <pc:sldChg chg="del">
        <pc:chgData name="이건희" userId="0a994238-b102-4555-836f-34b53b2f3c57" providerId="ADAL" clId="{8DA326DE-65E5-462E-AEAE-DDC091F63FA0}" dt="2023-11-14T06:23:17.083" v="3130" actId="47"/>
        <pc:sldMkLst>
          <pc:docMk/>
          <pc:sldMk cId="2964188876" sldId="340"/>
        </pc:sldMkLst>
      </pc:sldChg>
      <pc:sldChg chg="del">
        <pc:chgData name="이건희" userId="0a994238-b102-4555-836f-34b53b2f3c57" providerId="ADAL" clId="{8DA326DE-65E5-462E-AEAE-DDC091F63FA0}" dt="2023-11-14T06:25:04.042" v="3285" actId="47"/>
        <pc:sldMkLst>
          <pc:docMk/>
          <pc:sldMk cId="1336481651" sldId="341"/>
        </pc:sldMkLst>
      </pc:sldChg>
      <pc:sldChg chg="modSp mod">
        <pc:chgData name="이건희" userId="0a994238-b102-4555-836f-34b53b2f3c57" providerId="ADAL" clId="{8DA326DE-65E5-462E-AEAE-DDC091F63FA0}" dt="2023-11-14T06:44:22.083" v="3679"/>
        <pc:sldMkLst>
          <pc:docMk/>
          <pc:sldMk cId="3826497491" sldId="342"/>
        </pc:sldMkLst>
        <pc:spChg chg="mod">
          <ac:chgData name="이건희" userId="0a994238-b102-4555-836f-34b53b2f3c57" providerId="ADAL" clId="{8DA326DE-65E5-462E-AEAE-DDC091F63FA0}" dt="2023-11-14T06:44:22.083" v="3679"/>
          <ac:spMkLst>
            <pc:docMk/>
            <pc:sldMk cId="3826497491" sldId="342"/>
            <ac:spMk id="5" creationId="{FD50C6D4-F10E-AF39-EF35-0F8DFABB51F9}"/>
          </ac:spMkLst>
        </pc:spChg>
      </pc:sldChg>
      <pc:sldChg chg="del">
        <pc:chgData name="이건희" userId="0a994238-b102-4555-836f-34b53b2f3c57" providerId="ADAL" clId="{8DA326DE-65E5-462E-AEAE-DDC091F63FA0}" dt="2023-11-14T06:24:07.945" v="3219" actId="47"/>
        <pc:sldMkLst>
          <pc:docMk/>
          <pc:sldMk cId="379847660" sldId="343"/>
        </pc:sldMkLst>
      </pc:sldChg>
      <pc:sldChg chg="addSp delSp modSp add mod">
        <pc:chgData name="이건희" userId="0a994238-b102-4555-836f-34b53b2f3c57" providerId="ADAL" clId="{8DA326DE-65E5-462E-AEAE-DDC091F63FA0}" dt="2023-11-14T05:59:04.775" v="1727" actId="1038"/>
        <pc:sldMkLst>
          <pc:docMk/>
          <pc:sldMk cId="2081162873" sldId="344"/>
        </pc:sldMkLst>
        <pc:spChg chg="mod">
          <ac:chgData name="이건희" userId="0a994238-b102-4555-836f-34b53b2f3c57" providerId="ADAL" clId="{8DA326DE-65E5-462E-AEAE-DDC091F63FA0}" dt="2023-11-14T05:38:00.290" v="829" actId="1076"/>
          <ac:spMkLst>
            <pc:docMk/>
            <pc:sldMk cId="2081162873" sldId="344"/>
            <ac:spMk id="6" creationId="{C8B3F8A6-02CD-F106-0C4D-CC55EA7F2F82}"/>
          </ac:spMkLst>
        </pc:spChg>
        <pc:spChg chg="mod">
          <ac:chgData name="이건희" userId="0a994238-b102-4555-836f-34b53b2f3c57" providerId="ADAL" clId="{8DA326DE-65E5-462E-AEAE-DDC091F63FA0}" dt="2023-11-14T05:53:59.901" v="1375" actId="14100"/>
          <ac:spMkLst>
            <pc:docMk/>
            <pc:sldMk cId="2081162873" sldId="344"/>
            <ac:spMk id="10" creationId="{6C16C72D-FE7F-8280-E439-BBB1B59F9BE2}"/>
          </ac:spMkLst>
        </pc:spChg>
        <pc:spChg chg="add del mod topLvl">
          <ac:chgData name="이건희" userId="0a994238-b102-4555-836f-34b53b2f3c57" providerId="ADAL" clId="{8DA326DE-65E5-462E-AEAE-DDC091F63FA0}" dt="2023-11-14T05:25:45.613" v="360" actId="1036"/>
          <ac:spMkLst>
            <pc:docMk/>
            <pc:sldMk cId="2081162873" sldId="344"/>
            <ac:spMk id="13" creationId="{F6BC3E69-F2F9-F1C1-53D3-CA1122E9CCD0}"/>
          </ac:spMkLst>
        </pc:spChg>
        <pc:spChg chg="add del 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14" creationId="{899C38D2-9C3A-AB74-C44E-0890C6A272D4}"/>
          </ac:spMkLst>
        </pc:spChg>
        <pc:spChg chg="del mod">
          <ac:chgData name="이건희" userId="0a994238-b102-4555-836f-34b53b2f3c57" providerId="ADAL" clId="{8DA326DE-65E5-462E-AEAE-DDC091F63FA0}" dt="2023-11-14T05:37:10.734" v="802" actId="478"/>
          <ac:spMkLst>
            <pc:docMk/>
            <pc:sldMk cId="2081162873" sldId="344"/>
            <ac:spMk id="15" creationId="{18728F3C-8A76-C17E-13A3-8442B8AC4B77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23" creationId="{F10654A0-9678-22ED-9E3C-D3137BF60083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24" creationId="{F4F574E8-6743-9CD9-B966-E938B3A3DF7F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25" creationId="{27B64929-832A-A2B8-339F-16A949D24B11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26" creationId="{31998187-418D-8139-7822-FDD94253E115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27" creationId="{C9A28D71-BE34-EAC1-0C82-A6187C7A6CB0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28" creationId="{3E981CC6-3BA1-BE38-0C83-E0D9E2748DED}"/>
          </ac:spMkLst>
        </pc:spChg>
        <pc:spChg chg="mod">
          <ac:chgData name="이건희" userId="0a994238-b102-4555-836f-34b53b2f3c57" providerId="ADAL" clId="{8DA326DE-65E5-462E-AEAE-DDC091F63FA0}" dt="2023-11-14T05:45:51.271" v="969" actId="255"/>
          <ac:spMkLst>
            <pc:docMk/>
            <pc:sldMk cId="2081162873" sldId="344"/>
            <ac:spMk id="30" creationId="{4DFB2F3B-B3D2-18A8-9376-0BE25386F295}"/>
          </ac:spMkLst>
        </pc:spChg>
        <pc:spChg chg="mod">
          <ac:chgData name="이건희" userId="0a994238-b102-4555-836f-34b53b2f3c57" providerId="ADAL" clId="{8DA326DE-65E5-462E-AEAE-DDC091F63FA0}" dt="2023-11-14T05:37:29.555" v="816" actId="1036"/>
          <ac:spMkLst>
            <pc:docMk/>
            <pc:sldMk cId="2081162873" sldId="344"/>
            <ac:spMk id="31" creationId="{6077F8E5-BEE8-84FC-2969-16DBF6876973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32" creationId="{F1B0942A-6CEE-A57B-A242-BCAC5FD20EA6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33" creationId="{06A5B7E8-D286-F4DC-2F38-608BAE78B590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34" creationId="{5E8100FD-BE2F-B6DC-485C-97CD2A0739F0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35" creationId="{C0B18947-93A8-9EC3-F775-F2E34FB14DF3}"/>
          </ac:spMkLst>
        </pc:spChg>
        <pc:spChg chg="mod topLvl">
          <ac:chgData name="이건희" userId="0a994238-b102-4555-836f-34b53b2f3c57" providerId="ADAL" clId="{8DA326DE-65E5-462E-AEAE-DDC091F63FA0}" dt="2023-11-14T05:24:57.148" v="341" actId="165"/>
          <ac:spMkLst>
            <pc:docMk/>
            <pc:sldMk cId="2081162873" sldId="344"/>
            <ac:spMk id="36" creationId="{68706F1C-FC2B-2BF9-B57B-D7E97F97EFB9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39" creationId="{DD8DA40D-EBDB-BD43-2A84-13484401BCF0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40" creationId="{0F4B531B-223B-D187-5AE5-6521DBB8C371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41" creationId="{80493BF1-62F7-8422-6CBC-448527EE2B0F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42" creationId="{240A3131-71C6-9C88-5B85-7BF42616B58C}"/>
          </ac:spMkLst>
        </pc:spChg>
        <pc:spChg chg="mod">
          <ac:chgData name="이건희" userId="0a994238-b102-4555-836f-34b53b2f3c57" providerId="ADAL" clId="{8DA326DE-65E5-462E-AEAE-DDC091F63FA0}" dt="2023-11-14T05:54:33.583" v="1454" actId="1037"/>
          <ac:spMkLst>
            <pc:docMk/>
            <pc:sldMk cId="2081162873" sldId="344"/>
            <ac:spMk id="43" creationId="{F075CB3F-87E1-1719-9D15-E82E4C0BFEE6}"/>
          </ac:spMkLst>
        </pc:spChg>
        <pc:spChg chg="mod">
          <ac:chgData name="이건희" userId="0a994238-b102-4555-836f-34b53b2f3c57" providerId="ADAL" clId="{8DA326DE-65E5-462E-AEAE-DDC091F63FA0}" dt="2023-11-14T05:54:28.375" v="1425" actId="1035"/>
          <ac:spMkLst>
            <pc:docMk/>
            <pc:sldMk cId="2081162873" sldId="344"/>
            <ac:spMk id="44" creationId="{A748EB14-C2F2-BAB2-04AC-9CCF215C2D8A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45" creationId="{1451C506-3B20-0E7E-2313-CE16EF37EFE0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46" creationId="{BC033C22-D0B1-057C-2870-DF59933B36F3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47" creationId="{0194F104-0F62-E873-D723-77FF0362D9EF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48" creationId="{52F76525-068B-3B05-8FAB-5D7E4BB2D8CA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49" creationId="{EFF4E887-0991-302A-2F50-DE8A960929C9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50" creationId="{E245B105-906E-1C72-F506-123BBC8F9981}"/>
          </ac:spMkLst>
        </pc:spChg>
        <pc:spChg chg="mod">
          <ac:chgData name="이건희" userId="0a994238-b102-4555-836f-34b53b2f3c57" providerId="ADAL" clId="{8DA326DE-65E5-462E-AEAE-DDC091F63FA0}" dt="2023-11-14T05:24:07.105" v="330"/>
          <ac:spMkLst>
            <pc:docMk/>
            <pc:sldMk cId="2081162873" sldId="344"/>
            <ac:spMk id="51" creationId="{26DA4E6D-00C7-F0DD-0191-4A8BDD0D80CD}"/>
          </ac:spMkLst>
        </pc:spChg>
        <pc:spChg chg="add del mod">
          <ac:chgData name="이건희" userId="0a994238-b102-4555-836f-34b53b2f3c57" providerId="ADAL" clId="{8DA326DE-65E5-462E-AEAE-DDC091F63FA0}" dt="2023-11-14T05:37:12.682" v="803" actId="478"/>
          <ac:spMkLst>
            <pc:docMk/>
            <pc:sldMk cId="2081162873" sldId="344"/>
            <ac:spMk id="54" creationId="{04C214CA-518C-E60E-F5EA-350A9C896C08}"/>
          </ac:spMkLst>
        </pc:spChg>
        <pc:spChg chg="add mod">
          <ac:chgData name="이건희" userId="0a994238-b102-4555-836f-34b53b2f3c57" providerId="ADAL" clId="{8DA326DE-65E5-462E-AEAE-DDC091F63FA0}" dt="2023-11-14T05:54:45.849" v="1468" actId="1035"/>
          <ac:spMkLst>
            <pc:docMk/>
            <pc:sldMk cId="2081162873" sldId="344"/>
            <ac:spMk id="58" creationId="{F5597F87-8115-2072-2D0B-3A6688D9BC18}"/>
          </ac:spMkLst>
        </pc:spChg>
        <pc:spChg chg="add mod ord">
          <ac:chgData name="이건희" userId="0a994238-b102-4555-836f-34b53b2f3c57" providerId="ADAL" clId="{8DA326DE-65E5-462E-AEAE-DDC091F63FA0}" dt="2023-11-14T05:54:40.658" v="1455" actId="14100"/>
          <ac:spMkLst>
            <pc:docMk/>
            <pc:sldMk cId="2081162873" sldId="344"/>
            <ac:spMk id="59" creationId="{3DDA87F3-08A1-9FBE-BA51-EF940A0CEDDA}"/>
          </ac:spMkLst>
        </pc:spChg>
        <pc:spChg chg="add mod">
          <ac:chgData name="이건희" userId="0a994238-b102-4555-836f-34b53b2f3c57" providerId="ADAL" clId="{8DA326DE-65E5-462E-AEAE-DDC091F63FA0}" dt="2023-11-14T05:58:58.476" v="1709" actId="1076"/>
          <ac:spMkLst>
            <pc:docMk/>
            <pc:sldMk cId="2081162873" sldId="344"/>
            <ac:spMk id="60" creationId="{2854FE2D-033A-D980-FCF5-540BCFB7F89A}"/>
          </ac:spMkLst>
        </pc:spChg>
        <pc:spChg chg="add del mod">
          <ac:chgData name="이건희" userId="0a994238-b102-4555-836f-34b53b2f3c57" providerId="ADAL" clId="{8DA326DE-65E5-462E-AEAE-DDC091F63FA0}" dt="2023-11-14T05:54:54.737" v="1470" actId="478"/>
          <ac:spMkLst>
            <pc:docMk/>
            <pc:sldMk cId="2081162873" sldId="344"/>
            <ac:spMk id="61" creationId="{743879BD-237D-DE4A-0C17-F58E2CB7D80C}"/>
          </ac:spMkLst>
        </pc:spChg>
        <pc:spChg chg="add mod">
          <ac:chgData name="이건희" userId="0a994238-b102-4555-836f-34b53b2f3c57" providerId="ADAL" clId="{8DA326DE-65E5-462E-AEAE-DDC091F63FA0}" dt="2023-11-14T05:59:01.808" v="1710" actId="1076"/>
          <ac:spMkLst>
            <pc:docMk/>
            <pc:sldMk cId="2081162873" sldId="344"/>
            <ac:spMk id="62" creationId="{656ABA7D-831D-1566-4E4C-9C78D75B2D91}"/>
          </ac:spMkLst>
        </pc:spChg>
        <pc:grpChg chg="add del mod">
          <ac:chgData name="이건희" userId="0a994238-b102-4555-836f-34b53b2f3c57" providerId="ADAL" clId="{8DA326DE-65E5-462E-AEAE-DDC091F63FA0}" dt="2023-11-14T05:27:10.115" v="394" actId="164"/>
          <ac:grpSpMkLst>
            <pc:docMk/>
            <pc:sldMk cId="2081162873" sldId="344"/>
            <ac:grpSpMk id="12" creationId="{B8958919-9CBE-336E-E7D9-BBA4F1A2864A}"/>
          </ac:grpSpMkLst>
        </pc:grpChg>
        <pc:grpChg chg="del">
          <ac:chgData name="이건희" userId="0a994238-b102-4555-836f-34b53b2f3c57" providerId="ADAL" clId="{8DA326DE-65E5-462E-AEAE-DDC091F63FA0}" dt="2023-11-14T05:37:13.451" v="804" actId="478"/>
          <ac:grpSpMkLst>
            <pc:docMk/>
            <pc:sldMk cId="2081162873" sldId="344"/>
            <ac:grpSpMk id="16" creationId="{58E3E84B-B271-6076-9336-C1BB7476C5DF}"/>
          </ac:grpSpMkLst>
        </pc:grpChg>
        <pc:grpChg chg="del">
          <ac:chgData name="이건희" userId="0a994238-b102-4555-836f-34b53b2f3c57" providerId="ADAL" clId="{8DA326DE-65E5-462E-AEAE-DDC091F63FA0}" dt="2023-11-14T05:37:13.451" v="804" actId="478"/>
          <ac:grpSpMkLst>
            <pc:docMk/>
            <pc:sldMk cId="2081162873" sldId="344"/>
            <ac:grpSpMk id="20" creationId="{B1F0C76F-E630-3666-7491-FE4D50E4D600}"/>
          </ac:grpSpMkLst>
        </pc:grpChg>
        <pc:grpChg chg="add mod">
          <ac:chgData name="이건희" userId="0a994238-b102-4555-836f-34b53b2f3c57" providerId="ADAL" clId="{8DA326DE-65E5-462E-AEAE-DDC091F63FA0}" dt="2023-11-14T05:24:53.945" v="335" actId="164"/>
          <ac:grpSpMkLst>
            <pc:docMk/>
            <pc:sldMk cId="2081162873" sldId="344"/>
            <ac:grpSpMk id="37" creationId="{7D590B60-6C9D-761D-528A-27CE3C288276}"/>
          </ac:grpSpMkLst>
        </pc:grpChg>
        <pc:grpChg chg="add del mod">
          <ac:chgData name="이건희" userId="0a994238-b102-4555-836f-34b53b2f3c57" providerId="ADAL" clId="{8DA326DE-65E5-462E-AEAE-DDC091F63FA0}" dt="2023-11-14T05:24:53.637" v="334"/>
          <ac:grpSpMkLst>
            <pc:docMk/>
            <pc:sldMk cId="2081162873" sldId="344"/>
            <ac:grpSpMk id="38" creationId="{AE415E21-07B8-302F-C4A7-8AA343BE5212}"/>
          </ac:grpSpMkLst>
        </pc:grpChg>
        <pc:grpChg chg="add mod">
          <ac:chgData name="이건희" userId="0a994238-b102-4555-836f-34b53b2f3c57" providerId="ADAL" clId="{8DA326DE-65E5-462E-AEAE-DDC091F63FA0}" dt="2023-11-14T05:37:58.649" v="828" actId="1076"/>
          <ac:grpSpMkLst>
            <pc:docMk/>
            <pc:sldMk cId="2081162873" sldId="344"/>
            <ac:grpSpMk id="52" creationId="{2B23A5E7-F871-A257-5E52-A84E23DA3179}"/>
          </ac:grpSpMkLst>
        </pc:grpChg>
        <pc:grpChg chg="add mod">
          <ac:chgData name="이건희" userId="0a994238-b102-4555-836f-34b53b2f3c57" providerId="ADAL" clId="{8DA326DE-65E5-462E-AEAE-DDC091F63FA0}" dt="2023-11-14T05:38:13.496" v="840" actId="1076"/>
          <ac:grpSpMkLst>
            <pc:docMk/>
            <pc:sldMk cId="2081162873" sldId="344"/>
            <ac:grpSpMk id="57" creationId="{6EF884D3-B029-EFD8-A26C-B084C8303F2D}"/>
          </ac:grpSpMkLst>
        </pc:grpChg>
        <pc:picChg chg="add mod">
          <ac:chgData name="이건희" userId="0a994238-b102-4555-836f-34b53b2f3c57" providerId="ADAL" clId="{8DA326DE-65E5-462E-AEAE-DDC091F63FA0}" dt="2023-11-14T05:27:10.115" v="394" actId="164"/>
          <ac:picMkLst>
            <pc:docMk/>
            <pc:sldMk cId="2081162873" sldId="344"/>
            <ac:picMk id="4" creationId="{E616E59D-6979-8D33-F3D3-3C1B511511EA}"/>
          </ac:picMkLst>
        </pc:picChg>
        <pc:picChg chg="add mod">
          <ac:chgData name="이건희" userId="0a994238-b102-4555-836f-34b53b2f3c57" providerId="ADAL" clId="{8DA326DE-65E5-462E-AEAE-DDC091F63FA0}" dt="2023-11-14T05:27:10.115" v="394" actId="164"/>
          <ac:picMkLst>
            <pc:docMk/>
            <pc:sldMk cId="2081162873" sldId="344"/>
            <ac:picMk id="8" creationId="{645FC575-6120-3D45-CAA5-7D831F552600}"/>
          </ac:picMkLst>
        </pc:picChg>
        <pc:picChg chg="add mod">
          <ac:chgData name="이건희" userId="0a994238-b102-4555-836f-34b53b2f3c57" providerId="ADAL" clId="{8DA326DE-65E5-462E-AEAE-DDC091F63FA0}" dt="2023-11-14T05:27:10.115" v="394" actId="164"/>
          <ac:picMkLst>
            <pc:docMk/>
            <pc:sldMk cId="2081162873" sldId="344"/>
            <ac:picMk id="11" creationId="{E595BF02-9D52-BA12-FFEC-5F53E8A14F99}"/>
          </ac:picMkLst>
        </pc:picChg>
        <pc:picChg chg="del mod">
          <ac:chgData name="이건희" userId="0a994238-b102-4555-836f-34b53b2f3c57" providerId="ADAL" clId="{8DA326DE-65E5-462E-AEAE-DDC091F63FA0}" dt="2023-11-14T05:25:04.195" v="344" actId="478"/>
          <ac:picMkLst>
            <pc:docMk/>
            <pc:sldMk cId="2081162873" sldId="344"/>
            <ac:picMk id="19" creationId="{EED83B87-044B-F394-EC01-D8E7CFB0C11A}"/>
          </ac:picMkLst>
        </pc:picChg>
        <pc:picChg chg="mod">
          <ac:chgData name="이건희" userId="0a994238-b102-4555-836f-34b53b2f3c57" providerId="ADAL" clId="{8DA326DE-65E5-462E-AEAE-DDC091F63FA0}" dt="2023-11-14T05:38:13.496" v="840" actId="1076"/>
          <ac:picMkLst>
            <pc:docMk/>
            <pc:sldMk cId="2081162873" sldId="344"/>
            <ac:picMk id="29" creationId="{EB2DBE8B-8F21-9A38-F2FD-F99245A7228F}"/>
          </ac:picMkLst>
        </pc:picChg>
        <pc:picChg chg="add mod">
          <ac:chgData name="이건희" userId="0a994238-b102-4555-836f-34b53b2f3c57" providerId="ADAL" clId="{8DA326DE-65E5-462E-AEAE-DDC091F63FA0}" dt="2023-11-14T05:59:04.775" v="1727" actId="1038"/>
          <ac:picMkLst>
            <pc:docMk/>
            <pc:sldMk cId="2081162873" sldId="344"/>
            <ac:picMk id="55" creationId="{0648ECE2-4C4F-9CCD-080B-60705957606E}"/>
          </ac:picMkLst>
        </pc:picChg>
        <pc:picChg chg="add mod">
          <ac:chgData name="이건희" userId="0a994238-b102-4555-836f-34b53b2f3c57" providerId="ADAL" clId="{8DA326DE-65E5-462E-AEAE-DDC091F63FA0}" dt="2023-11-14T05:57:40.998" v="1583" actId="14100"/>
          <ac:picMkLst>
            <pc:docMk/>
            <pc:sldMk cId="2081162873" sldId="344"/>
            <ac:picMk id="56" creationId="{5CA8C1ED-A3BC-E32C-868D-2DF8C3299114}"/>
          </ac:picMkLst>
        </pc:picChg>
      </pc:sldChg>
      <pc:sldChg chg="addSp delSp modSp add mod modAnim">
        <pc:chgData name="이건희" userId="0a994238-b102-4555-836f-34b53b2f3c57" providerId="ADAL" clId="{8DA326DE-65E5-462E-AEAE-DDC091F63FA0}" dt="2023-11-14T06:04:29.591" v="2166"/>
        <pc:sldMkLst>
          <pc:docMk/>
          <pc:sldMk cId="3542030403" sldId="345"/>
        </pc:sldMkLst>
        <pc:spChg chg="del">
          <ac:chgData name="이건희" userId="0a994238-b102-4555-836f-34b53b2f3c57" providerId="ADAL" clId="{8DA326DE-65E5-462E-AEAE-DDC091F63FA0}" dt="2023-11-14T06:03:41.960" v="2162" actId="478"/>
          <ac:spMkLst>
            <pc:docMk/>
            <pc:sldMk cId="3542030403" sldId="345"/>
            <ac:spMk id="3" creationId="{15C8870A-61D4-CE8A-A294-1E7500920519}"/>
          </ac:spMkLst>
        </pc:spChg>
        <pc:spChg chg="del">
          <ac:chgData name="이건희" userId="0a994238-b102-4555-836f-34b53b2f3c57" providerId="ADAL" clId="{8DA326DE-65E5-462E-AEAE-DDC091F63FA0}" dt="2023-11-14T06:03:41.960" v="2162" actId="478"/>
          <ac:spMkLst>
            <pc:docMk/>
            <pc:sldMk cId="3542030403" sldId="345"/>
            <ac:spMk id="11" creationId="{391C9D5D-1FA4-1699-1092-D05A2E70E48B}"/>
          </ac:spMkLst>
        </pc:spChg>
        <pc:spChg chg="mod">
          <ac:chgData name="이건희" userId="0a994238-b102-4555-836f-34b53b2f3c57" providerId="ADAL" clId="{8DA326DE-65E5-462E-AEAE-DDC091F63FA0}" dt="2023-11-14T06:03:51.820" v="2164" actId="164"/>
          <ac:spMkLst>
            <pc:docMk/>
            <pc:sldMk cId="3542030403" sldId="345"/>
            <ac:spMk id="25" creationId="{A5976109-EB5F-9675-84BF-75B875C07BC9}"/>
          </ac:spMkLst>
        </pc:spChg>
        <pc:spChg chg="mod">
          <ac:chgData name="이건희" userId="0a994238-b102-4555-836f-34b53b2f3c57" providerId="ADAL" clId="{8DA326DE-65E5-462E-AEAE-DDC091F63FA0}" dt="2023-11-14T06:03:51.820" v="2164" actId="164"/>
          <ac:spMkLst>
            <pc:docMk/>
            <pc:sldMk cId="3542030403" sldId="345"/>
            <ac:spMk id="26" creationId="{2F749957-FA61-0404-684C-6110105D858E}"/>
          </ac:spMkLst>
        </pc:spChg>
        <pc:spChg chg="mod">
          <ac:chgData name="이건희" userId="0a994238-b102-4555-836f-34b53b2f3c57" providerId="ADAL" clId="{8DA326DE-65E5-462E-AEAE-DDC091F63FA0}" dt="2023-11-14T06:03:51.820" v="2164" actId="164"/>
          <ac:spMkLst>
            <pc:docMk/>
            <pc:sldMk cId="3542030403" sldId="345"/>
            <ac:spMk id="27" creationId="{8D55294F-D865-076F-D9A3-42459815E3CF}"/>
          </ac:spMkLst>
        </pc:spChg>
        <pc:spChg chg="mod">
          <ac:chgData name="이건희" userId="0a994238-b102-4555-836f-34b53b2f3c57" providerId="ADAL" clId="{8DA326DE-65E5-462E-AEAE-DDC091F63FA0}" dt="2023-11-14T06:03:51.820" v="2164" actId="164"/>
          <ac:spMkLst>
            <pc:docMk/>
            <pc:sldMk cId="3542030403" sldId="345"/>
            <ac:spMk id="28" creationId="{EFD52EB3-1315-D79F-1AFD-25F271D44A49}"/>
          </ac:spMkLst>
        </pc:spChg>
        <pc:spChg chg="mod">
          <ac:chgData name="이건희" userId="0a994238-b102-4555-836f-34b53b2f3c57" providerId="ADAL" clId="{8DA326DE-65E5-462E-AEAE-DDC091F63FA0}" dt="2023-11-14T06:03:51.820" v="2164" actId="164"/>
          <ac:spMkLst>
            <pc:docMk/>
            <pc:sldMk cId="3542030403" sldId="345"/>
            <ac:spMk id="29" creationId="{B08321A4-877B-CB6F-4032-F0DBD1977466}"/>
          </ac:spMkLst>
        </pc:spChg>
        <pc:spChg chg="mod">
          <ac:chgData name="이건희" userId="0a994238-b102-4555-836f-34b53b2f3c57" providerId="ADAL" clId="{8DA326DE-65E5-462E-AEAE-DDC091F63FA0}" dt="2023-11-14T06:03:51.820" v="2164" actId="164"/>
          <ac:spMkLst>
            <pc:docMk/>
            <pc:sldMk cId="3542030403" sldId="345"/>
            <ac:spMk id="36" creationId="{FEE3EDE7-0668-E703-84C6-EB19527FE9D0}"/>
          </ac:spMkLst>
        </pc:spChg>
        <pc:spChg chg="mod">
          <ac:chgData name="이건희" userId="0a994238-b102-4555-836f-34b53b2f3c57" providerId="ADAL" clId="{8DA326DE-65E5-462E-AEAE-DDC091F63FA0}" dt="2023-11-14T06:03:51.820" v="2164" actId="164"/>
          <ac:spMkLst>
            <pc:docMk/>
            <pc:sldMk cId="3542030403" sldId="345"/>
            <ac:spMk id="38" creationId="{29D969C0-EC96-8FF8-9735-F8325EF7D850}"/>
          </ac:spMkLst>
        </pc:spChg>
        <pc:spChg chg="add del mod">
          <ac:chgData name="이건희" userId="0a994238-b102-4555-836f-34b53b2f3c57" providerId="ADAL" clId="{8DA326DE-65E5-462E-AEAE-DDC091F63FA0}" dt="2023-11-14T06:03:43.464" v="2163" actId="478"/>
          <ac:spMkLst>
            <pc:docMk/>
            <pc:sldMk cId="3542030403" sldId="345"/>
            <ac:spMk id="39" creationId="{14D73DC8-8678-32EE-7C5D-0D9C563B06D8}"/>
          </ac:spMkLst>
        </pc:spChg>
        <pc:grpChg chg="del">
          <ac:chgData name="이건희" userId="0a994238-b102-4555-836f-34b53b2f3c57" providerId="ADAL" clId="{8DA326DE-65E5-462E-AEAE-DDC091F63FA0}" dt="2023-11-14T06:03:41.960" v="2162" actId="478"/>
          <ac:grpSpMkLst>
            <pc:docMk/>
            <pc:sldMk cId="3542030403" sldId="345"/>
            <ac:grpSpMk id="15" creationId="{208773CA-FCBF-6F16-A7B9-D4E40666E710}"/>
          </ac:grpSpMkLst>
        </pc:grpChg>
        <pc:grpChg chg="del">
          <ac:chgData name="이건희" userId="0a994238-b102-4555-836f-34b53b2f3c57" providerId="ADAL" clId="{8DA326DE-65E5-462E-AEAE-DDC091F63FA0}" dt="2023-11-14T06:03:41.960" v="2162" actId="478"/>
          <ac:grpSpMkLst>
            <pc:docMk/>
            <pc:sldMk cId="3542030403" sldId="345"/>
            <ac:grpSpMk id="16" creationId="{76C2AA0B-4AAD-3538-C3A0-F4A135E3011B}"/>
          </ac:grpSpMkLst>
        </pc:grpChg>
        <pc:grpChg chg="del">
          <ac:chgData name="이건희" userId="0a994238-b102-4555-836f-34b53b2f3c57" providerId="ADAL" clId="{8DA326DE-65E5-462E-AEAE-DDC091F63FA0}" dt="2023-11-14T06:03:41.960" v="2162" actId="478"/>
          <ac:grpSpMkLst>
            <pc:docMk/>
            <pc:sldMk cId="3542030403" sldId="345"/>
            <ac:grpSpMk id="17" creationId="{249D7DBF-ABD4-5245-E495-FACA5074B89B}"/>
          </ac:grpSpMkLst>
        </pc:grpChg>
        <pc:grpChg chg="del">
          <ac:chgData name="이건희" userId="0a994238-b102-4555-836f-34b53b2f3c57" providerId="ADAL" clId="{8DA326DE-65E5-462E-AEAE-DDC091F63FA0}" dt="2023-11-14T06:03:41.960" v="2162" actId="478"/>
          <ac:grpSpMkLst>
            <pc:docMk/>
            <pc:sldMk cId="3542030403" sldId="345"/>
            <ac:grpSpMk id="42" creationId="{337E5950-389D-2C3C-3983-DE48022E1B6E}"/>
          </ac:grpSpMkLst>
        </pc:grpChg>
        <pc:grpChg chg="add mod">
          <ac:chgData name="이건희" userId="0a994238-b102-4555-836f-34b53b2f3c57" providerId="ADAL" clId="{8DA326DE-65E5-462E-AEAE-DDC091F63FA0}" dt="2023-11-14T06:03:51.820" v="2164" actId="164"/>
          <ac:grpSpMkLst>
            <pc:docMk/>
            <pc:sldMk cId="3542030403" sldId="345"/>
            <ac:grpSpMk id="43" creationId="{B3E40492-5B30-F15D-386C-6E8413167195}"/>
          </ac:grpSpMkLst>
        </pc:grpChg>
        <pc:cxnChg chg="del">
          <ac:chgData name="이건희" userId="0a994238-b102-4555-836f-34b53b2f3c57" providerId="ADAL" clId="{8DA326DE-65E5-462E-AEAE-DDC091F63FA0}" dt="2023-11-14T06:03:41.960" v="2162" actId="478"/>
          <ac:cxnSpMkLst>
            <pc:docMk/>
            <pc:sldMk cId="3542030403" sldId="345"/>
            <ac:cxnSpMk id="45" creationId="{E9D7127B-FB1E-2A2E-0311-8611AEF38863}"/>
          </ac:cxnSpMkLst>
        </pc:cxnChg>
      </pc:sldChg>
      <pc:sldChg chg="addSp delSp modSp add mod modAnim">
        <pc:chgData name="이건희" userId="0a994238-b102-4555-836f-34b53b2f3c57" providerId="ADAL" clId="{8DA326DE-65E5-462E-AEAE-DDC091F63FA0}" dt="2023-11-14T06:13:50.345" v="2761"/>
        <pc:sldMkLst>
          <pc:docMk/>
          <pc:sldMk cId="1530771335" sldId="346"/>
        </pc:sldMkLst>
        <pc:spChg chg="del mod">
          <ac:chgData name="이건희" userId="0a994238-b102-4555-836f-34b53b2f3c57" providerId="ADAL" clId="{8DA326DE-65E5-462E-AEAE-DDC091F63FA0}" dt="2023-11-14T06:13:23.032" v="2758" actId="478"/>
          <ac:spMkLst>
            <pc:docMk/>
            <pc:sldMk cId="1530771335" sldId="346"/>
            <ac:spMk id="3" creationId="{15C8870A-61D4-CE8A-A294-1E7500920519}"/>
          </ac:spMkLst>
        </pc:spChg>
        <pc:spChg chg="mod">
          <ac:chgData name="이건희" userId="0a994238-b102-4555-836f-34b53b2f3c57" providerId="ADAL" clId="{8DA326DE-65E5-462E-AEAE-DDC091F63FA0}" dt="2023-11-14T06:08:17.532" v="2252" actId="1036"/>
          <ac:spMkLst>
            <pc:docMk/>
            <pc:sldMk cId="1530771335" sldId="346"/>
            <ac:spMk id="6" creationId="{0273DF60-FAA2-542A-BB29-68E6E84C630B}"/>
          </ac:spMkLst>
        </pc:spChg>
        <pc:spChg chg="mod">
          <ac:chgData name="이건희" userId="0a994238-b102-4555-836f-34b53b2f3c57" providerId="ADAL" clId="{8DA326DE-65E5-462E-AEAE-DDC091F63FA0}" dt="2023-11-14T06:08:21.121" v="2265" actId="1036"/>
          <ac:spMkLst>
            <pc:docMk/>
            <pc:sldMk cId="1530771335" sldId="346"/>
            <ac:spMk id="9" creationId="{FE75ACF5-16C6-9832-DF06-DD9301F49A9F}"/>
          </ac:spMkLst>
        </pc:spChg>
        <pc:spChg chg="mod">
          <ac:chgData name="이건희" userId="0a994238-b102-4555-836f-34b53b2f3c57" providerId="ADAL" clId="{8DA326DE-65E5-462E-AEAE-DDC091F63FA0}" dt="2023-11-14T06:08:26.113" v="2278" actId="1036"/>
          <ac:spMkLst>
            <pc:docMk/>
            <pc:sldMk cId="1530771335" sldId="346"/>
            <ac:spMk id="10" creationId="{5CD9F6B4-E742-0F83-EA2F-17FD716A4622}"/>
          </ac:spMkLst>
        </pc:spChg>
        <pc:spChg chg="del mod">
          <ac:chgData name="이건희" userId="0a994238-b102-4555-836f-34b53b2f3c57" providerId="ADAL" clId="{8DA326DE-65E5-462E-AEAE-DDC091F63FA0}" dt="2023-11-14T06:13:23.032" v="2758" actId="478"/>
          <ac:spMkLst>
            <pc:docMk/>
            <pc:sldMk cId="1530771335" sldId="346"/>
            <ac:spMk id="11" creationId="{391C9D5D-1FA4-1699-1092-D05A2E70E48B}"/>
          </ac:spMkLst>
        </pc:spChg>
        <pc:spChg chg="mod">
          <ac:chgData name="이건희" userId="0a994238-b102-4555-836f-34b53b2f3c57" providerId="ADAL" clId="{8DA326DE-65E5-462E-AEAE-DDC091F63FA0}" dt="2023-11-14T06:05:40.562" v="2179" actId="113"/>
          <ac:spMkLst>
            <pc:docMk/>
            <pc:sldMk cId="1530771335" sldId="346"/>
            <ac:spMk id="25" creationId="{A5976109-EB5F-9675-84BF-75B875C07BC9}"/>
          </ac:spMkLst>
        </pc:spChg>
        <pc:spChg chg="mod">
          <ac:chgData name="이건희" userId="0a994238-b102-4555-836f-34b53b2f3c57" providerId="ADAL" clId="{8DA326DE-65E5-462E-AEAE-DDC091F63FA0}" dt="2023-11-14T06:05:42.339" v="2180" actId="113"/>
          <ac:spMkLst>
            <pc:docMk/>
            <pc:sldMk cId="1530771335" sldId="346"/>
            <ac:spMk id="26" creationId="{2F749957-FA61-0404-684C-6110105D858E}"/>
          </ac:spMkLst>
        </pc:spChg>
        <pc:spChg chg="add del">
          <ac:chgData name="이건희" userId="0a994238-b102-4555-836f-34b53b2f3c57" providerId="ADAL" clId="{8DA326DE-65E5-462E-AEAE-DDC091F63FA0}" dt="2023-11-14T06:04:58.561" v="2170" actId="478"/>
          <ac:spMkLst>
            <pc:docMk/>
            <pc:sldMk cId="1530771335" sldId="346"/>
            <ac:spMk id="43" creationId="{7351CAE1-56F6-3712-F43C-402D9529092E}"/>
          </ac:spMkLst>
        </pc:spChg>
        <pc:spChg chg="add del">
          <ac:chgData name="이건희" userId="0a994238-b102-4555-836f-34b53b2f3c57" providerId="ADAL" clId="{8DA326DE-65E5-462E-AEAE-DDC091F63FA0}" dt="2023-11-14T06:05:05.529" v="2172" actId="478"/>
          <ac:spMkLst>
            <pc:docMk/>
            <pc:sldMk cId="1530771335" sldId="346"/>
            <ac:spMk id="44" creationId="{8C4F159B-29E0-2961-813B-8DA8B20C0307}"/>
          </ac:spMkLst>
        </pc:spChg>
        <pc:spChg chg="add mod">
          <ac:chgData name="이건희" userId="0a994238-b102-4555-836f-34b53b2f3c57" providerId="ADAL" clId="{8DA326DE-65E5-462E-AEAE-DDC091F63FA0}" dt="2023-11-14T06:05:36.063" v="2178" actId="1582"/>
          <ac:spMkLst>
            <pc:docMk/>
            <pc:sldMk cId="1530771335" sldId="346"/>
            <ac:spMk id="46" creationId="{7F0726ED-A5C4-8D71-A2FC-F83441717BD9}"/>
          </ac:spMkLst>
        </pc:spChg>
        <pc:spChg chg="add mod">
          <ac:chgData name="이건희" userId="0a994238-b102-4555-836f-34b53b2f3c57" providerId="ADAL" clId="{8DA326DE-65E5-462E-AEAE-DDC091F63FA0}" dt="2023-11-14T06:06:06.052" v="2210" actId="207"/>
          <ac:spMkLst>
            <pc:docMk/>
            <pc:sldMk cId="1530771335" sldId="346"/>
            <ac:spMk id="47" creationId="{908A5141-5233-0E38-44C0-F781000D22CA}"/>
          </ac:spMkLst>
        </pc:spChg>
        <pc:spChg chg="add del mod">
          <ac:chgData name="이건희" userId="0a994238-b102-4555-836f-34b53b2f3c57" providerId="ADAL" clId="{8DA326DE-65E5-462E-AEAE-DDC091F63FA0}" dt="2023-11-14T06:13:23.032" v="2758" actId="478"/>
          <ac:spMkLst>
            <pc:docMk/>
            <pc:sldMk cId="1530771335" sldId="346"/>
            <ac:spMk id="48" creationId="{1E042066-EF56-0BB8-6713-F05B09E7D7C8}"/>
          </ac:spMkLst>
        </pc:spChg>
        <pc:spChg chg="add del mod">
          <ac:chgData name="이건희" userId="0a994238-b102-4555-836f-34b53b2f3c57" providerId="ADAL" clId="{8DA326DE-65E5-462E-AEAE-DDC091F63FA0}" dt="2023-11-14T06:13:23.032" v="2758" actId="478"/>
          <ac:spMkLst>
            <pc:docMk/>
            <pc:sldMk cId="1530771335" sldId="346"/>
            <ac:spMk id="50" creationId="{535C1032-1459-2188-4C1A-511FE6B3EF34}"/>
          </ac:spMkLst>
        </pc:spChg>
        <pc:spChg chg="add del mod">
          <ac:chgData name="이건희" userId="0a994238-b102-4555-836f-34b53b2f3c57" providerId="ADAL" clId="{8DA326DE-65E5-462E-AEAE-DDC091F63FA0}" dt="2023-11-14T06:13:10.535" v="2754"/>
          <ac:spMkLst>
            <pc:docMk/>
            <pc:sldMk cId="1530771335" sldId="346"/>
            <ac:spMk id="51" creationId="{D060B212-083D-9FDE-29E1-2A0788D27D34}"/>
          </ac:spMkLst>
        </pc:spChg>
        <pc:spChg chg="add del mod">
          <ac:chgData name="이건희" userId="0a994238-b102-4555-836f-34b53b2f3c57" providerId="ADAL" clId="{8DA326DE-65E5-462E-AEAE-DDC091F63FA0}" dt="2023-11-14T06:13:24.764" v="2759" actId="478"/>
          <ac:spMkLst>
            <pc:docMk/>
            <pc:sldMk cId="1530771335" sldId="346"/>
            <ac:spMk id="52" creationId="{C4763F6F-F290-B8E2-A94E-8C6844595C95}"/>
          </ac:spMkLst>
        </pc:spChg>
        <pc:grpChg chg="del mod">
          <ac:chgData name="이건희" userId="0a994238-b102-4555-836f-34b53b2f3c57" providerId="ADAL" clId="{8DA326DE-65E5-462E-AEAE-DDC091F63FA0}" dt="2023-11-14T06:13:23.032" v="2758" actId="478"/>
          <ac:grpSpMkLst>
            <pc:docMk/>
            <pc:sldMk cId="1530771335" sldId="346"/>
            <ac:grpSpMk id="15" creationId="{208773CA-FCBF-6F16-A7B9-D4E40666E710}"/>
          </ac:grpSpMkLst>
        </pc:grpChg>
        <pc:grpChg chg="del mod">
          <ac:chgData name="이건희" userId="0a994238-b102-4555-836f-34b53b2f3c57" providerId="ADAL" clId="{8DA326DE-65E5-462E-AEAE-DDC091F63FA0}" dt="2023-11-14T06:13:23.032" v="2758" actId="478"/>
          <ac:grpSpMkLst>
            <pc:docMk/>
            <pc:sldMk cId="1530771335" sldId="346"/>
            <ac:grpSpMk id="16" creationId="{76C2AA0B-4AAD-3538-C3A0-F4A135E3011B}"/>
          </ac:grpSpMkLst>
        </pc:grpChg>
        <pc:grpChg chg="del mod">
          <ac:chgData name="이건희" userId="0a994238-b102-4555-836f-34b53b2f3c57" providerId="ADAL" clId="{8DA326DE-65E5-462E-AEAE-DDC091F63FA0}" dt="2023-11-14T06:13:23.032" v="2758" actId="478"/>
          <ac:grpSpMkLst>
            <pc:docMk/>
            <pc:sldMk cId="1530771335" sldId="346"/>
            <ac:grpSpMk id="17" creationId="{249D7DBF-ABD4-5245-E495-FACA5074B89B}"/>
          </ac:grpSpMkLst>
        </pc:grpChg>
        <pc:grpChg chg="mod">
          <ac:chgData name="이건희" userId="0a994238-b102-4555-836f-34b53b2f3c57" providerId="ADAL" clId="{8DA326DE-65E5-462E-AEAE-DDC091F63FA0}" dt="2023-11-14T06:08:26.113" v="2278" actId="1036"/>
          <ac:grpSpMkLst>
            <pc:docMk/>
            <pc:sldMk cId="1530771335" sldId="346"/>
            <ac:grpSpMk id="18" creationId="{4727593F-E681-6ADB-C331-D1CAD0F40C57}"/>
          </ac:grpSpMkLst>
        </pc:grpChg>
        <pc:grpChg chg="mod">
          <ac:chgData name="이건희" userId="0a994238-b102-4555-836f-34b53b2f3c57" providerId="ADAL" clId="{8DA326DE-65E5-462E-AEAE-DDC091F63FA0}" dt="2023-11-14T06:08:21.121" v="2265" actId="1036"/>
          <ac:grpSpMkLst>
            <pc:docMk/>
            <pc:sldMk cId="1530771335" sldId="346"/>
            <ac:grpSpMk id="19" creationId="{4844AFBA-3C26-8BCD-7D65-9911256E370F}"/>
          </ac:grpSpMkLst>
        </pc:grpChg>
        <pc:grpChg chg="mod">
          <ac:chgData name="이건희" userId="0a994238-b102-4555-836f-34b53b2f3c57" providerId="ADAL" clId="{8DA326DE-65E5-462E-AEAE-DDC091F63FA0}" dt="2023-11-14T06:08:17.532" v="2252" actId="1036"/>
          <ac:grpSpMkLst>
            <pc:docMk/>
            <pc:sldMk cId="1530771335" sldId="346"/>
            <ac:grpSpMk id="20" creationId="{410FA7C5-8622-9B9C-BA3B-3B0450BAECB3}"/>
          </ac:grpSpMkLst>
        </pc:grpChg>
        <pc:grpChg chg="del mod">
          <ac:chgData name="이건희" userId="0a994238-b102-4555-836f-34b53b2f3c57" providerId="ADAL" clId="{8DA326DE-65E5-462E-AEAE-DDC091F63FA0}" dt="2023-11-14T06:13:23.032" v="2758" actId="478"/>
          <ac:grpSpMkLst>
            <pc:docMk/>
            <pc:sldMk cId="1530771335" sldId="346"/>
            <ac:grpSpMk id="42" creationId="{337E5950-389D-2C3C-3983-DE48022E1B6E}"/>
          </ac:grpSpMkLst>
        </pc:grpChg>
        <pc:picChg chg="mod">
          <ac:chgData name="이건희" userId="0a994238-b102-4555-836f-34b53b2f3c57" providerId="ADAL" clId="{8DA326DE-65E5-462E-AEAE-DDC091F63FA0}" dt="2023-11-14T06:08:17.532" v="2252" actId="1036"/>
          <ac:picMkLst>
            <pc:docMk/>
            <pc:sldMk cId="1530771335" sldId="346"/>
            <ac:picMk id="7" creationId="{A6CB1C0C-40FE-0D5E-259B-ED7883939514}"/>
          </ac:picMkLst>
        </pc:picChg>
        <pc:picChg chg="mod">
          <ac:chgData name="이건희" userId="0a994238-b102-4555-836f-34b53b2f3c57" providerId="ADAL" clId="{8DA326DE-65E5-462E-AEAE-DDC091F63FA0}" dt="2023-11-14T06:08:17.532" v="2252" actId="1036"/>
          <ac:picMkLst>
            <pc:docMk/>
            <pc:sldMk cId="1530771335" sldId="346"/>
            <ac:picMk id="8" creationId="{3A350471-3801-A8F3-7D1C-59854AD8FDB9}"/>
          </ac:picMkLst>
        </pc:picChg>
        <pc:picChg chg="mod">
          <ac:chgData name="이건희" userId="0a994238-b102-4555-836f-34b53b2f3c57" providerId="ADAL" clId="{8DA326DE-65E5-462E-AEAE-DDC091F63FA0}" dt="2023-11-14T06:08:21.121" v="2265" actId="1036"/>
          <ac:picMkLst>
            <pc:docMk/>
            <pc:sldMk cId="1530771335" sldId="346"/>
            <ac:picMk id="13" creationId="{4F53830A-5D48-8994-836D-A9AEB2FA269D}"/>
          </ac:picMkLst>
        </pc:picChg>
        <pc:picChg chg="mod">
          <ac:chgData name="이건희" userId="0a994238-b102-4555-836f-34b53b2f3c57" providerId="ADAL" clId="{8DA326DE-65E5-462E-AEAE-DDC091F63FA0}" dt="2023-11-14T06:08:26.113" v="2278" actId="1036"/>
          <ac:picMkLst>
            <pc:docMk/>
            <pc:sldMk cId="1530771335" sldId="346"/>
            <ac:picMk id="14" creationId="{A712E7E0-ABAF-47A3-7D1B-C5B24924A535}"/>
          </ac:picMkLst>
        </pc:picChg>
        <pc:picChg chg="mod">
          <ac:chgData name="이건희" userId="0a994238-b102-4555-836f-34b53b2f3c57" providerId="ADAL" clId="{8DA326DE-65E5-462E-AEAE-DDC091F63FA0}" dt="2023-11-14T06:08:21.121" v="2265" actId="1036"/>
          <ac:picMkLst>
            <pc:docMk/>
            <pc:sldMk cId="1530771335" sldId="346"/>
            <ac:picMk id="2050" creationId="{9AEA94BF-0C7A-FEA5-EAA7-7C27C6B34F9B}"/>
          </ac:picMkLst>
        </pc:picChg>
        <pc:picChg chg="mod">
          <ac:chgData name="이건희" userId="0a994238-b102-4555-836f-34b53b2f3c57" providerId="ADAL" clId="{8DA326DE-65E5-462E-AEAE-DDC091F63FA0}" dt="2023-11-14T06:08:26.113" v="2278" actId="1036"/>
          <ac:picMkLst>
            <pc:docMk/>
            <pc:sldMk cId="1530771335" sldId="346"/>
            <ac:picMk id="2058" creationId="{A7D49D27-CA70-6A52-C2C8-E36B2DC87349}"/>
          </ac:picMkLst>
        </pc:picChg>
        <pc:cxnChg chg="del">
          <ac:chgData name="이건희" userId="0a994238-b102-4555-836f-34b53b2f3c57" providerId="ADAL" clId="{8DA326DE-65E5-462E-AEAE-DDC091F63FA0}" dt="2023-11-14T06:13:23.032" v="2758" actId="478"/>
          <ac:cxnSpMkLst>
            <pc:docMk/>
            <pc:sldMk cId="1530771335" sldId="346"/>
            <ac:cxnSpMk id="45" creationId="{E9D7127B-FB1E-2A2E-0311-8611AEF38863}"/>
          </ac:cxnSpMkLst>
        </pc:cxnChg>
        <pc:cxnChg chg="add del mod">
          <ac:chgData name="이건희" userId="0a994238-b102-4555-836f-34b53b2f3c57" providerId="ADAL" clId="{8DA326DE-65E5-462E-AEAE-DDC091F63FA0}" dt="2023-11-14T06:13:23.032" v="2758" actId="478"/>
          <ac:cxnSpMkLst>
            <pc:docMk/>
            <pc:sldMk cId="1530771335" sldId="346"/>
            <ac:cxnSpMk id="49" creationId="{C16EB5AF-6BFC-6BA5-575C-34A52695460A}"/>
          </ac:cxnSpMkLst>
        </pc:cxnChg>
      </pc:sldChg>
      <pc:sldChg chg="add modAnim">
        <pc:chgData name="이건희" userId="0a994238-b102-4555-836f-34b53b2f3c57" providerId="ADAL" clId="{8DA326DE-65E5-462E-AEAE-DDC091F63FA0}" dt="2023-11-14T06:13:18.695" v="2757"/>
        <pc:sldMkLst>
          <pc:docMk/>
          <pc:sldMk cId="3357427106" sldId="347"/>
        </pc:sldMkLst>
      </pc:sldChg>
      <pc:sldChg chg="addSp delSp modSp add mod">
        <pc:chgData name="이건희" userId="0a994238-b102-4555-836f-34b53b2f3c57" providerId="ADAL" clId="{8DA326DE-65E5-462E-AEAE-DDC091F63FA0}" dt="2023-11-16T01:00:23.933" v="8333"/>
        <pc:sldMkLst>
          <pc:docMk/>
          <pc:sldMk cId="1849001665" sldId="348"/>
        </pc:sldMkLst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3" creationId="{64CCC2A1-17E1-B93D-168C-6C807B03DB99}"/>
          </ac:spMkLst>
        </pc:spChg>
        <pc:spChg chg="mod">
          <ac:chgData name="이건희" userId="0a994238-b102-4555-836f-34b53b2f3c57" providerId="ADAL" clId="{8DA326DE-65E5-462E-AEAE-DDC091F63FA0}" dt="2023-11-14T06:44:34.045" v="3683"/>
          <ac:spMkLst>
            <pc:docMk/>
            <pc:sldMk cId="1849001665" sldId="348"/>
            <ac:spMk id="5" creationId="{FD50C6D4-F10E-AF39-EF35-0F8DFABB51F9}"/>
          </ac:spMkLst>
        </pc:spChg>
        <pc:spChg chg="del mod">
          <ac:chgData name="이건희" userId="0a994238-b102-4555-836f-34b53b2f3c57" providerId="ADAL" clId="{8DA326DE-65E5-462E-AEAE-DDC091F63FA0}" dt="2023-11-16T01:00:23.768" v="8332" actId="478"/>
          <ac:spMkLst>
            <pc:docMk/>
            <pc:sldMk cId="1849001665" sldId="348"/>
            <ac:spMk id="8" creationId="{EC3E5FF0-D4F8-8328-82EF-1B3195DE4911}"/>
          </ac:spMkLst>
        </pc:spChg>
        <pc:spChg chg="add 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0" creationId="{E73E546A-9DB4-1442-1B12-A0CD13FB38EF}"/>
          </ac:spMkLst>
        </pc:spChg>
        <pc:spChg chg="add mod">
          <ac:chgData name="이건희" userId="0a994238-b102-4555-836f-34b53b2f3c57" providerId="ADAL" clId="{8DA326DE-65E5-462E-AEAE-DDC091F63FA0}" dt="2023-11-14T06:21:39.197" v="3050" actId="14100"/>
          <ac:spMkLst>
            <pc:docMk/>
            <pc:sldMk cId="1849001665" sldId="348"/>
            <ac:spMk id="11" creationId="{35DE44EE-D522-394C-6354-054B22F8785A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2" creationId="{5E21255B-2D9C-820E-92C3-3C2E5293F1D7}"/>
          </ac:spMkLst>
        </pc:spChg>
        <pc:spChg chg="del">
          <ac:chgData name="이건희" userId="0a994238-b102-4555-836f-34b53b2f3c57" providerId="ADAL" clId="{8DA326DE-65E5-462E-AEAE-DDC091F63FA0}" dt="2023-11-14T06:14:28.976" v="2769" actId="478"/>
          <ac:spMkLst>
            <pc:docMk/>
            <pc:sldMk cId="1849001665" sldId="348"/>
            <ac:spMk id="13" creationId="{87B6874F-50EC-A2F5-5298-F5FF74F3162F}"/>
          </ac:spMkLst>
        </pc:spChg>
        <pc:spChg chg="add mod">
          <ac:chgData name="이건희" userId="0a994238-b102-4555-836f-34b53b2f3c57" providerId="ADAL" clId="{8DA326DE-65E5-462E-AEAE-DDC091F63FA0}" dt="2023-11-16T01:00:23.933" v="8333"/>
          <ac:spMkLst>
            <pc:docMk/>
            <pc:sldMk cId="1849001665" sldId="348"/>
            <ac:spMk id="13" creationId="{E193BB70-DBC4-C9C1-DCB4-40205F724F30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4" creationId="{D58C78C0-DFEE-0ADA-2095-4B2FF3641DF3}"/>
          </ac:spMkLst>
        </pc:spChg>
        <pc:spChg chg="del">
          <ac:chgData name="이건희" userId="0a994238-b102-4555-836f-34b53b2f3c57" providerId="ADAL" clId="{8DA326DE-65E5-462E-AEAE-DDC091F63FA0}" dt="2023-11-14T06:14:23.024" v="2765" actId="478"/>
          <ac:spMkLst>
            <pc:docMk/>
            <pc:sldMk cId="1849001665" sldId="348"/>
            <ac:spMk id="15" creationId="{4FFA8F98-8D99-CDB3-F143-7B7C255B9C53}"/>
          </ac:spMkLst>
        </pc:spChg>
        <pc:spChg chg="add 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6" creationId="{95F6C437-8B61-2EA7-46E6-7C832E746EE3}"/>
          </ac:spMkLst>
        </pc:spChg>
        <pc:spChg chg="add mod or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7" creationId="{3D0F0E60-4068-6EBA-16B9-14E91BE9992A}"/>
          </ac:spMkLst>
        </pc:spChg>
        <pc:spChg chg="del">
          <ac:chgData name="이건희" userId="0a994238-b102-4555-836f-34b53b2f3c57" providerId="ADAL" clId="{8DA326DE-65E5-462E-AEAE-DDC091F63FA0}" dt="2023-11-14T06:18:53.352" v="2880" actId="478"/>
          <ac:spMkLst>
            <pc:docMk/>
            <pc:sldMk cId="1849001665" sldId="348"/>
            <ac:spMk id="18" creationId="{CF5639A5-7346-6E7C-A403-D1B2228E30BE}"/>
          </ac:spMkLst>
        </pc:spChg>
        <pc:spChg chg="add del mod">
          <ac:chgData name="이건희" userId="0a994238-b102-4555-836f-34b53b2f3c57" providerId="ADAL" clId="{8DA326DE-65E5-462E-AEAE-DDC091F63FA0}" dt="2023-11-14T06:20:09.185" v="2891"/>
          <ac:spMkLst>
            <pc:docMk/>
            <pc:sldMk cId="1849001665" sldId="348"/>
            <ac:spMk id="19" creationId="{9BD1C1B0-D673-E52E-F42B-0E5707487381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0" creationId="{0961231F-9DB6-F664-302B-C7E42420069F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1" creationId="{AEB74A10-9911-6D74-6AD7-94572D72A0E6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2" creationId="{2D00D872-9FA7-1282-4706-3AE9A44107E8}"/>
          </ac:spMkLst>
        </pc:spChg>
        <pc:spChg chg="del">
          <ac:chgData name="이건희" userId="0a994238-b102-4555-836f-34b53b2f3c57" providerId="ADAL" clId="{8DA326DE-65E5-462E-AEAE-DDC091F63FA0}" dt="2023-11-14T06:14:20.969" v="2763" actId="478"/>
          <ac:spMkLst>
            <pc:docMk/>
            <pc:sldMk cId="1849001665" sldId="348"/>
            <ac:spMk id="23" creationId="{2A2EF8F4-F015-3EE1-C91A-45327FA70A67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4" creationId="{F2B6B52B-8F2C-E31C-56C6-D2C3A9A5B69D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5" creationId="{9E56D123-8902-4B89-87E3-802A5CF49CE8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6" creationId="{D16B475F-0068-A090-BB4B-3D34AB087C98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7" creationId="{FE7E0AA7-B251-5A4D-6426-E83F8408EE50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8" creationId="{356F5DF5-C4C0-44FF-F47E-31BE93C0EE1D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9" creationId="{75B4E295-6C10-6778-C6DD-F09E4D8A3E2B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30" creationId="{C19CCDDB-F5DF-7118-F10E-470FB5CF01F8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31" creationId="{556758DC-27EA-D33F-3265-7BB0B99D153A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32" creationId="{F7D2874A-6799-45F0-CFC2-548561D30690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33" creationId="{4186BAA7-98C4-5061-9E3D-2A3199C802E0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34" creationId="{10A12F65-A652-41D3-6E61-2F01955966FD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35" creationId="{17B2993C-5387-D744-A31D-2CDFED90CA90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39" creationId="{EF85AA8A-8BE8-0E9B-82A1-79A61A3E0C46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40" creationId="{6C1B1CDE-C0A6-0F31-416E-7B618C683D67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41" creationId="{59E5F293-A097-0867-6028-4959AC8026E4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43" creationId="{9633556D-CE78-7CA8-74BE-F3E71B3E3901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44" creationId="{6475BF91-CCAC-075F-5F49-9BBB4FFB8A86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45" creationId="{CA7004B9-B9EC-330D-B77A-E0CA1D9834CF}"/>
          </ac:spMkLst>
        </pc:spChg>
        <pc:spChg chg="mod or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46" creationId="{5557086F-DC50-ED6D-6A85-5A878BC564FB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47" creationId="{7754EC7D-D272-4173-D970-053CF2528B4B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48" creationId="{0E581BDA-E03E-A51D-610B-B059631F9B82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49" creationId="{1F7D9A92-5666-0522-5562-210EB9C1EBDD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50" creationId="{138C922D-BB0B-2222-B95E-708F85E626AE}"/>
          </ac:spMkLst>
        </pc:spChg>
        <pc:spChg chg="del">
          <ac:chgData name="이건희" userId="0a994238-b102-4555-836f-34b53b2f3c57" providerId="ADAL" clId="{8DA326DE-65E5-462E-AEAE-DDC091F63FA0}" dt="2023-11-14T06:14:30.095" v="2770" actId="478"/>
          <ac:spMkLst>
            <pc:docMk/>
            <pc:sldMk cId="1849001665" sldId="348"/>
            <ac:spMk id="51" creationId="{D5B5F2D5-5195-705E-6468-046E7BC0CE6F}"/>
          </ac:spMkLst>
        </pc:spChg>
        <pc:spChg chg="del">
          <ac:chgData name="이건희" userId="0a994238-b102-4555-836f-34b53b2f3c57" providerId="ADAL" clId="{8DA326DE-65E5-462E-AEAE-DDC091F63FA0}" dt="2023-11-14T06:14:27.279" v="2768" actId="478"/>
          <ac:spMkLst>
            <pc:docMk/>
            <pc:sldMk cId="1849001665" sldId="348"/>
            <ac:spMk id="52" creationId="{8FD1696E-3544-A6B2-5C20-C49D9A658F8E}"/>
          </ac:spMkLst>
        </pc:spChg>
        <pc:spChg chg="del">
          <ac:chgData name="이건희" userId="0a994238-b102-4555-836f-34b53b2f3c57" providerId="ADAL" clId="{8DA326DE-65E5-462E-AEAE-DDC091F63FA0}" dt="2023-11-14T06:14:27.279" v="2768" actId="478"/>
          <ac:spMkLst>
            <pc:docMk/>
            <pc:sldMk cId="1849001665" sldId="348"/>
            <ac:spMk id="53" creationId="{65405759-657A-14BD-E8AD-B6F75559C344}"/>
          </ac:spMkLst>
        </pc:spChg>
        <pc:spChg chg="del">
          <ac:chgData name="이건희" userId="0a994238-b102-4555-836f-34b53b2f3c57" providerId="ADAL" clId="{8DA326DE-65E5-462E-AEAE-DDC091F63FA0}" dt="2023-11-14T06:14:38.760" v="2775" actId="478"/>
          <ac:spMkLst>
            <pc:docMk/>
            <pc:sldMk cId="1849001665" sldId="348"/>
            <ac:spMk id="58" creationId="{0C25955B-688A-41C2-4C23-21ABB2DBEEFE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59" creationId="{D356C953-4F69-8F7B-0D2B-096CB1BC2DB5}"/>
          </ac:spMkLst>
        </pc:spChg>
        <pc:spChg chg="del">
          <ac:chgData name="이건희" userId="0a994238-b102-4555-836f-34b53b2f3c57" providerId="ADAL" clId="{8DA326DE-65E5-462E-AEAE-DDC091F63FA0}" dt="2023-11-14T06:14:40.607" v="2776" actId="478"/>
          <ac:spMkLst>
            <pc:docMk/>
            <pc:sldMk cId="1849001665" sldId="348"/>
            <ac:spMk id="61" creationId="{C8EFC601-BB65-3667-53F0-B6212DD103BC}"/>
          </ac:spMkLst>
        </pc:spChg>
        <pc:spChg chg="del">
          <ac:chgData name="이건희" userId="0a994238-b102-4555-836f-34b53b2f3c57" providerId="ADAL" clId="{8DA326DE-65E5-462E-AEAE-DDC091F63FA0}" dt="2023-11-14T06:14:28.976" v="2769" actId="478"/>
          <ac:spMkLst>
            <pc:docMk/>
            <pc:sldMk cId="1849001665" sldId="348"/>
            <ac:spMk id="62" creationId="{B5E9DFAB-BA3C-2DCE-8C55-B6EBD3616FF6}"/>
          </ac:spMkLst>
        </pc:spChg>
        <pc:spChg chg="del">
          <ac:chgData name="이건희" userId="0a994238-b102-4555-836f-34b53b2f3c57" providerId="ADAL" clId="{8DA326DE-65E5-462E-AEAE-DDC091F63FA0}" dt="2023-11-14T06:14:27.279" v="2768" actId="478"/>
          <ac:spMkLst>
            <pc:docMk/>
            <pc:sldMk cId="1849001665" sldId="348"/>
            <ac:spMk id="63" creationId="{07F5D3D3-71AB-E9C1-5B70-BE7516425859}"/>
          </ac:spMkLst>
        </pc:spChg>
        <pc:spChg chg="del">
          <ac:chgData name="이건희" userId="0a994238-b102-4555-836f-34b53b2f3c57" providerId="ADAL" clId="{8DA326DE-65E5-462E-AEAE-DDC091F63FA0}" dt="2023-11-14T06:14:24.455" v="2766" actId="478"/>
          <ac:spMkLst>
            <pc:docMk/>
            <pc:sldMk cId="1849001665" sldId="348"/>
            <ac:spMk id="129" creationId="{FFECC5F9-9A88-342D-E285-1CB28DDA3686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30" creationId="{9A9E35A8-C311-8A6C-227B-A1CAED64F9C2}"/>
          </ac:spMkLst>
        </pc:spChg>
        <pc:spChg chg="del">
          <ac:chgData name="이건희" userId="0a994238-b102-4555-836f-34b53b2f3c57" providerId="ADAL" clId="{8DA326DE-65E5-462E-AEAE-DDC091F63FA0}" dt="2023-11-14T06:14:43.783" v="2779" actId="478"/>
          <ac:spMkLst>
            <pc:docMk/>
            <pc:sldMk cId="1849001665" sldId="348"/>
            <ac:spMk id="131" creationId="{69DCBC10-2EED-1B9F-4F1A-180030D719C6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32" creationId="{C7E27EDA-35EC-50BD-93BC-E8CEEEC62686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33" creationId="{02A7AA51-8427-9978-C6A3-BCDC8E237CBB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34" creationId="{D515282E-31A6-F0BA-4EDE-59877240ABC1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35" creationId="{A080C1C1-FE62-4CCD-12F7-29FC5089814C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36" creationId="{D3FF5152-3966-63B8-5A99-0F03E24FE2C1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37" creationId="{A826621D-735C-6C82-4728-3554FEDEA3A6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38" creationId="{271BA8F2-7A93-BB72-43AE-B6B2FB93F1E1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39" creationId="{E9A81652-D00C-FE58-658F-5BBCBE235794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43" creationId="{D24D9ED9-D819-FF8F-C31B-622CC1652F58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44" creationId="{58B2CEC9-2C78-276D-3830-F6754172FF02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45" creationId="{6FE79FAE-9DFF-9350-66F3-C9A7837ACD21}"/>
          </ac:spMkLst>
        </pc:spChg>
        <pc:spChg chg="del">
          <ac:chgData name="이건희" userId="0a994238-b102-4555-836f-34b53b2f3c57" providerId="ADAL" clId="{8DA326DE-65E5-462E-AEAE-DDC091F63FA0}" dt="2023-11-14T06:14:49.479" v="2783" actId="478"/>
          <ac:spMkLst>
            <pc:docMk/>
            <pc:sldMk cId="1849001665" sldId="348"/>
            <ac:spMk id="146" creationId="{B505D06F-DD00-C8D7-71F8-6C39A184A36C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47" creationId="{A7854636-DCF4-94A0-C708-81DB97566D9F}"/>
          </ac:spMkLst>
        </pc:spChg>
        <pc:spChg chg="del">
          <ac:chgData name="이건희" userId="0a994238-b102-4555-836f-34b53b2f3c57" providerId="ADAL" clId="{8DA326DE-65E5-462E-AEAE-DDC091F63FA0}" dt="2023-11-14T06:14:45.744" v="2781" actId="478"/>
          <ac:spMkLst>
            <pc:docMk/>
            <pc:sldMk cId="1849001665" sldId="348"/>
            <ac:spMk id="148" creationId="{802FA8C5-E66C-240B-B131-214A7A71104C}"/>
          </ac:spMkLst>
        </pc:spChg>
        <pc:spChg chg="del">
          <ac:chgData name="이건희" userId="0a994238-b102-4555-836f-34b53b2f3c57" providerId="ADAL" clId="{8DA326DE-65E5-462E-AEAE-DDC091F63FA0}" dt="2023-11-14T06:14:48.233" v="2782" actId="478"/>
          <ac:spMkLst>
            <pc:docMk/>
            <pc:sldMk cId="1849001665" sldId="348"/>
            <ac:spMk id="149" creationId="{A1FDA25B-A213-D445-53DC-669C4E4B4689}"/>
          </ac:spMkLst>
        </pc:spChg>
        <pc:spChg chg="del">
          <ac:chgData name="이건희" userId="0a994238-b102-4555-836f-34b53b2f3c57" providerId="ADAL" clId="{8DA326DE-65E5-462E-AEAE-DDC091F63FA0}" dt="2023-11-14T06:14:42.967" v="2778" actId="478"/>
          <ac:spMkLst>
            <pc:docMk/>
            <pc:sldMk cId="1849001665" sldId="348"/>
            <ac:spMk id="150" creationId="{139C49C9-DF27-D519-7346-79E7857CE161}"/>
          </ac:spMkLst>
        </pc:spChg>
        <pc:spChg chg="del">
          <ac:chgData name="이건희" userId="0a994238-b102-4555-836f-34b53b2f3c57" providerId="ADAL" clId="{8DA326DE-65E5-462E-AEAE-DDC091F63FA0}" dt="2023-11-14T06:14:42.135" v="2777" actId="478"/>
          <ac:spMkLst>
            <pc:docMk/>
            <pc:sldMk cId="1849001665" sldId="348"/>
            <ac:spMk id="151" creationId="{8ED7F39C-AFFD-FBE7-FB22-2C4B87814B65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52" creationId="{8D309638-FD84-FE19-C379-D69DC463AD61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53" creationId="{3C541A47-30B3-9119-ED8B-D28137AC1E72}"/>
          </ac:spMkLst>
        </pc:spChg>
        <pc:spChg chg="add del">
          <ac:chgData name="이건희" userId="0a994238-b102-4555-836f-34b53b2f3c57" providerId="ADAL" clId="{8DA326DE-65E5-462E-AEAE-DDC091F63FA0}" dt="2023-11-14T06:14:36.568" v="2773" actId="478"/>
          <ac:spMkLst>
            <pc:docMk/>
            <pc:sldMk cId="1849001665" sldId="348"/>
            <ac:spMk id="154" creationId="{78B56665-A22F-F04C-5490-B02D146D0252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55" creationId="{3F185B88-B42C-C95D-394D-6E0553B39330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56" creationId="{A9916200-90D2-FA44-6CF8-9166E3570776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57" creationId="{06FCA4DE-D9B4-FEA7-B2E8-463F059E24D7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58" creationId="{D6D61F8F-702E-7861-F4F5-758DC50EA64F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60" creationId="{9B3D98F7-B600-DD13-8B62-F9372AAC16A8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62" creationId="{4F27482E-66B5-15C7-F8D5-867C7990B532}"/>
          </ac:spMkLst>
        </pc:spChg>
        <pc:spChg chg="del">
          <ac:chgData name="이건희" userId="0a994238-b102-4555-836f-34b53b2f3c57" providerId="ADAL" clId="{8DA326DE-65E5-462E-AEAE-DDC091F63FA0}" dt="2023-11-14T06:14:27.279" v="2768" actId="478"/>
          <ac:spMkLst>
            <pc:docMk/>
            <pc:sldMk cId="1849001665" sldId="348"/>
            <ac:spMk id="163" creationId="{F109E23A-7398-E92C-EE1D-18B1169E6AA0}"/>
          </ac:spMkLst>
        </pc:spChg>
        <pc:spChg chg="del">
          <ac:chgData name="이건희" userId="0a994238-b102-4555-836f-34b53b2f3c57" providerId="ADAL" clId="{8DA326DE-65E5-462E-AEAE-DDC091F63FA0}" dt="2023-11-14T06:14:28.976" v="2769" actId="478"/>
          <ac:spMkLst>
            <pc:docMk/>
            <pc:sldMk cId="1849001665" sldId="348"/>
            <ac:spMk id="164" creationId="{E0EAA638-8CC1-7405-6D6B-E73C879EC849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65" creationId="{4CCB1831-2360-A1A1-0C8C-A044B2B8517F}"/>
          </ac:spMkLst>
        </pc:spChg>
        <pc:spChg chg="del">
          <ac:chgData name="이건희" userId="0a994238-b102-4555-836f-34b53b2f3c57" providerId="ADAL" clId="{8DA326DE-65E5-462E-AEAE-DDC091F63FA0}" dt="2023-11-14T06:14:28.976" v="2769" actId="478"/>
          <ac:spMkLst>
            <pc:docMk/>
            <pc:sldMk cId="1849001665" sldId="348"/>
            <ac:spMk id="166" creationId="{20766CC7-2CA3-7BA4-41FB-4E323CE869A8}"/>
          </ac:spMkLst>
        </pc:spChg>
        <pc:spChg chg="del">
          <ac:chgData name="이건희" userId="0a994238-b102-4555-836f-34b53b2f3c57" providerId="ADAL" clId="{8DA326DE-65E5-462E-AEAE-DDC091F63FA0}" dt="2023-11-14T06:14:28.976" v="2769" actId="478"/>
          <ac:spMkLst>
            <pc:docMk/>
            <pc:sldMk cId="1849001665" sldId="348"/>
            <ac:spMk id="167" creationId="{F555F53E-5183-5644-8A85-887B4B8EB39B}"/>
          </ac:spMkLst>
        </pc:spChg>
        <pc:spChg chg="del">
          <ac:chgData name="이건희" userId="0a994238-b102-4555-836f-34b53b2f3c57" providerId="ADAL" clId="{8DA326DE-65E5-462E-AEAE-DDC091F63FA0}" dt="2023-11-14T06:14:27.279" v="2768" actId="478"/>
          <ac:spMkLst>
            <pc:docMk/>
            <pc:sldMk cId="1849001665" sldId="348"/>
            <ac:spMk id="168" creationId="{2AFB613B-FD38-9EC4-3A0E-1512D3C0F243}"/>
          </ac:spMkLst>
        </pc:spChg>
        <pc:spChg chg="del">
          <ac:chgData name="이건희" userId="0a994238-b102-4555-836f-34b53b2f3c57" providerId="ADAL" clId="{8DA326DE-65E5-462E-AEAE-DDC091F63FA0}" dt="2023-11-14T06:14:27.279" v="2768" actId="478"/>
          <ac:spMkLst>
            <pc:docMk/>
            <pc:sldMk cId="1849001665" sldId="348"/>
            <ac:spMk id="173" creationId="{45F57C4C-944A-E406-107A-D43E845ED164}"/>
          </ac:spMkLst>
        </pc:spChg>
        <pc:spChg chg="del">
          <ac:chgData name="이건희" userId="0a994238-b102-4555-836f-34b53b2f3c57" providerId="ADAL" clId="{8DA326DE-65E5-462E-AEAE-DDC091F63FA0}" dt="2023-11-14T06:14:28.976" v="2769" actId="478"/>
          <ac:spMkLst>
            <pc:docMk/>
            <pc:sldMk cId="1849001665" sldId="348"/>
            <ac:spMk id="174" creationId="{78C77044-1B22-7572-6232-45AF68911D35}"/>
          </ac:spMkLst>
        </pc:spChg>
        <pc:spChg chg="del">
          <ac:chgData name="이건희" userId="0a994238-b102-4555-836f-34b53b2f3c57" providerId="ADAL" clId="{8DA326DE-65E5-462E-AEAE-DDC091F63FA0}" dt="2023-11-14T06:14:28.976" v="2769" actId="478"/>
          <ac:spMkLst>
            <pc:docMk/>
            <pc:sldMk cId="1849001665" sldId="348"/>
            <ac:spMk id="175" creationId="{63EA3E49-66F0-DAD4-FCAB-F1FBA47E170E}"/>
          </ac:spMkLst>
        </pc:spChg>
        <pc:spChg chg="del">
          <ac:chgData name="이건희" userId="0a994238-b102-4555-836f-34b53b2f3c57" providerId="ADAL" clId="{8DA326DE-65E5-462E-AEAE-DDC091F63FA0}" dt="2023-11-14T06:14:44.944" v="2780" actId="478"/>
          <ac:spMkLst>
            <pc:docMk/>
            <pc:sldMk cId="1849001665" sldId="348"/>
            <ac:spMk id="176" creationId="{FBB24C83-57FC-A8C4-B96D-AF9FA966BC0D}"/>
          </ac:spMkLst>
        </pc:spChg>
        <pc:spChg chg="del">
          <ac:chgData name="이건희" userId="0a994238-b102-4555-836f-34b53b2f3c57" providerId="ADAL" clId="{8DA326DE-65E5-462E-AEAE-DDC091F63FA0}" dt="2023-11-14T06:14:28.976" v="2769" actId="478"/>
          <ac:spMkLst>
            <pc:docMk/>
            <pc:sldMk cId="1849001665" sldId="348"/>
            <ac:spMk id="177" creationId="{CA9582F3-4043-D783-7AFC-4B2F0E6D473D}"/>
          </ac:spMkLst>
        </pc:spChg>
        <pc:spChg chg="del">
          <ac:chgData name="이건희" userId="0a994238-b102-4555-836f-34b53b2f3c57" providerId="ADAL" clId="{8DA326DE-65E5-462E-AEAE-DDC091F63FA0}" dt="2023-11-14T06:14:27.279" v="2768" actId="478"/>
          <ac:spMkLst>
            <pc:docMk/>
            <pc:sldMk cId="1849001665" sldId="348"/>
            <ac:spMk id="178" creationId="{F0348251-74AC-5A73-F25F-363BE24280BF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79" creationId="{34251CCD-E51C-4B5F-9C70-E4E11064E798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80" creationId="{6D47B1B9-589C-E7CD-ACD2-9CEE04561E5E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81" creationId="{6D6A4C62-1383-EB3A-FB84-87D3F9683E51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82" creationId="{28FBB8B3-835F-F6C3-8EA4-3525F2A9844D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84" creationId="{D9FDB69A-BB04-FD77-F7DA-AD3F794EE0D1}"/>
          </ac:spMkLst>
        </pc:spChg>
        <pc:spChg chg="mod">
          <ac:chgData name="이건희" userId="0a994238-b102-4555-836f-34b53b2f3c57" providerId="ADAL" clId="{8DA326DE-65E5-462E-AEAE-DDC091F63FA0}" dt="2023-11-14T06:20:03.502" v="2890"/>
          <ac:spMkLst>
            <pc:docMk/>
            <pc:sldMk cId="1849001665" sldId="348"/>
            <ac:spMk id="185" creationId="{582762D4-159B-0C8D-AF08-0930732C2724}"/>
          </ac:spMkLst>
        </pc:spChg>
        <pc:spChg chg="add del mod">
          <ac:chgData name="이건희" userId="0a994238-b102-4555-836f-34b53b2f3c57" providerId="ADAL" clId="{8DA326DE-65E5-462E-AEAE-DDC091F63FA0}" dt="2023-11-14T06:20:09.185" v="2891"/>
          <ac:spMkLst>
            <pc:docMk/>
            <pc:sldMk cId="1849001665" sldId="348"/>
            <ac:spMk id="186" creationId="{C54682BA-393D-34A8-713C-15836D59C425}"/>
          </ac:spMkLst>
        </pc:spChg>
        <pc:spChg chg="add del mod">
          <ac:chgData name="이건희" userId="0a994238-b102-4555-836f-34b53b2f3c57" providerId="ADAL" clId="{8DA326DE-65E5-462E-AEAE-DDC091F63FA0}" dt="2023-11-14T06:20:09.185" v="2891"/>
          <ac:spMkLst>
            <pc:docMk/>
            <pc:sldMk cId="1849001665" sldId="348"/>
            <ac:spMk id="187" creationId="{F2EB092A-BD4F-E271-F855-C3005BC4FE87}"/>
          </ac:spMkLst>
        </pc:spChg>
        <pc:spChg chg="add 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188" creationId="{E7520F08-E4B8-AC3D-6048-E1874CF45A5A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193" creationId="{E93EAE8E-5865-7107-E18C-7A0C49734A2E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194" creationId="{B93AEF66-CC87-5767-E8A6-2D87BBA22C56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197" creationId="{9510A0D2-163D-D045-F166-465075329ECD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198" creationId="{49E852EF-7C19-B782-48D0-DD2E86B3F4A2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199" creationId="{7BC64235-DB53-5A44-63B4-EC87FD7F7AC3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0" creationId="{6F8AC013-FEC3-E671-DFD1-2FA5F69DEBE6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1" creationId="{38A756DA-3C39-B434-E125-46977705C8A7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2" creationId="{9925D127-52ED-FF17-7A10-F96C87DA184F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3" creationId="{4A99C789-11F1-9B0C-FEDF-ACE03FE599F8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4" creationId="{04842AF3-EB7D-7BE1-2BED-B3F9FC19FB25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5" creationId="{F24E4B37-7CB0-1922-CAD0-D9F5BC2E5417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6" creationId="{0F378B94-184D-B214-C9F0-24A0EBD6B982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7" creationId="{C78BAA71-6992-ABB8-BEE0-E6C67C433996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08" creationId="{930DE7B7-9D5E-E2AB-6C58-334FBFE86A67}"/>
          </ac:spMkLst>
        </pc:spChg>
        <pc:spChg chg="add del">
          <ac:chgData name="이건희" userId="0a994238-b102-4555-836f-34b53b2f3c57" providerId="ADAL" clId="{8DA326DE-65E5-462E-AEAE-DDC091F63FA0}" dt="2023-11-14T06:18:09.322" v="2875" actId="478"/>
          <ac:spMkLst>
            <pc:docMk/>
            <pc:sldMk cId="1849001665" sldId="348"/>
            <ac:spMk id="209" creationId="{8C1FF486-924B-9A59-DF1F-27E4687D0D7A}"/>
          </ac:spMkLst>
        </pc:spChg>
        <pc:spChg chg="add del">
          <ac:chgData name="이건희" userId="0a994238-b102-4555-836f-34b53b2f3c57" providerId="ADAL" clId="{8DA326DE-65E5-462E-AEAE-DDC091F63FA0}" dt="2023-11-14T06:14:37.551" v="2774" actId="478"/>
          <ac:spMkLst>
            <pc:docMk/>
            <pc:sldMk cId="1849001665" sldId="348"/>
            <ac:spMk id="210" creationId="{487ADB4F-DC12-9132-7612-799D93004478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11" creationId="{D2A91753-0E98-9477-2607-9D4562957D21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12" creationId="{09015FC2-4025-D76D-5354-D582C793752C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14" creationId="{AC49F162-DBD2-F641-33AB-F7682D87545E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16" creationId="{EF0F2622-1B08-9B48-5274-45E3C39DB0E4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17" creationId="{C0D2508F-478C-D822-9F2A-D9CC080D6531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18" creationId="{EFEFBA06-6368-6D54-BB61-4242FE199E71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19" creationId="{E1E23B82-736B-F923-3895-9792B4A805A8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20" creationId="{167F5009-2AED-5D2F-B605-256EC3D88ACF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22" creationId="{D2498F63-EC7E-6F9A-8238-E1847171108F}"/>
          </ac:spMkLst>
        </pc:spChg>
        <pc:spChg chg="mod">
          <ac:chgData name="이건희" userId="0a994238-b102-4555-836f-34b53b2f3c57" providerId="ADAL" clId="{8DA326DE-65E5-462E-AEAE-DDC091F63FA0}" dt="2023-11-14T06:20:11.575" v="2892"/>
          <ac:spMkLst>
            <pc:docMk/>
            <pc:sldMk cId="1849001665" sldId="348"/>
            <ac:spMk id="223" creationId="{5C797781-1BEE-F50D-10DD-21A0D74E1FA6}"/>
          </ac:spMkLst>
        </pc:spChg>
        <pc:spChg chg="add del mod">
          <ac:chgData name="이건희" userId="0a994238-b102-4555-836f-34b53b2f3c57" providerId="ADAL" clId="{8DA326DE-65E5-462E-AEAE-DDC091F63FA0}" dt="2023-11-14T06:22:05.840" v="3071" actId="478"/>
          <ac:spMkLst>
            <pc:docMk/>
            <pc:sldMk cId="1849001665" sldId="348"/>
            <ac:spMk id="224" creationId="{8B561662-6605-DEFF-A7C9-166F2076B69C}"/>
          </ac:spMkLst>
        </pc:spChg>
        <pc:spChg chg="add del mod">
          <ac:chgData name="이건희" userId="0a994238-b102-4555-836f-34b53b2f3c57" providerId="ADAL" clId="{8DA326DE-65E5-462E-AEAE-DDC091F63FA0}" dt="2023-11-14T06:22:05.840" v="3071" actId="478"/>
          <ac:spMkLst>
            <pc:docMk/>
            <pc:sldMk cId="1849001665" sldId="348"/>
            <ac:spMk id="225" creationId="{213CE486-7FDF-A0B6-68D5-EF2AD9E0C790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43" creationId="{B9769E68-CAF4-9EAE-D586-FCE56536F339}"/>
          </ac:spMkLst>
        </pc:spChg>
        <pc:spChg chg="mod">
          <ac:chgData name="이건희" userId="0a994238-b102-4555-836f-34b53b2f3c57" providerId="ADAL" clId="{8DA326DE-65E5-462E-AEAE-DDC091F63FA0}" dt="2023-11-14T06:21:02.219" v="3021" actId="1035"/>
          <ac:spMkLst>
            <pc:docMk/>
            <pc:sldMk cId="1849001665" sldId="348"/>
            <ac:spMk id="280" creationId="{ED140374-5D75-9F8A-ADC4-E353728411A6}"/>
          </ac:spMkLst>
        </pc:spChg>
        <pc:grpChg chg="add del mod">
          <ac:chgData name="이건희" userId="0a994238-b102-4555-836f-34b53b2f3c57" providerId="ADAL" clId="{8DA326DE-65E5-462E-AEAE-DDC091F63FA0}" dt="2023-11-14T06:20:09.185" v="2891"/>
          <ac:grpSpMkLst>
            <pc:docMk/>
            <pc:sldMk cId="1849001665" sldId="348"/>
            <ac:grpSpMk id="37" creationId="{7859B276-F719-259D-F21E-526756353841}"/>
          </ac:grpSpMkLst>
        </pc:grpChg>
        <pc:grpChg chg="mod">
          <ac:chgData name="이건희" userId="0a994238-b102-4555-836f-34b53b2f3c57" providerId="ADAL" clId="{8DA326DE-65E5-462E-AEAE-DDC091F63FA0}" dt="2023-11-14T06:20:03.502" v="2890"/>
          <ac:grpSpMkLst>
            <pc:docMk/>
            <pc:sldMk cId="1849001665" sldId="348"/>
            <ac:grpSpMk id="38" creationId="{7D0D2C8E-63D5-6FFB-7923-032FE27B861A}"/>
          </ac:grpSpMkLst>
        </pc:grpChg>
        <pc:grpChg chg="mod">
          <ac:chgData name="이건희" userId="0a994238-b102-4555-836f-34b53b2f3c57" providerId="ADAL" clId="{8DA326DE-65E5-462E-AEAE-DDC091F63FA0}" dt="2023-11-14T06:20:03.502" v="2890"/>
          <ac:grpSpMkLst>
            <pc:docMk/>
            <pc:sldMk cId="1849001665" sldId="348"/>
            <ac:grpSpMk id="42" creationId="{1C3CC72B-E3F5-9F48-0AA9-5D315FBB97E5}"/>
          </ac:grpSpMkLst>
        </pc:grpChg>
        <pc:grpChg chg="del">
          <ac:chgData name="이건희" userId="0a994238-b102-4555-836f-34b53b2f3c57" providerId="ADAL" clId="{8DA326DE-65E5-462E-AEAE-DDC091F63FA0}" dt="2023-11-14T06:14:25.167" v="2767" actId="478"/>
          <ac:grpSpMkLst>
            <pc:docMk/>
            <pc:sldMk cId="1849001665" sldId="348"/>
            <ac:grpSpMk id="54" creationId="{CD39807D-062E-C3EF-F1AA-51F5F8ABD687}"/>
          </ac:grpSpMkLst>
        </pc:grpChg>
        <pc:grpChg chg="mod">
          <ac:chgData name="이건희" userId="0a994238-b102-4555-836f-34b53b2f3c57" providerId="ADAL" clId="{8DA326DE-65E5-462E-AEAE-DDC091F63FA0}" dt="2023-11-14T06:21:02.219" v="3021" actId="1035"/>
          <ac:grpSpMkLst>
            <pc:docMk/>
            <pc:sldMk cId="1849001665" sldId="348"/>
            <ac:grpSpMk id="140" creationId="{91C68175-B9F2-2CB0-BE44-86587BC5DFE0}"/>
          </ac:grpSpMkLst>
        </pc:grpChg>
        <pc:grpChg chg="del">
          <ac:chgData name="이건희" userId="0a994238-b102-4555-836f-34b53b2f3c57" providerId="ADAL" clId="{8DA326DE-65E5-462E-AEAE-DDC091F63FA0}" dt="2023-11-14T06:14:22.167" v="2764" actId="478"/>
          <ac:grpSpMkLst>
            <pc:docMk/>
            <pc:sldMk cId="1849001665" sldId="348"/>
            <ac:grpSpMk id="169" creationId="{96E19002-37A9-6DDC-8B16-60CEA71488AD}"/>
          </ac:grpSpMkLst>
        </pc:grpChg>
        <pc:grpChg chg="add del mod">
          <ac:chgData name="이건희" userId="0a994238-b102-4555-836f-34b53b2f3c57" providerId="ADAL" clId="{8DA326DE-65E5-462E-AEAE-DDC091F63FA0}" dt="2023-11-14T06:22:05.840" v="3071" actId="478"/>
          <ac:grpSpMkLst>
            <pc:docMk/>
            <pc:sldMk cId="1849001665" sldId="348"/>
            <ac:grpSpMk id="190" creationId="{61E55D2A-7043-1D00-FDB3-B2078205FB4D}"/>
          </ac:grpSpMkLst>
        </pc:grpChg>
        <pc:grpChg chg="mod">
          <ac:chgData name="이건희" userId="0a994238-b102-4555-836f-34b53b2f3c57" providerId="ADAL" clId="{8DA326DE-65E5-462E-AEAE-DDC091F63FA0}" dt="2023-11-14T06:20:11.575" v="2892"/>
          <ac:grpSpMkLst>
            <pc:docMk/>
            <pc:sldMk cId="1849001665" sldId="348"/>
            <ac:grpSpMk id="191" creationId="{6D864053-4A76-D823-9DD9-189EEDDD4BE9}"/>
          </ac:grpSpMkLst>
        </pc:grpChg>
        <pc:grpChg chg="mod">
          <ac:chgData name="이건희" userId="0a994238-b102-4555-836f-34b53b2f3c57" providerId="ADAL" clId="{8DA326DE-65E5-462E-AEAE-DDC091F63FA0}" dt="2023-11-14T06:20:11.575" v="2892"/>
          <ac:grpSpMkLst>
            <pc:docMk/>
            <pc:sldMk cId="1849001665" sldId="348"/>
            <ac:grpSpMk id="192" creationId="{3F6DF431-52CE-930B-CA0E-735D0799E1DF}"/>
          </ac:grpSpMkLst>
        </pc:grpChg>
        <pc:grpChg chg="mod">
          <ac:chgData name="이건희" userId="0a994238-b102-4555-836f-34b53b2f3c57" providerId="ADAL" clId="{8DA326DE-65E5-462E-AEAE-DDC091F63FA0}" dt="2023-11-14T06:21:02.219" v="3021" actId="1035"/>
          <ac:grpSpMkLst>
            <pc:docMk/>
            <pc:sldMk cId="1849001665" sldId="348"/>
            <ac:grpSpMk id="253" creationId="{7D8576B3-572B-17AE-15B8-C1615A393ACA}"/>
          </ac:grpSpMkLst>
        </pc:grpChg>
        <pc:picChg chg="add mod ord">
          <ac:chgData name="이건희" userId="0a994238-b102-4555-836f-34b53b2f3c57" providerId="ADAL" clId="{8DA326DE-65E5-462E-AEAE-DDC091F63FA0}" dt="2023-11-14T06:21:02.219" v="3021" actId="1035"/>
          <ac:picMkLst>
            <pc:docMk/>
            <pc:sldMk cId="1849001665" sldId="348"/>
            <ac:picMk id="7" creationId="{6DF4C72F-7BE2-15E6-36B4-4F3E56A98ADB}"/>
          </ac:picMkLst>
        </pc:picChg>
        <pc:picChg chg="add del mod">
          <ac:chgData name="이건희" userId="0a994238-b102-4555-836f-34b53b2f3c57" providerId="ADAL" clId="{8DA326DE-65E5-462E-AEAE-DDC091F63FA0}" dt="2023-11-14T06:20:09.185" v="2891"/>
          <ac:picMkLst>
            <pc:docMk/>
            <pc:sldMk cId="1849001665" sldId="348"/>
            <ac:picMk id="36" creationId="{8EB9AC17-46F1-7922-1547-69E403BC200B}"/>
          </ac:picMkLst>
        </pc:picChg>
        <pc:picChg chg="mod">
          <ac:chgData name="이건희" userId="0a994238-b102-4555-836f-34b53b2f3c57" providerId="ADAL" clId="{8DA326DE-65E5-462E-AEAE-DDC091F63FA0}" dt="2023-11-14T06:20:03.502" v="2890"/>
          <ac:picMkLst>
            <pc:docMk/>
            <pc:sldMk cId="1849001665" sldId="348"/>
            <ac:picMk id="128" creationId="{62187C44-E748-8BCA-8397-F02BECECF7FA}"/>
          </ac:picMkLst>
        </pc:picChg>
        <pc:picChg chg="mod">
          <ac:chgData name="이건희" userId="0a994238-b102-4555-836f-34b53b2f3c57" providerId="ADAL" clId="{8DA326DE-65E5-462E-AEAE-DDC091F63FA0}" dt="2023-11-14T06:20:03.502" v="2890"/>
          <ac:picMkLst>
            <pc:docMk/>
            <pc:sldMk cId="1849001665" sldId="348"/>
            <ac:picMk id="159" creationId="{33DA7FF5-07F6-25AB-538B-13160206AA54}"/>
          </ac:picMkLst>
        </pc:picChg>
        <pc:picChg chg="add del mod">
          <ac:chgData name="이건희" userId="0a994238-b102-4555-836f-34b53b2f3c57" providerId="ADAL" clId="{8DA326DE-65E5-462E-AEAE-DDC091F63FA0}" dt="2023-11-14T06:22:05.840" v="3071" actId="478"/>
          <ac:picMkLst>
            <pc:docMk/>
            <pc:sldMk cId="1849001665" sldId="348"/>
            <ac:picMk id="189" creationId="{F1107176-182E-9EA8-E0CD-F00A6570DA13}"/>
          </ac:picMkLst>
        </pc:picChg>
        <pc:picChg chg="mod">
          <ac:chgData name="이건희" userId="0a994238-b102-4555-836f-34b53b2f3c57" providerId="ADAL" clId="{8DA326DE-65E5-462E-AEAE-DDC091F63FA0}" dt="2023-11-14T06:20:11.575" v="2892"/>
          <ac:picMkLst>
            <pc:docMk/>
            <pc:sldMk cId="1849001665" sldId="348"/>
            <ac:picMk id="196" creationId="{38B438D3-D005-9763-DC6F-4AAFBC81C663}"/>
          </ac:picMkLst>
        </pc:picChg>
        <pc:picChg chg="mod">
          <ac:chgData name="이건희" userId="0a994238-b102-4555-836f-34b53b2f3c57" providerId="ADAL" clId="{8DA326DE-65E5-462E-AEAE-DDC091F63FA0}" dt="2023-11-14T06:20:11.575" v="2892"/>
          <ac:picMkLst>
            <pc:docMk/>
            <pc:sldMk cId="1849001665" sldId="348"/>
            <ac:picMk id="213" creationId="{A35C09A2-AF9C-58DA-1A20-47DA53C2D10D}"/>
          </ac:picMkLst>
        </pc:picChg>
        <pc:picChg chg="del">
          <ac:chgData name="이건희" userId="0a994238-b102-4555-836f-34b53b2f3c57" providerId="ADAL" clId="{8DA326DE-65E5-462E-AEAE-DDC091F63FA0}" dt="2023-11-14T06:21:05.495" v="3022" actId="478"/>
          <ac:picMkLst>
            <pc:docMk/>
            <pc:sldMk cId="1849001665" sldId="348"/>
            <ac:picMk id="257" creationId="{975E5938-813B-922F-5E3B-433877BBD2F0}"/>
          </ac:picMkLst>
        </pc:picChg>
        <pc:cxnChg chg="mod">
          <ac:chgData name="이건희" userId="0a994238-b102-4555-836f-34b53b2f3c57" providerId="ADAL" clId="{8DA326DE-65E5-462E-AEAE-DDC091F63FA0}" dt="2023-11-14T06:21:02.219" v="3021" actId="1035"/>
          <ac:cxnSpMkLst>
            <pc:docMk/>
            <pc:sldMk cId="1849001665" sldId="348"/>
            <ac:cxnSpMk id="6" creationId="{6503EDF0-FD3C-28AA-6939-11AD03D51E23}"/>
          </ac:cxnSpMkLst>
        </pc:cxnChg>
        <pc:cxnChg chg="mod">
          <ac:chgData name="이건희" userId="0a994238-b102-4555-836f-34b53b2f3c57" providerId="ADAL" clId="{8DA326DE-65E5-462E-AEAE-DDC091F63FA0}" dt="2023-11-14T06:21:02.219" v="3021" actId="1035"/>
          <ac:cxnSpMkLst>
            <pc:docMk/>
            <pc:sldMk cId="1849001665" sldId="348"/>
            <ac:cxnSpMk id="9" creationId="{8E17EF3A-3EA8-D7A9-FFF4-E73DFF0A62DE}"/>
          </ac:cxnSpMkLst>
        </pc:cxnChg>
        <pc:cxnChg chg="mod">
          <ac:chgData name="이건희" userId="0a994238-b102-4555-836f-34b53b2f3c57" providerId="ADAL" clId="{8DA326DE-65E5-462E-AEAE-DDC091F63FA0}" dt="2023-11-14T06:20:03.502" v="2890"/>
          <ac:cxnSpMkLst>
            <pc:docMk/>
            <pc:sldMk cId="1849001665" sldId="348"/>
            <ac:cxnSpMk id="60" creationId="{8F681A87-F936-E355-FFA3-8C2908FDAFD5}"/>
          </ac:cxnSpMkLst>
        </pc:cxnChg>
        <pc:cxnChg chg="mod">
          <ac:chgData name="이건희" userId="0a994238-b102-4555-836f-34b53b2f3c57" providerId="ADAL" clId="{8DA326DE-65E5-462E-AEAE-DDC091F63FA0}" dt="2023-11-14T06:20:03.502" v="2890"/>
          <ac:cxnSpMkLst>
            <pc:docMk/>
            <pc:sldMk cId="1849001665" sldId="348"/>
            <ac:cxnSpMk id="161" creationId="{7E0F7BF6-4EA9-961E-2BA4-C8BB9D1D3836}"/>
          </ac:cxnSpMkLst>
        </pc:cxnChg>
        <pc:cxnChg chg="mod">
          <ac:chgData name="이건희" userId="0a994238-b102-4555-836f-34b53b2f3c57" providerId="ADAL" clId="{8DA326DE-65E5-462E-AEAE-DDC091F63FA0}" dt="2023-11-14T06:20:03.502" v="2890"/>
          <ac:cxnSpMkLst>
            <pc:docMk/>
            <pc:sldMk cId="1849001665" sldId="348"/>
            <ac:cxnSpMk id="183" creationId="{6C68173D-B8BE-6101-EDB2-C4C04BC29E4E}"/>
          </ac:cxnSpMkLst>
        </pc:cxnChg>
        <pc:cxnChg chg="mod">
          <ac:chgData name="이건희" userId="0a994238-b102-4555-836f-34b53b2f3c57" providerId="ADAL" clId="{8DA326DE-65E5-462E-AEAE-DDC091F63FA0}" dt="2023-11-14T06:20:11.575" v="2892"/>
          <ac:cxnSpMkLst>
            <pc:docMk/>
            <pc:sldMk cId="1849001665" sldId="348"/>
            <ac:cxnSpMk id="195" creationId="{A0D49A63-D8E0-FC97-A459-17F3CB79A212}"/>
          </ac:cxnSpMkLst>
        </pc:cxnChg>
        <pc:cxnChg chg="mod">
          <ac:chgData name="이건희" userId="0a994238-b102-4555-836f-34b53b2f3c57" providerId="ADAL" clId="{8DA326DE-65E5-462E-AEAE-DDC091F63FA0}" dt="2023-11-14T06:20:11.575" v="2892"/>
          <ac:cxnSpMkLst>
            <pc:docMk/>
            <pc:sldMk cId="1849001665" sldId="348"/>
            <ac:cxnSpMk id="215" creationId="{E10639E9-9232-5AB6-0598-6625FF33C867}"/>
          </ac:cxnSpMkLst>
        </pc:cxnChg>
        <pc:cxnChg chg="mod">
          <ac:chgData name="이건희" userId="0a994238-b102-4555-836f-34b53b2f3c57" providerId="ADAL" clId="{8DA326DE-65E5-462E-AEAE-DDC091F63FA0}" dt="2023-11-14T06:20:11.575" v="2892"/>
          <ac:cxnSpMkLst>
            <pc:docMk/>
            <pc:sldMk cId="1849001665" sldId="348"/>
            <ac:cxnSpMk id="221" creationId="{23D16517-38CA-76E0-92E4-6AA85BA10C3E}"/>
          </ac:cxnSpMkLst>
        </pc:cxnChg>
        <pc:cxnChg chg="add del mod">
          <ac:chgData name="이건희" userId="0a994238-b102-4555-836f-34b53b2f3c57" providerId="ADAL" clId="{8DA326DE-65E5-462E-AEAE-DDC091F63FA0}" dt="2023-11-14T06:37:47.590" v="3558"/>
          <ac:cxnSpMkLst>
            <pc:docMk/>
            <pc:sldMk cId="1849001665" sldId="348"/>
            <ac:cxnSpMk id="226" creationId="{596980EB-F143-6C95-5CB0-23EC4686FC4A}"/>
          </ac:cxnSpMkLst>
        </pc:cxnChg>
        <pc:cxnChg chg="add del mod">
          <ac:chgData name="이건희" userId="0a994238-b102-4555-836f-34b53b2f3c57" providerId="ADAL" clId="{8DA326DE-65E5-462E-AEAE-DDC091F63FA0}" dt="2023-11-14T06:37:47.590" v="3558"/>
          <ac:cxnSpMkLst>
            <pc:docMk/>
            <pc:sldMk cId="1849001665" sldId="348"/>
            <ac:cxnSpMk id="227" creationId="{FBD1C70E-63F9-24BF-B363-3D4BC43BA14D}"/>
          </ac:cxnSpMkLst>
        </pc:cxnChg>
        <pc:cxnChg chg="add del mod">
          <ac:chgData name="이건희" userId="0a994238-b102-4555-836f-34b53b2f3c57" providerId="ADAL" clId="{8DA326DE-65E5-462E-AEAE-DDC091F63FA0}" dt="2023-11-14T06:37:47.590" v="3558"/>
          <ac:cxnSpMkLst>
            <pc:docMk/>
            <pc:sldMk cId="1849001665" sldId="348"/>
            <ac:cxnSpMk id="228" creationId="{AC609072-5C7E-AD52-D171-67B01A4C8B79}"/>
          </ac:cxnSpMkLst>
        </pc:cxnChg>
        <pc:cxnChg chg="add del mod">
          <ac:chgData name="이건희" userId="0a994238-b102-4555-836f-34b53b2f3c57" providerId="ADAL" clId="{8DA326DE-65E5-462E-AEAE-DDC091F63FA0}" dt="2023-11-14T06:37:47.590" v="3558"/>
          <ac:cxnSpMkLst>
            <pc:docMk/>
            <pc:sldMk cId="1849001665" sldId="348"/>
            <ac:cxnSpMk id="229" creationId="{9940AD76-6262-3E26-E8B9-9730A9DD1A42}"/>
          </ac:cxnSpMkLst>
        </pc:cxnChg>
        <pc:cxnChg chg="add mod">
          <ac:chgData name="이건희" userId="0a994238-b102-4555-836f-34b53b2f3c57" providerId="ADAL" clId="{8DA326DE-65E5-462E-AEAE-DDC091F63FA0}" dt="2023-11-14T06:40:20.539" v="3625"/>
          <ac:cxnSpMkLst>
            <pc:docMk/>
            <pc:sldMk cId="1849001665" sldId="348"/>
            <ac:cxnSpMk id="230" creationId="{FF0C6539-C6E5-DC3A-6ADA-B1E5A309DDDE}"/>
          </ac:cxnSpMkLst>
        </pc:cxnChg>
        <pc:cxnChg chg="add mod">
          <ac:chgData name="이건희" userId="0a994238-b102-4555-836f-34b53b2f3c57" providerId="ADAL" clId="{8DA326DE-65E5-462E-AEAE-DDC091F63FA0}" dt="2023-11-14T06:40:20.539" v="3625"/>
          <ac:cxnSpMkLst>
            <pc:docMk/>
            <pc:sldMk cId="1849001665" sldId="348"/>
            <ac:cxnSpMk id="231" creationId="{2CAFAFC4-DA64-0103-1BDD-B544D7E52D6E}"/>
          </ac:cxnSpMkLst>
        </pc:cxnChg>
        <pc:cxnChg chg="add mod">
          <ac:chgData name="이건희" userId="0a994238-b102-4555-836f-34b53b2f3c57" providerId="ADAL" clId="{8DA326DE-65E5-462E-AEAE-DDC091F63FA0}" dt="2023-11-14T06:40:20.539" v="3625"/>
          <ac:cxnSpMkLst>
            <pc:docMk/>
            <pc:sldMk cId="1849001665" sldId="348"/>
            <ac:cxnSpMk id="232" creationId="{310C07B6-6B84-E43B-92A8-3998B74E6921}"/>
          </ac:cxnSpMkLst>
        </pc:cxnChg>
        <pc:cxnChg chg="add mod">
          <ac:chgData name="이건희" userId="0a994238-b102-4555-836f-34b53b2f3c57" providerId="ADAL" clId="{8DA326DE-65E5-462E-AEAE-DDC091F63FA0}" dt="2023-11-14T06:40:20.539" v="3625"/>
          <ac:cxnSpMkLst>
            <pc:docMk/>
            <pc:sldMk cId="1849001665" sldId="348"/>
            <ac:cxnSpMk id="233" creationId="{D7E225CE-8421-E39B-4A2E-A1A3925B5C33}"/>
          </ac:cxnSpMkLst>
        </pc:cxnChg>
        <pc:cxnChg chg="add mod">
          <ac:chgData name="이건희" userId="0a994238-b102-4555-836f-34b53b2f3c57" providerId="ADAL" clId="{8DA326DE-65E5-462E-AEAE-DDC091F63FA0}" dt="2023-11-14T06:40:20.539" v="3625"/>
          <ac:cxnSpMkLst>
            <pc:docMk/>
            <pc:sldMk cId="1849001665" sldId="348"/>
            <ac:cxnSpMk id="234" creationId="{8719906C-897C-9819-F747-3323C6BE6E8C}"/>
          </ac:cxnSpMkLst>
        </pc:cxnChg>
        <pc:cxnChg chg="add mod">
          <ac:chgData name="이건희" userId="0a994238-b102-4555-836f-34b53b2f3c57" providerId="ADAL" clId="{8DA326DE-65E5-462E-AEAE-DDC091F63FA0}" dt="2023-11-14T06:40:20.539" v="3625"/>
          <ac:cxnSpMkLst>
            <pc:docMk/>
            <pc:sldMk cId="1849001665" sldId="348"/>
            <ac:cxnSpMk id="235" creationId="{E69D84EE-1D5A-D5EC-5B27-62AE0EB4CD80}"/>
          </ac:cxnSpMkLst>
        </pc:cxnChg>
      </pc:sldChg>
      <pc:sldChg chg="addSp delSp modSp add del mod">
        <pc:chgData name="이건희" userId="0a994238-b102-4555-836f-34b53b2f3c57" providerId="ADAL" clId="{8DA326DE-65E5-462E-AEAE-DDC091F63FA0}" dt="2023-11-14T06:39:01.208" v="3582" actId="47"/>
        <pc:sldMkLst>
          <pc:docMk/>
          <pc:sldMk cId="3618009055" sldId="349"/>
        </pc:sldMkLst>
        <pc:spChg chg="del">
          <ac:chgData name="이건희" userId="0a994238-b102-4555-836f-34b53b2f3c57" providerId="ADAL" clId="{8DA326DE-65E5-462E-AEAE-DDC091F63FA0}" dt="2023-11-14T06:22:22.799" v="3075" actId="478"/>
          <ac:spMkLst>
            <pc:docMk/>
            <pc:sldMk cId="3618009055" sldId="349"/>
            <ac:spMk id="10" creationId="{E73E546A-9DB4-1442-1B12-A0CD13FB38EF}"/>
          </ac:spMkLst>
        </pc:spChg>
        <pc:spChg chg="add del">
          <ac:chgData name="이건희" userId="0a994238-b102-4555-836f-34b53b2f3c57" providerId="ADAL" clId="{8DA326DE-65E5-462E-AEAE-DDC091F63FA0}" dt="2023-11-14T06:22:13.607" v="3074" actId="478"/>
          <ac:spMkLst>
            <pc:docMk/>
            <pc:sldMk cId="3618009055" sldId="349"/>
            <ac:spMk id="11" creationId="{35DE44EE-D522-394C-6354-054B22F8785A}"/>
          </ac:spMkLst>
        </pc:spChg>
        <pc:spChg chg="add del mod">
          <ac:chgData name="이건희" userId="0a994238-b102-4555-836f-34b53b2f3c57" providerId="ADAL" clId="{8DA326DE-65E5-462E-AEAE-DDC091F63FA0}" dt="2023-11-14T06:30:46.127" v="3350" actId="478"/>
          <ac:spMkLst>
            <pc:docMk/>
            <pc:sldMk cId="3618009055" sldId="349"/>
            <ac:spMk id="13" creationId="{F17340EE-0DD9-5F44-F82B-E129D4A4AF5C}"/>
          </ac:spMkLst>
        </pc:spChg>
        <pc:spChg chg="add mod">
          <ac:chgData name="이건희" userId="0a994238-b102-4555-836f-34b53b2f3c57" providerId="ADAL" clId="{8DA326DE-65E5-462E-AEAE-DDC091F63FA0}" dt="2023-11-14T06:30:44.205" v="3349"/>
          <ac:spMkLst>
            <pc:docMk/>
            <pc:sldMk cId="3618009055" sldId="349"/>
            <ac:spMk id="15" creationId="{6C17F847-CE9D-C7AC-6F73-96EF4B954E09}"/>
          </ac:spMkLst>
        </pc:spChg>
        <pc:cxnChg chg="add del mod">
          <ac:chgData name="이건희" userId="0a994238-b102-4555-836f-34b53b2f3c57" providerId="ADAL" clId="{8DA326DE-65E5-462E-AEAE-DDC091F63FA0}" dt="2023-11-14T06:37:52.367" v="3559"/>
          <ac:cxnSpMkLst>
            <pc:docMk/>
            <pc:sldMk cId="3618009055" sldId="349"/>
            <ac:cxnSpMk id="18" creationId="{D30D2086-7FB3-A501-F46B-67C73F2FAB8B}"/>
          </ac:cxnSpMkLst>
        </pc:cxnChg>
        <pc:cxnChg chg="add del mod">
          <ac:chgData name="이건희" userId="0a994238-b102-4555-836f-34b53b2f3c57" providerId="ADAL" clId="{8DA326DE-65E5-462E-AEAE-DDC091F63FA0}" dt="2023-11-14T06:37:52.367" v="3559"/>
          <ac:cxnSpMkLst>
            <pc:docMk/>
            <pc:sldMk cId="3618009055" sldId="349"/>
            <ac:cxnSpMk id="19" creationId="{5066EE4A-D066-ABFD-3A41-821D8B49A662}"/>
          </ac:cxnSpMkLst>
        </pc:cxnChg>
        <pc:cxnChg chg="add del mod">
          <ac:chgData name="이건희" userId="0a994238-b102-4555-836f-34b53b2f3c57" providerId="ADAL" clId="{8DA326DE-65E5-462E-AEAE-DDC091F63FA0}" dt="2023-11-14T06:37:52.367" v="3559"/>
          <ac:cxnSpMkLst>
            <pc:docMk/>
            <pc:sldMk cId="3618009055" sldId="349"/>
            <ac:cxnSpMk id="23" creationId="{8317309F-D903-9D52-4813-B02FA5F8F1F7}"/>
          </ac:cxnSpMkLst>
        </pc:cxnChg>
        <pc:cxnChg chg="add del mod">
          <ac:chgData name="이건희" userId="0a994238-b102-4555-836f-34b53b2f3c57" providerId="ADAL" clId="{8DA326DE-65E5-462E-AEAE-DDC091F63FA0}" dt="2023-11-14T06:37:52.367" v="3559"/>
          <ac:cxnSpMkLst>
            <pc:docMk/>
            <pc:sldMk cId="3618009055" sldId="349"/>
            <ac:cxnSpMk id="36" creationId="{DC762912-C3FE-2E80-3597-ADB3F9EA9892}"/>
          </ac:cxnSpMkLst>
        </pc:cxnChg>
      </pc:sldChg>
      <pc:sldChg chg="addSp delSp modSp add del">
        <pc:chgData name="이건희" userId="0a994238-b102-4555-836f-34b53b2f3c57" providerId="ADAL" clId="{8DA326DE-65E5-462E-AEAE-DDC091F63FA0}" dt="2023-11-14T06:20:01.782" v="2889" actId="47"/>
        <pc:sldMkLst>
          <pc:docMk/>
          <pc:sldMk cId="4007255589" sldId="349"/>
        </pc:sldMkLst>
        <pc:spChg chg="add del mod">
          <ac:chgData name="이건희" userId="0a994238-b102-4555-836f-34b53b2f3c57" providerId="ADAL" clId="{8DA326DE-65E5-462E-AEAE-DDC091F63FA0}" dt="2023-11-14T06:19:44.968" v="2885"/>
          <ac:spMkLst>
            <pc:docMk/>
            <pc:sldMk cId="4007255589" sldId="349"/>
            <ac:spMk id="7" creationId="{3AA6905D-5A29-C18E-EA73-DFE039ABF620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37" creationId="{E76F5D7B-B9A9-B6B5-5F50-AB91CD083E4B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38" creationId="{475C74A8-585C-02BF-84CE-D069865E1975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33" creationId="{2E872F31-0411-B421-CF15-2B1E003B75BF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34" creationId="{D38CA04F-DB1B-47F7-EDBF-D97327E58FD2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35" creationId="{F356636C-BDDB-5D6B-AB0E-7D2EA1330849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36" creationId="{C2E7B6DA-DF3F-EC41-5242-895D4248FF2A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37" creationId="{78EA77EC-386C-0EAE-F529-7A8118FF7F5E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38" creationId="{B3C7F6D7-ACF8-0D84-7398-181E1C5695F1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43" creationId="{A95B991E-C237-8364-E57A-1516E47EA50D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44" creationId="{1528073C-BD94-760A-8773-C0F7E66FC560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45" creationId="{8C86EECC-A93F-CCB4-5A11-8076BF0A952E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47" creationId="{9A1007A8-F132-F774-96FD-A4E8BE292A59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56" creationId="{8316940D-A3A0-5D4B-1182-753E748278EC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57" creationId="{8C42DD54-98F3-9CBE-0A13-0E295CE7B67E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58" creationId="{FCE6EB42-ECCA-3B8A-4F7B-E093AFA48180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59" creationId="{09A9058E-8947-920A-5E7C-DF1409733D6D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61" creationId="{482D3A94-2294-3C0A-9D20-DA21DE95F8E8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179" creationId="{B6D52F25-8697-7DD2-4145-E5B96C140780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211" creationId="{A8394B2E-E6A8-952D-9EB9-BE51BAA0EEE9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212" creationId="{DEB25FAE-B922-44FD-8D66-1864E4AD9EC9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213" creationId="{DF82A357-23F6-DEDE-5268-302660CE9EC2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214" creationId="{7A530A3E-AA05-DBCE-509F-9D95758556FF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216" creationId="{13483B60-14DD-24DE-E0AE-73A0678C06A1}"/>
          </ac:spMkLst>
        </pc:spChg>
        <pc:spChg chg="mod">
          <ac:chgData name="이건희" userId="0a994238-b102-4555-836f-34b53b2f3c57" providerId="ADAL" clId="{8DA326DE-65E5-462E-AEAE-DDC091F63FA0}" dt="2023-11-14T06:19:35.551" v="2884"/>
          <ac:spMkLst>
            <pc:docMk/>
            <pc:sldMk cId="4007255589" sldId="349"/>
            <ac:spMk id="217" creationId="{8A588156-916D-B6DE-D3FC-F188759DFE12}"/>
          </ac:spMkLst>
        </pc:spChg>
        <pc:spChg chg="add del mod">
          <ac:chgData name="이건희" userId="0a994238-b102-4555-836f-34b53b2f3c57" providerId="ADAL" clId="{8DA326DE-65E5-462E-AEAE-DDC091F63FA0}" dt="2023-11-14T06:19:44.968" v="2885"/>
          <ac:spMkLst>
            <pc:docMk/>
            <pc:sldMk cId="4007255589" sldId="349"/>
            <ac:spMk id="218" creationId="{45253A35-CC87-410D-5804-95E74C6E760B}"/>
          </ac:spMkLst>
        </pc:spChg>
        <pc:spChg chg="add del mod">
          <ac:chgData name="이건희" userId="0a994238-b102-4555-836f-34b53b2f3c57" providerId="ADAL" clId="{8DA326DE-65E5-462E-AEAE-DDC091F63FA0}" dt="2023-11-14T06:19:44.968" v="2885"/>
          <ac:spMkLst>
            <pc:docMk/>
            <pc:sldMk cId="4007255589" sldId="349"/>
            <ac:spMk id="219" creationId="{3F28E0F5-33C9-842F-6AC8-27399E344A1B}"/>
          </ac:spMkLst>
        </pc:spChg>
        <pc:grpChg chg="add del mod">
          <ac:chgData name="이건희" userId="0a994238-b102-4555-836f-34b53b2f3c57" providerId="ADAL" clId="{8DA326DE-65E5-462E-AEAE-DDC091F63FA0}" dt="2023-11-14T06:19:44.968" v="2885"/>
          <ac:grpSpMkLst>
            <pc:docMk/>
            <pc:sldMk cId="4007255589" sldId="349"/>
            <ac:grpSpMk id="11" creationId="{75D683B8-1A2E-B713-72D6-A0C096BBBB1A}"/>
          </ac:grpSpMkLst>
        </pc:grpChg>
        <pc:grpChg chg="mod">
          <ac:chgData name="이건희" userId="0a994238-b102-4555-836f-34b53b2f3c57" providerId="ADAL" clId="{8DA326DE-65E5-462E-AEAE-DDC091F63FA0}" dt="2023-11-14T06:19:35.551" v="2884"/>
          <ac:grpSpMkLst>
            <pc:docMk/>
            <pc:sldMk cId="4007255589" sldId="349"/>
            <ac:grpSpMk id="19" creationId="{BCC7499C-5E91-0713-8E58-0B3C0E57EE6B}"/>
          </ac:grpSpMkLst>
        </pc:grpChg>
        <pc:grpChg chg="mod">
          <ac:chgData name="이건희" userId="0a994238-b102-4555-836f-34b53b2f3c57" providerId="ADAL" clId="{8DA326DE-65E5-462E-AEAE-DDC091F63FA0}" dt="2023-11-14T06:19:35.551" v="2884"/>
          <ac:grpSpMkLst>
            <pc:docMk/>
            <pc:sldMk cId="4007255589" sldId="349"/>
            <ac:grpSpMk id="36" creationId="{DE885433-E7B3-C6C4-218C-4AF8420F29C6}"/>
          </ac:grpSpMkLst>
        </pc:grpChg>
        <pc:picChg chg="add del mod">
          <ac:chgData name="이건희" userId="0a994238-b102-4555-836f-34b53b2f3c57" providerId="ADAL" clId="{8DA326DE-65E5-462E-AEAE-DDC091F63FA0}" dt="2023-11-14T06:19:44.968" v="2885"/>
          <ac:picMkLst>
            <pc:docMk/>
            <pc:sldMk cId="4007255589" sldId="349"/>
            <ac:picMk id="10" creationId="{1F71F5D3-D7F7-81F8-BF7A-D8D5475F52DF}"/>
          </ac:picMkLst>
        </pc:picChg>
        <pc:picChg chg="mod">
          <ac:chgData name="이건희" userId="0a994238-b102-4555-836f-34b53b2f3c57" providerId="ADAL" clId="{8DA326DE-65E5-462E-AEAE-DDC091F63FA0}" dt="2023-11-14T06:19:35.551" v="2884"/>
          <ac:picMkLst>
            <pc:docMk/>
            <pc:sldMk cId="4007255589" sldId="349"/>
            <ac:picMk id="43" creationId="{5589E5C3-75C0-6686-4C8C-CA797513894C}"/>
          </ac:picMkLst>
        </pc:picChg>
        <pc:picChg chg="mod">
          <ac:chgData name="이건희" userId="0a994238-b102-4555-836f-34b53b2f3c57" providerId="ADAL" clId="{8DA326DE-65E5-462E-AEAE-DDC091F63FA0}" dt="2023-11-14T06:19:35.551" v="2884"/>
          <ac:picMkLst>
            <pc:docMk/>
            <pc:sldMk cId="4007255589" sldId="349"/>
            <ac:picMk id="160" creationId="{C4AEEABC-97BE-8030-C055-6120F8C10B01}"/>
          </ac:picMkLst>
        </pc:picChg>
        <pc:cxnChg chg="mod">
          <ac:chgData name="이건희" userId="0a994238-b102-4555-836f-34b53b2f3c57" providerId="ADAL" clId="{8DA326DE-65E5-462E-AEAE-DDC091F63FA0}" dt="2023-11-14T06:19:35.551" v="2884"/>
          <ac:cxnSpMkLst>
            <pc:docMk/>
            <pc:sldMk cId="4007255589" sldId="349"/>
            <ac:cxnSpMk id="42" creationId="{B50055DE-2DF3-D4CA-10F3-32D93506CC3B}"/>
          </ac:cxnSpMkLst>
        </pc:cxnChg>
        <pc:cxnChg chg="mod">
          <ac:chgData name="이건희" userId="0a994238-b102-4555-836f-34b53b2f3c57" providerId="ADAL" clId="{8DA326DE-65E5-462E-AEAE-DDC091F63FA0}" dt="2023-11-14T06:19:35.551" v="2884"/>
          <ac:cxnSpMkLst>
            <pc:docMk/>
            <pc:sldMk cId="4007255589" sldId="349"/>
            <ac:cxnSpMk id="165" creationId="{75E64229-F20C-32F6-0797-564A9D4430D9}"/>
          </ac:cxnSpMkLst>
        </pc:cxnChg>
        <pc:cxnChg chg="mod">
          <ac:chgData name="이건희" userId="0a994238-b102-4555-836f-34b53b2f3c57" providerId="ADAL" clId="{8DA326DE-65E5-462E-AEAE-DDC091F63FA0}" dt="2023-11-14T06:19:35.551" v="2884"/>
          <ac:cxnSpMkLst>
            <pc:docMk/>
            <pc:sldMk cId="4007255589" sldId="349"/>
            <ac:cxnSpMk id="215" creationId="{E0242555-8D06-D2F7-5B67-61CDA049697F}"/>
          </ac:cxnSpMkLst>
        </pc:cxnChg>
      </pc:sldChg>
      <pc:sldChg chg="addSp delSp modSp add mod">
        <pc:chgData name="이건희" userId="0a994238-b102-4555-836f-34b53b2f3c57" providerId="ADAL" clId="{8DA326DE-65E5-462E-AEAE-DDC091F63FA0}" dt="2023-11-16T01:00:19.196" v="8331"/>
        <pc:sldMkLst>
          <pc:docMk/>
          <pc:sldMk cId="1918312885" sldId="350"/>
        </pc:sldMkLst>
        <pc:spChg chg="mod">
          <ac:chgData name="이건희" userId="0a994238-b102-4555-836f-34b53b2f3c57" providerId="ADAL" clId="{8DA326DE-65E5-462E-AEAE-DDC091F63FA0}" dt="2023-11-14T06:44:30.756" v="3682"/>
          <ac:spMkLst>
            <pc:docMk/>
            <pc:sldMk cId="1918312885" sldId="350"/>
            <ac:spMk id="5" creationId="{FD50C6D4-F10E-AF39-EF35-0F8DFABB51F9}"/>
          </ac:spMkLst>
        </pc:spChg>
        <pc:spChg chg="add mod">
          <ac:chgData name="이건희" userId="0a994238-b102-4555-836f-34b53b2f3c57" providerId="ADAL" clId="{8DA326DE-65E5-462E-AEAE-DDC091F63FA0}" dt="2023-11-16T01:00:19.196" v="8331"/>
          <ac:spMkLst>
            <pc:docMk/>
            <pc:sldMk cId="1918312885" sldId="350"/>
            <ac:spMk id="7" creationId="{E933ABF3-6AC8-AD90-165F-BD4F27C188F7}"/>
          </ac:spMkLst>
        </pc:spChg>
        <pc:spChg chg="del">
          <ac:chgData name="이건희" userId="0a994238-b102-4555-836f-34b53b2f3c57" providerId="ADAL" clId="{8DA326DE-65E5-462E-AEAE-DDC091F63FA0}" dt="2023-11-16T01:00:18.983" v="8330" actId="478"/>
          <ac:spMkLst>
            <pc:docMk/>
            <pc:sldMk cId="1918312885" sldId="350"/>
            <ac:spMk id="8" creationId="{EC3E5FF0-D4F8-8328-82EF-1B3195DE4911}"/>
          </ac:spMkLst>
        </pc:spChg>
        <pc:spChg chg="del">
          <ac:chgData name="이건희" userId="0a994238-b102-4555-836f-34b53b2f3c57" providerId="ADAL" clId="{8DA326DE-65E5-462E-AEAE-DDC091F63FA0}" dt="2023-11-14T06:22:50.800" v="3079" actId="478"/>
          <ac:spMkLst>
            <pc:docMk/>
            <pc:sldMk cId="1918312885" sldId="350"/>
            <ac:spMk id="10" creationId="{E73E546A-9DB4-1442-1B12-A0CD13FB38EF}"/>
          </ac:spMkLst>
        </pc:spChg>
        <pc:spChg chg="del">
          <ac:chgData name="이건희" userId="0a994238-b102-4555-836f-34b53b2f3c57" providerId="ADAL" clId="{8DA326DE-65E5-462E-AEAE-DDC091F63FA0}" dt="2023-11-14T06:22:51.623" v="3080" actId="478"/>
          <ac:spMkLst>
            <pc:docMk/>
            <pc:sldMk cId="1918312885" sldId="350"/>
            <ac:spMk id="11" creationId="{35DE44EE-D522-394C-6354-054B22F8785A}"/>
          </ac:spMkLst>
        </pc:spChg>
        <pc:spChg chg="add mod">
          <ac:chgData name="이건희" userId="0a994238-b102-4555-836f-34b53b2f3c57" providerId="ADAL" clId="{8DA326DE-65E5-462E-AEAE-DDC091F63FA0}" dt="2023-11-14T06:40:30.217" v="3628" actId="14100"/>
          <ac:spMkLst>
            <pc:docMk/>
            <pc:sldMk cId="1918312885" sldId="350"/>
            <ac:spMk id="13" creationId="{2038D3D1-EEDB-41C5-1F96-270F4151E3D3}"/>
          </ac:spMkLst>
        </pc:spChg>
        <pc:spChg chg="add mod">
          <ac:chgData name="이건희" userId="0a994238-b102-4555-836f-34b53b2f3c57" providerId="ADAL" clId="{8DA326DE-65E5-462E-AEAE-DDC091F63FA0}" dt="2023-11-14T06:23:11.680" v="3129" actId="1038"/>
          <ac:spMkLst>
            <pc:docMk/>
            <pc:sldMk cId="1918312885" sldId="350"/>
            <ac:spMk id="15" creationId="{B9B25E4D-694C-49DC-3751-3C4FBDEEC9B8}"/>
          </ac:spMkLst>
        </pc:spChg>
        <pc:spChg chg="del">
          <ac:chgData name="이건희" userId="0a994238-b102-4555-836f-34b53b2f3c57" providerId="ADAL" clId="{8DA326DE-65E5-462E-AEAE-DDC091F63FA0}" dt="2023-11-14T06:22:52.476" v="3081" actId="478"/>
          <ac:spMkLst>
            <pc:docMk/>
            <pc:sldMk cId="1918312885" sldId="350"/>
            <ac:spMk id="16" creationId="{95F6C437-8B61-2EA7-46E6-7C832E746EE3}"/>
          </ac:spMkLst>
        </pc:spChg>
        <pc:spChg chg="del">
          <ac:chgData name="이건희" userId="0a994238-b102-4555-836f-34b53b2f3c57" providerId="ADAL" clId="{8DA326DE-65E5-462E-AEAE-DDC091F63FA0}" dt="2023-11-14T06:22:53.783" v="3082" actId="478"/>
          <ac:spMkLst>
            <pc:docMk/>
            <pc:sldMk cId="1918312885" sldId="350"/>
            <ac:spMk id="17" creationId="{3D0F0E60-4068-6EBA-16B9-14E91BE9992A}"/>
          </ac:spMkLst>
        </pc:spChg>
        <pc:spChg chg="mod">
          <ac:chgData name="이건희" userId="0a994238-b102-4555-836f-34b53b2f3c57" providerId="ADAL" clId="{8DA326DE-65E5-462E-AEAE-DDC091F63FA0}" dt="2023-11-14T06:24:14.979" v="3231" actId="14100"/>
          <ac:spMkLst>
            <pc:docMk/>
            <pc:sldMk cId="1918312885" sldId="350"/>
            <ac:spMk id="32" creationId="{F7D2874A-6799-45F0-CFC2-548561D30690}"/>
          </ac:spMkLst>
        </pc:spChg>
        <pc:picChg chg="del">
          <ac:chgData name="이건희" userId="0a994238-b102-4555-836f-34b53b2f3c57" providerId="ADAL" clId="{8DA326DE-65E5-462E-AEAE-DDC091F63FA0}" dt="2023-11-14T06:22:54.671" v="3083" actId="478"/>
          <ac:picMkLst>
            <pc:docMk/>
            <pc:sldMk cId="1918312885" sldId="350"/>
            <ac:picMk id="7" creationId="{6DF4C72F-7BE2-15E6-36B4-4F3E56A98ADB}"/>
          </ac:picMkLst>
        </pc:picChg>
        <pc:picChg chg="del">
          <ac:chgData name="이건희" userId="0a994238-b102-4555-836f-34b53b2f3c57" providerId="ADAL" clId="{8DA326DE-65E5-462E-AEAE-DDC091F63FA0}" dt="2023-11-14T06:40:25.485" v="3627" actId="478"/>
          <ac:picMkLst>
            <pc:docMk/>
            <pc:sldMk cId="1918312885" sldId="350"/>
            <ac:picMk id="259" creationId="{11B3A1FA-0DBC-17F4-B4A8-04485CAE46AB}"/>
          </ac:picMkLst>
        </pc:picChg>
        <pc:cxnChg chg="add del mod">
          <ac:chgData name="이건희" userId="0a994238-b102-4555-836f-34b53b2f3c57" providerId="ADAL" clId="{8DA326DE-65E5-462E-AEAE-DDC091F63FA0}" dt="2023-11-14T06:40:25.485" v="3627" actId="478"/>
          <ac:cxnSpMkLst>
            <pc:docMk/>
            <pc:sldMk cId="1918312885" sldId="350"/>
            <ac:cxnSpMk id="18" creationId="{7D7C7D1F-D354-82F2-60BA-C5F40D159093}"/>
          </ac:cxnSpMkLst>
        </pc:cxnChg>
        <pc:cxnChg chg="add del mod">
          <ac:chgData name="이건희" userId="0a994238-b102-4555-836f-34b53b2f3c57" providerId="ADAL" clId="{8DA326DE-65E5-462E-AEAE-DDC091F63FA0}" dt="2023-11-14T06:40:25.485" v="3627" actId="478"/>
          <ac:cxnSpMkLst>
            <pc:docMk/>
            <pc:sldMk cId="1918312885" sldId="350"/>
            <ac:cxnSpMk id="19" creationId="{1C9736A3-0684-3F7C-1DD4-B9BB661B800B}"/>
          </ac:cxnSpMkLst>
        </pc:cxnChg>
        <pc:cxnChg chg="add mod">
          <ac:chgData name="이건희" userId="0a994238-b102-4555-836f-34b53b2f3c57" providerId="ADAL" clId="{8DA326DE-65E5-462E-AEAE-DDC091F63FA0}" dt="2023-11-14T06:40:23.498" v="3626"/>
          <ac:cxnSpMkLst>
            <pc:docMk/>
            <pc:sldMk cId="1918312885" sldId="350"/>
            <ac:cxnSpMk id="23" creationId="{C557A393-6F45-5C5F-10AB-4917D620921E}"/>
          </ac:cxnSpMkLst>
        </pc:cxnChg>
        <pc:cxnChg chg="add mod">
          <ac:chgData name="이건희" userId="0a994238-b102-4555-836f-34b53b2f3c57" providerId="ADAL" clId="{8DA326DE-65E5-462E-AEAE-DDC091F63FA0}" dt="2023-11-14T06:40:23.498" v="3626"/>
          <ac:cxnSpMkLst>
            <pc:docMk/>
            <pc:sldMk cId="1918312885" sldId="350"/>
            <ac:cxnSpMk id="36" creationId="{8CC9A2A5-A524-8034-026A-E2C56DE9CC68}"/>
          </ac:cxnSpMkLst>
        </pc:cxnChg>
        <pc:cxnChg chg="add mod">
          <ac:chgData name="이건희" userId="0a994238-b102-4555-836f-34b53b2f3c57" providerId="ADAL" clId="{8DA326DE-65E5-462E-AEAE-DDC091F63FA0}" dt="2023-11-14T06:40:23.498" v="3626"/>
          <ac:cxnSpMkLst>
            <pc:docMk/>
            <pc:sldMk cId="1918312885" sldId="350"/>
            <ac:cxnSpMk id="37" creationId="{0298CB77-26F5-B83F-F9DF-5A9935F716DE}"/>
          </ac:cxnSpMkLst>
        </pc:cxnChg>
        <pc:cxnChg chg="add mod">
          <ac:chgData name="이건희" userId="0a994238-b102-4555-836f-34b53b2f3c57" providerId="ADAL" clId="{8DA326DE-65E5-462E-AEAE-DDC091F63FA0}" dt="2023-11-14T06:40:23.498" v="3626"/>
          <ac:cxnSpMkLst>
            <pc:docMk/>
            <pc:sldMk cId="1918312885" sldId="350"/>
            <ac:cxnSpMk id="38" creationId="{B99957D1-C04F-09D6-95CB-A87BA93F4870}"/>
          </ac:cxnSpMkLst>
        </pc:cxnChg>
      </pc:sldChg>
      <pc:sldChg chg="addSp delSp modSp add mod">
        <pc:chgData name="이건희" userId="0a994238-b102-4555-836f-34b53b2f3c57" providerId="ADAL" clId="{8DA326DE-65E5-462E-AEAE-DDC091F63FA0}" dt="2023-11-16T01:00:15.252" v="8329"/>
        <pc:sldMkLst>
          <pc:docMk/>
          <pc:sldMk cId="671119325" sldId="351"/>
        </pc:sldMkLst>
        <pc:spChg chg="mod">
          <ac:chgData name="이건희" userId="0a994238-b102-4555-836f-34b53b2f3c57" providerId="ADAL" clId="{8DA326DE-65E5-462E-AEAE-DDC091F63FA0}" dt="2023-11-14T06:44:28.652" v="3681"/>
          <ac:spMkLst>
            <pc:docMk/>
            <pc:sldMk cId="671119325" sldId="351"/>
            <ac:spMk id="5" creationId="{FD50C6D4-F10E-AF39-EF35-0F8DFABB51F9}"/>
          </ac:spMkLst>
        </pc:spChg>
        <pc:spChg chg="add mod">
          <ac:chgData name="이건희" userId="0a994238-b102-4555-836f-34b53b2f3c57" providerId="ADAL" clId="{8DA326DE-65E5-462E-AEAE-DDC091F63FA0}" dt="2023-11-14T06:23:40.383" v="3178" actId="1036"/>
          <ac:spMkLst>
            <pc:docMk/>
            <pc:sldMk cId="671119325" sldId="351"/>
            <ac:spMk id="7" creationId="{6D867E2C-C231-7AD0-8DF8-FDA3F4A3B189}"/>
          </ac:spMkLst>
        </pc:spChg>
        <pc:spChg chg="del">
          <ac:chgData name="이건희" userId="0a994238-b102-4555-836f-34b53b2f3c57" providerId="ADAL" clId="{8DA326DE-65E5-462E-AEAE-DDC091F63FA0}" dt="2023-11-16T01:00:15.096" v="8328" actId="478"/>
          <ac:spMkLst>
            <pc:docMk/>
            <pc:sldMk cId="671119325" sldId="351"/>
            <ac:spMk id="8" creationId="{EC3E5FF0-D4F8-8328-82EF-1B3195DE4911}"/>
          </ac:spMkLst>
        </pc:spChg>
        <pc:spChg chg="add mod">
          <ac:chgData name="이건희" userId="0a994238-b102-4555-836f-34b53b2f3c57" providerId="ADAL" clId="{8DA326DE-65E5-462E-AEAE-DDC091F63FA0}" dt="2023-11-14T06:23:40.383" v="3178" actId="1036"/>
          <ac:spMkLst>
            <pc:docMk/>
            <pc:sldMk cId="671119325" sldId="351"/>
            <ac:spMk id="10" creationId="{5FFFCD8A-65E8-B6CE-5EED-65BE6DE83DAE}"/>
          </ac:spMkLst>
        </pc:spChg>
        <pc:spChg chg="add mod">
          <ac:chgData name="이건희" userId="0a994238-b102-4555-836f-34b53b2f3c57" providerId="ADAL" clId="{8DA326DE-65E5-462E-AEAE-DDC091F63FA0}" dt="2023-11-16T01:00:15.252" v="8329"/>
          <ac:spMkLst>
            <pc:docMk/>
            <pc:sldMk cId="671119325" sldId="351"/>
            <ac:spMk id="11" creationId="{B78208DC-4123-0000-1171-E97090962D6B}"/>
          </ac:spMkLst>
        </pc:spChg>
        <pc:spChg chg="del">
          <ac:chgData name="이건희" userId="0a994238-b102-4555-836f-34b53b2f3c57" providerId="ADAL" clId="{8DA326DE-65E5-462E-AEAE-DDC091F63FA0}" dt="2023-11-14T06:23:52.350" v="3186" actId="478"/>
          <ac:spMkLst>
            <pc:docMk/>
            <pc:sldMk cId="671119325" sldId="351"/>
            <ac:spMk id="12" creationId="{5E21255B-2D9C-820E-92C3-3C2E5293F1D7}"/>
          </ac:spMkLst>
        </pc:spChg>
        <pc:spChg chg="del">
          <ac:chgData name="이건희" userId="0a994238-b102-4555-836f-34b53b2f3c57" providerId="ADAL" clId="{8DA326DE-65E5-462E-AEAE-DDC091F63FA0}" dt="2023-11-14T06:23:27.031" v="3133" actId="478"/>
          <ac:spMkLst>
            <pc:docMk/>
            <pc:sldMk cId="671119325" sldId="351"/>
            <ac:spMk id="13" creationId="{2038D3D1-EEDB-41C5-1F96-270F4151E3D3}"/>
          </ac:spMkLst>
        </pc:spChg>
        <pc:spChg chg="del">
          <ac:chgData name="이건희" userId="0a994238-b102-4555-836f-34b53b2f3c57" providerId="ADAL" clId="{8DA326DE-65E5-462E-AEAE-DDC091F63FA0}" dt="2023-11-14T06:23:25.592" v="3132" actId="478"/>
          <ac:spMkLst>
            <pc:docMk/>
            <pc:sldMk cId="671119325" sldId="351"/>
            <ac:spMk id="15" creationId="{B9B25E4D-694C-49DC-3751-3C4FBDEEC9B8}"/>
          </ac:spMkLst>
        </pc:spChg>
        <pc:spChg chg="mod">
          <ac:chgData name="이건희" userId="0a994238-b102-4555-836f-34b53b2f3c57" providerId="ADAL" clId="{8DA326DE-65E5-462E-AEAE-DDC091F63FA0}" dt="2023-11-14T06:23:59.224" v="3218" actId="14100"/>
          <ac:spMkLst>
            <pc:docMk/>
            <pc:sldMk cId="671119325" sldId="351"/>
            <ac:spMk id="32" creationId="{F7D2874A-6799-45F0-CFC2-548561D30690}"/>
          </ac:spMkLst>
        </pc:spChg>
        <pc:spChg chg="del">
          <ac:chgData name="이건희" userId="0a994238-b102-4555-836f-34b53b2f3c57" providerId="ADAL" clId="{8DA326DE-65E5-462E-AEAE-DDC091F63FA0}" dt="2023-11-14T06:23:48.958" v="3183" actId="478"/>
          <ac:spMkLst>
            <pc:docMk/>
            <pc:sldMk cId="671119325" sldId="351"/>
            <ac:spMk id="47" creationId="{7754EC7D-D272-4173-D970-053CF2528B4B}"/>
          </ac:spMkLst>
        </pc:spChg>
        <pc:spChg chg="del">
          <ac:chgData name="이건희" userId="0a994238-b102-4555-836f-34b53b2f3c57" providerId="ADAL" clId="{8DA326DE-65E5-462E-AEAE-DDC091F63FA0}" dt="2023-11-14T06:23:45.512" v="3180" actId="478"/>
          <ac:spMkLst>
            <pc:docMk/>
            <pc:sldMk cId="671119325" sldId="351"/>
            <ac:spMk id="139" creationId="{E9A81652-D00C-FE58-658F-5BBCBE235794}"/>
          </ac:spMkLst>
        </pc:spChg>
        <pc:spChg chg="del">
          <ac:chgData name="이건희" userId="0a994238-b102-4555-836f-34b53b2f3c57" providerId="ADAL" clId="{8DA326DE-65E5-462E-AEAE-DDC091F63FA0}" dt="2023-11-14T06:23:50.168" v="3184" actId="478"/>
          <ac:spMkLst>
            <pc:docMk/>
            <pc:sldMk cId="671119325" sldId="351"/>
            <ac:spMk id="152" creationId="{8D309638-FD84-FE19-C379-D69DC463AD61}"/>
          </ac:spMkLst>
        </pc:spChg>
        <pc:spChg chg="del">
          <ac:chgData name="이건희" userId="0a994238-b102-4555-836f-34b53b2f3c57" providerId="ADAL" clId="{8DA326DE-65E5-462E-AEAE-DDC091F63FA0}" dt="2023-11-14T06:23:47.356" v="3182" actId="478"/>
          <ac:spMkLst>
            <pc:docMk/>
            <pc:sldMk cId="671119325" sldId="351"/>
            <ac:spMk id="153" creationId="{3C541A47-30B3-9119-ED8B-D28137AC1E72}"/>
          </ac:spMkLst>
        </pc:spChg>
        <pc:spChg chg="del">
          <ac:chgData name="이건희" userId="0a994238-b102-4555-836f-34b53b2f3c57" providerId="ADAL" clId="{8DA326DE-65E5-462E-AEAE-DDC091F63FA0}" dt="2023-11-14T06:23:51.079" v="3185" actId="478"/>
          <ac:spMkLst>
            <pc:docMk/>
            <pc:sldMk cId="671119325" sldId="351"/>
            <ac:spMk id="155" creationId="{3F185B88-B42C-C95D-394D-6E0553B39330}"/>
          </ac:spMkLst>
        </pc:spChg>
        <pc:spChg chg="del">
          <ac:chgData name="이건희" userId="0a994238-b102-4555-836f-34b53b2f3c57" providerId="ADAL" clId="{8DA326DE-65E5-462E-AEAE-DDC091F63FA0}" dt="2023-11-14T06:23:46.488" v="3181" actId="478"/>
          <ac:spMkLst>
            <pc:docMk/>
            <pc:sldMk cId="671119325" sldId="351"/>
            <ac:spMk id="162" creationId="{4F27482E-66B5-15C7-F8D5-867C7990B532}"/>
          </ac:spMkLst>
        </pc:spChg>
        <pc:grpChg chg="del">
          <ac:chgData name="이건희" userId="0a994238-b102-4555-836f-34b53b2f3c57" providerId="ADAL" clId="{8DA326DE-65E5-462E-AEAE-DDC091F63FA0}" dt="2023-11-14T06:23:44.822" v="3179" actId="478"/>
          <ac:grpSpMkLst>
            <pc:docMk/>
            <pc:sldMk cId="671119325" sldId="351"/>
            <ac:grpSpMk id="140" creationId="{91C68175-B9F2-2CB0-BE44-86587BC5DFE0}"/>
          </ac:grpSpMkLst>
        </pc:grpChg>
      </pc:sldChg>
      <pc:sldChg chg="addSp delSp modSp add mod">
        <pc:chgData name="이건희" userId="0a994238-b102-4555-836f-34b53b2f3c57" providerId="ADAL" clId="{8DA326DE-65E5-462E-AEAE-DDC091F63FA0}" dt="2023-11-16T01:00:06.992" v="8325" actId="1037"/>
        <pc:sldMkLst>
          <pc:docMk/>
          <pc:sldMk cId="1586687823" sldId="352"/>
        </pc:sldMkLst>
        <pc:spChg chg="mod">
          <ac:chgData name="이건희" userId="0a994238-b102-4555-836f-34b53b2f3c57" providerId="ADAL" clId="{8DA326DE-65E5-462E-AEAE-DDC091F63FA0}" dt="2023-11-14T06:44:25.163" v="3680"/>
          <ac:spMkLst>
            <pc:docMk/>
            <pc:sldMk cId="1586687823" sldId="352"/>
            <ac:spMk id="5" creationId="{FD50C6D4-F10E-AF39-EF35-0F8DFABB51F9}"/>
          </ac:spMkLst>
        </pc:spChg>
        <pc:spChg chg="add mod">
          <ac:chgData name="이건희" userId="0a994238-b102-4555-836f-34b53b2f3c57" providerId="ADAL" clId="{8DA326DE-65E5-462E-AEAE-DDC091F63FA0}" dt="2023-11-16T01:00:06.992" v="8325" actId="1037"/>
          <ac:spMkLst>
            <pc:docMk/>
            <pc:sldMk cId="1586687823" sldId="352"/>
            <ac:spMk id="7" creationId="{3377C137-907E-BD93-FCE5-D1AA3B758F19}"/>
          </ac:spMkLst>
        </pc:spChg>
        <pc:spChg chg="del">
          <ac:chgData name="이건희" userId="0a994238-b102-4555-836f-34b53b2f3c57" providerId="ADAL" clId="{8DA326DE-65E5-462E-AEAE-DDC091F63FA0}" dt="2023-11-14T06:24:39.151" v="3257" actId="478"/>
          <ac:spMkLst>
            <pc:docMk/>
            <pc:sldMk cId="1586687823" sldId="352"/>
            <ac:spMk id="7" creationId="{6D867E2C-C231-7AD0-8DF8-FDA3F4A3B189}"/>
          </ac:spMkLst>
        </pc:spChg>
        <pc:spChg chg="del">
          <ac:chgData name="이건희" userId="0a994238-b102-4555-836f-34b53b2f3c57" providerId="ADAL" clId="{8DA326DE-65E5-462E-AEAE-DDC091F63FA0}" dt="2023-11-16T01:00:02.839" v="8303" actId="478"/>
          <ac:spMkLst>
            <pc:docMk/>
            <pc:sldMk cId="1586687823" sldId="352"/>
            <ac:spMk id="8" creationId="{EC3E5FF0-D4F8-8328-82EF-1B3195DE4911}"/>
          </ac:spMkLst>
        </pc:spChg>
        <pc:spChg chg="del">
          <ac:chgData name="이건희" userId="0a994238-b102-4555-836f-34b53b2f3c57" providerId="ADAL" clId="{8DA326DE-65E5-462E-AEAE-DDC091F63FA0}" dt="2023-11-14T06:24:40.502" v="3258" actId="478"/>
          <ac:spMkLst>
            <pc:docMk/>
            <pc:sldMk cId="1586687823" sldId="352"/>
            <ac:spMk id="10" creationId="{5FFFCD8A-65E8-B6CE-5EED-65BE6DE83DAE}"/>
          </ac:spMkLst>
        </pc:spChg>
        <pc:spChg chg="add mod">
          <ac:chgData name="이건희" userId="0a994238-b102-4555-836f-34b53b2f3c57" providerId="ADAL" clId="{8DA326DE-65E5-462E-AEAE-DDC091F63FA0}" dt="2023-11-14T06:24:54.055" v="3268" actId="1035"/>
          <ac:spMkLst>
            <pc:docMk/>
            <pc:sldMk cId="1586687823" sldId="352"/>
            <ac:spMk id="11" creationId="{94F57537-BBAE-D7CB-766D-FBC605E1E54E}"/>
          </ac:spMkLst>
        </pc:spChg>
        <pc:spChg chg="add mod">
          <ac:chgData name="이건희" userId="0a994238-b102-4555-836f-34b53b2f3c57" providerId="ADAL" clId="{8DA326DE-65E5-462E-AEAE-DDC091F63FA0}" dt="2023-11-14T06:40:41.317" v="3629" actId="1076"/>
          <ac:spMkLst>
            <pc:docMk/>
            <pc:sldMk cId="1586687823" sldId="352"/>
            <ac:spMk id="12" creationId="{F02C2F47-2993-80BC-9DF1-80BA82BD3368}"/>
          </ac:spMkLst>
        </pc:spChg>
        <pc:spChg chg="del">
          <ac:chgData name="이건희" userId="0a994238-b102-4555-836f-34b53b2f3c57" providerId="ADAL" clId="{8DA326DE-65E5-462E-AEAE-DDC091F63FA0}" dt="2023-11-14T06:24:45.407" v="3259" actId="478"/>
          <ac:spMkLst>
            <pc:docMk/>
            <pc:sldMk cId="1586687823" sldId="352"/>
            <ac:spMk id="31" creationId="{556758DC-27EA-D33F-3265-7BB0B99D153A}"/>
          </ac:spMkLst>
        </pc:spChg>
        <pc:spChg chg="del">
          <ac:chgData name="이건희" userId="0a994238-b102-4555-836f-34b53b2f3c57" providerId="ADAL" clId="{8DA326DE-65E5-462E-AEAE-DDC091F63FA0}" dt="2023-11-14T06:24:45.407" v="3259" actId="478"/>
          <ac:spMkLst>
            <pc:docMk/>
            <pc:sldMk cId="1586687823" sldId="352"/>
            <ac:spMk id="32" creationId="{F7D2874A-6799-45F0-CFC2-548561D30690}"/>
          </ac:spMkLst>
        </pc:spChg>
        <pc:spChg chg="del">
          <ac:chgData name="이건희" userId="0a994238-b102-4555-836f-34b53b2f3c57" providerId="ADAL" clId="{8DA326DE-65E5-462E-AEAE-DDC091F63FA0}" dt="2023-11-14T06:24:45.407" v="3259" actId="478"/>
          <ac:spMkLst>
            <pc:docMk/>
            <pc:sldMk cId="1586687823" sldId="352"/>
            <ac:spMk id="34" creationId="{10A12F65-A652-41D3-6E61-2F01955966FD}"/>
          </ac:spMkLst>
        </pc:spChg>
        <pc:spChg chg="del">
          <ac:chgData name="이건희" userId="0a994238-b102-4555-836f-34b53b2f3c57" providerId="ADAL" clId="{8DA326DE-65E5-462E-AEAE-DDC091F63FA0}" dt="2023-11-14T06:24:45.407" v="3259" actId="478"/>
          <ac:spMkLst>
            <pc:docMk/>
            <pc:sldMk cId="1586687823" sldId="352"/>
            <ac:spMk id="35" creationId="{17B2993C-5387-D744-A31D-2CDFED90CA90}"/>
          </ac:spMkLst>
        </pc:spChg>
        <pc:spChg chg="del">
          <ac:chgData name="이건희" userId="0a994238-b102-4555-836f-34b53b2f3c57" providerId="ADAL" clId="{8DA326DE-65E5-462E-AEAE-DDC091F63FA0}" dt="2023-11-14T06:24:47.503" v="3260" actId="478"/>
          <ac:spMkLst>
            <pc:docMk/>
            <pc:sldMk cId="1586687823" sldId="352"/>
            <ac:spMk id="46" creationId="{5557086F-DC50-ED6D-6A85-5A878BC564FB}"/>
          </ac:spMkLst>
        </pc:spChg>
        <pc:spChg chg="del">
          <ac:chgData name="이건희" userId="0a994238-b102-4555-836f-34b53b2f3c57" providerId="ADAL" clId="{8DA326DE-65E5-462E-AEAE-DDC091F63FA0}" dt="2023-11-14T06:24:45.407" v="3259" actId="478"/>
          <ac:spMkLst>
            <pc:docMk/>
            <pc:sldMk cId="1586687823" sldId="352"/>
            <ac:spMk id="48" creationId="{0E581BDA-E03E-A51D-610B-B059631F9B82}"/>
          </ac:spMkLst>
        </pc:spChg>
        <pc:spChg chg="del">
          <ac:chgData name="이건희" userId="0a994238-b102-4555-836f-34b53b2f3c57" providerId="ADAL" clId="{8DA326DE-65E5-462E-AEAE-DDC091F63FA0}" dt="2023-11-14T06:24:45.407" v="3259" actId="478"/>
          <ac:spMkLst>
            <pc:docMk/>
            <pc:sldMk cId="1586687823" sldId="352"/>
            <ac:spMk id="280" creationId="{ED140374-5D75-9F8A-ADC4-E353728411A6}"/>
          </ac:spMkLst>
        </pc:spChg>
        <pc:grpChg chg="del">
          <ac:chgData name="이건희" userId="0a994238-b102-4555-836f-34b53b2f3c57" providerId="ADAL" clId="{8DA326DE-65E5-462E-AEAE-DDC091F63FA0}" dt="2023-11-14T06:24:45.407" v="3259" actId="478"/>
          <ac:grpSpMkLst>
            <pc:docMk/>
            <pc:sldMk cId="1586687823" sldId="352"/>
            <ac:grpSpMk id="253" creationId="{7D8576B3-572B-17AE-15B8-C1615A393ACA}"/>
          </ac:grpSpMkLst>
        </pc:grpChg>
      </pc:sldChg>
      <pc:sldChg chg="addSp delSp modSp add mod">
        <pc:chgData name="이건희" userId="0a994238-b102-4555-836f-34b53b2f3c57" providerId="ADAL" clId="{8DA326DE-65E5-462E-AEAE-DDC091F63FA0}" dt="2023-11-16T01:00:11.428" v="8327"/>
        <pc:sldMkLst>
          <pc:docMk/>
          <pc:sldMk cId="905820609" sldId="353"/>
        </pc:sldMkLst>
        <pc:spChg chg="del">
          <ac:chgData name="이건희" userId="0a994238-b102-4555-836f-34b53b2f3c57" providerId="ADAL" clId="{8DA326DE-65E5-462E-AEAE-DDC091F63FA0}" dt="2023-11-14T06:25:18.486" v="3293" actId="478"/>
          <ac:spMkLst>
            <pc:docMk/>
            <pc:sldMk cId="905820609" sldId="353"/>
            <ac:spMk id="3" creationId="{64CCC2A1-17E1-B93D-168C-6C807B03DB99}"/>
          </ac:spMkLst>
        </pc:spChg>
        <pc:spChg chg="add mod">
          <ac:chgData name="이건희" userId="0a994238-b102-4555-836f-34b53b2f3c57" providerId="ADAL" clId="{8DA326DE-65E5-462E-AEAE-DDC091F63FA0}" dt="2023-11-16T01:00:11.428" v="8327"/>
          <ac:spMkLst>
            <pc:docMk/>
            <pc:sldMk cId="905820609" sldId="353"/>
            <ac:spMk id="3" creationId="{7283C9D0-0D46-D28E-DD49-8F025A14F402}"/>
          </ac:spMkLst>
        </pc:spChg>
        <pc:spChg chg="mod">
          <ac:chgData name="이건희" userId="0a994238-b102-4555-836f-34b53b2f3c57" providerId="ADAL" clId="{8DA326DE-65E5-462E-AEAE-DDC091F63FA0}" dt="2023-11-14T06:44:16.196" v="3678"/>
          <ac:spMkLst>
            <pc:docMk/>
            <pc:sldMk cId="905820609" sldId="353"/>
            <ac:spMk id="5" creationId="{FD50C6D4-F10E-AF39-EF35-0F8DFABB51F9}"/>
          </ac:spMkLst>
        </pc:spChg>
        <pc:spChg chg="add mod">
          <ac:chgData name="이건희" userId="0a994238-b102-4555-836f-34b53b2f3c57" providerId="ADAL" clId="{8DA326DE-65E5-462E-AEAE-DDC091F63FA0}" dt="2023-11-14T06:25:42.722" v="3306" actId="14100"/>
          <ac:spMkLst>
            <pc:docMk/>
            <pc:sldMk cId="905820609" sldId="353"/>
            <ac:spMk id="7" creationId="{48781DFA-F6A3-8460-5B8B-F76F77D93526}"/>
          </ac:spMkLst>
        </pc:spChg>
        <pc:spChg chg="del mod">
          <ac:chgData name="이건희" userId="0a994238-b102-4555-836f-34b53b2f3c57" providerId="ADAL" clId="{8DA326DE-65E5-462E-AEAE-DDC091F63FA0}" dt="2023-11-16T01:00:11.199" v="8326" actId="478"/>
          <ac:spMkLst>
            <pc:docMk/>
            <pc:sldMk cId="905820609" sldId="353"/>
            <ac:spMk id="8" creationId="{EC3E5FF0-D4F8-8328-82EF-1B3195DE4911}"/>
          </ac:spMkLst>
        </pc:spChg>
        <pc:spChg chg="add mod">
          <ac:chgData name="이건희" userId="0a994238-b102-4555-836f-34b53b2f3c57" providerId="ADAL" clId="{8DA326DE-65E5-462E-AEAE-DDC091F63FA0}" dt="2023-11-14T06:25:47.475" v="3307" actId="1076"/>
          <ac:spMkLst>
            <pc:docMk/>
            <pc:sldMk cId="905820609" sldId="353"/>
            <ac:spMk id="10" creationId="{90320341-D7D0-83ED-BC98-6D9AFB377686}"/>
          </ac:spMkLst>
        </pc:spChg>
        <pc:spChg chg="del">
          <ac:chgData name="이건희" userId="0a994238-b102-4555-836f-34b53b2f3c57" providerId="ADAL" clId="{8DA326DE-65E5-462E-AEAE-DDC091F63FA0}" dt="2023-11-14T06:25:13.566" v="3288" actId="478"/>
          <ac:spMkLst>
            <pc:docMk/>
            <pc:sldMk cId="905820609" sldId="353"/>
            <ac:spMk id="11" creationId="{94F57537-BBAE-D7CB-766D-FBC605E1E54E}"/>
          </ac:spMkLst>
        </pc:spChg>
        <pc:spChg chg="del">
          <ac:chgData name="이건희" userId="0a994238-b102-4555-836f-34b53b2f3c57" providerId="ADAL" clId="{8DA326DE-65E5-462E-AEAE-DDC091F63FA0}" dt="2023-11-14T06:25:12.399" v="3287" actId="478"/>
          <ac:spMkLst>
            <pc:docMk/>
            <pc:sldMk cId="905820609" sldId="353"/>
            <ac:spMk id="12" creationId="{F02C2F47-2993-80BC-9DF1-80BA82BD3368}"/>
          </ac:spMkLst>
        </pc:spChg>
        <pc:spChg chg="del">
          <ac:chgData name="이건희" userId="0a994238-b102-4555-836f-34b53b2f3c57" providerId="ADAL" clId="{8DA326DE-65E5-462E-AEAE-DDC091F63FA0}" dt="2023-11-14T06:25:27.070" v="3300" actId="478"/>
          <ac:spMkLst>
            <pc:docMk/>
            <pc:sldMk cId="905820609" sldId="353"/>
            <ac:spMk id="14" creationId="{D58C78C0-DFEE-0ADA-2095-4B2FF3641DF3}"/>
          </ac:spMkLst>
        </pc:spChg>
        <pc:spChg chg="del">
          <ac:chgData name="이건희" userId="0a994238-b102-4555-836f-34b53b2f3c57" providerId="ADAL" clId="{8DA326DE-65E5-462E-AEAE-DDC091F63FA0}" dt="2023-11-14T06:25:28.118" v="3301" actId="478"/>
          <ac:spMkLst>
            <pc:docMk/>
            <pc:sldMk cId="905820609" sldId="353"/>
            <ac:spMk id="27" creationId="{FE7E0AA7-B251-5A4D-6426-E83F8408EE50}"/>
          </ac:spMkLst>
        </pc:spChg>
        <pc:spChg chg="del">
          <ac:chgData name="이건희" userId="0a994238-b102-4555-836f-34b53b2f3c57" providerId="ADAL" clId="{8DA326DE-65E5-462E-AEAE-DDC091F63FA0}" dt="2023-11-14T06:25:19.854" v="3295" actId="478"/>
          <ac:spMkLst>
            <pc:docMk/>
            <pc:sldMk cId="905820609" sldId="353"/>
            <ac:spMk id="28" creationId="{356F5DF5-C4C0-44FF-F47E-31BE93C0EE1D}"/>
          </ac:spMkLst>
        </pc:spChg>
        <pc:spChg chg="del">
          <ac:chgData name="이건희" userId="0a994238-b102-4555-836f-34b53b2f3c57" providerId="ADAL" clId="{8DA326DE-65E5-462E-AEAE-DDC091F63FA0}" dt="2023-11-14T06:25:28.775" v="3302" actId="478"/>
          <ac:spMkLst>
            <pc:docMk/>
            <pc:sldMk cId="905820609" sldId="353"/>
            <ac:spMk id="29" creationId="{75B4E295-6C10-6778-C6DD-F09E4D8A3E2B}"/>
          </ac:spMkLst>
        </pc:spChg>
        <pc:spChg chg="del">
          <ac:chgData name="이건희" userId="0a994238-b102-4555-836f-34b53b2f3c57" providerId="ADAL" clId="{8DA326DE-65E5-462E-AEAE-DDC091F63FA0}" dt="2023-11-14T06:25:16.551" v="3290" actId="478"/>
          <ac:spMkLst>
            <pc:docMk/>
            <pc:sldMk cId="905820609" sldId="353"/>
            <ac:spMk id="30" creationId="{C19CCDDB-F5DF-7118-F10E-470FB5CF01F8}"/>
          </ac:spMkLst>
        </pc:spChg>
        <pc:spChg chg="del">
          <ac:chgData name="이건희" userId="0a994238-b102-4555-836f-34b53b2f3c57" providerId="ADAL" clId="{8DA326DE-65E5-462E-AEAE-DDC091F63FA0}" dt="2023-11-14T06:25:17.150" v="3291" actId="478"/>
          <ac:spMkLst>
            <pc:docMk/>
            <pc:sldMk cId="905820609" sldId="353"/>
            <ac:spMk id="33" creationId="{4186BAA7-98C4-5061-9E3D-2A3199C802E0}"/>
          </ac:spMkLst>
        </pc:spChg>
        <pc:spChg chg="del">
          <ac:chgData name="이건희" userId="0a994238-b102-4555-836f-34b53b2f3c57" providerId="ADAL" clId="{8DA326DE-65E5-462E-AEAE-DDC091F63FA0}" dt="2023-11-14T06:25:25.695" v="3299" actId="478"/>
          <ac:spMkLst>
            <pc:docMk/>
            <pc:sldMk cId="905820609" sldId="353"/>
            <ac:spMk id="39" creationId="{EF85AA8A-8BE8-0E9B-82A1-79A61A3E0C46}"/>
          </ac:spMkLst>
        </pc:spChg>
        <pc:spChg chg="del">
          <ac:chgData name="이건희" userId="0a994238-b102-4555-836f-34b53b2f3c57" providerId="ADAL" clId="{8DA326DE-65E5-462E-AEAE-DDC091F63FA0}" dt="2023-11-14T06:25:20.558" v="3296" actId="478"/>
          <ac:spMkLst>
            <pc:docMk/>
            <pc:sldMk cId="905820609" sldId="353"/>
            <ac:spMk id="40" creationId="{6C1B1CDE-C0A6-0F31-416E-7B618C683D67}"/>
          </ac:spMkLst>
        </pc:spChg>
        <pc:spChg chg="del">
          <ac:chgData name="이건희" userId="0a994238-b102-4555-836f-34b53b2f3c57" providerId="ADAL" clId="{8DA326DE-65E5-462E-AEAE-DDC091F63FA0}" dt="2023-11-14T06:25:22.382" v="3298" actId="478"/>
          <ac:spMkLst>
            <pc:docMk/>
            <pc:sldMk cId="905820609" sldId="353"/>
            <ac:spMk id="41" creationId="{59E5F293-A097-0867-6028-4959AC8026E4}"/>
          </ac:spMkLst>
        </pc:spChg>
        <pc:spChg chg="del">
          <ac:chgData name="이건희" userId="0a994238-b102-4555-836f-34b53b2f3c57" providerId="ADAL" clId="{8DA326DE-65E5-462E-AEAE-DDC091F63FA0}" dt="2023-11-14T06:25:21.223" v="3297" actId="478"/>
          <ac:spMkLst>
            <pc:docMk/>
            <pc:sldMk cId="905820609" sldId="353"/>
            <ac:spMk id="44" creationId="{6475BF91-CCAC-075F-5F49-9BBB4FFB8A86}"/>
          </ac:spMkLst>
        </pc:spChg>
        <pc:spChg chg="del">
          <ac:chgData name="이건희" userId="0a994238-b102-4555-836f-34b53b2f3c57" providerId="ADAL" clId="{8DA326DE-65E5-462E-AEAE-DDC091F63FA0}" dt="2023-11-14T06:25:19.047" v="3294" actId="478"/>
          <ac:spMkLst>
            <pc:docMk/>
            <pc:sldMk cId="905820609" sldId="353"/>
            <ac:spMk id="45" creationId="{CA7004B9-B9EC-330D-B77A-E0CA1D9834CF}"/>
          </ac:spMkLst>
        </pc:spChg>
        <pc:spChg chg="del">
          <ac:chgData name="이건희" userId="0a994238-b102-4555-836f-34b53b2f3c57" providerId="ADAL" clId="{8DA326DE-65E5-462E-AEAE-DDC091F63FA0}" dt="2023-11-14T06:25:15.774" v="3289" actId="478"/>
          <ac:spMkLst>
            <pc:docMk/>
            <pc:sldMk cId="905820609" sldId="353"/>
            <ac:spMk id="132" creationId="{C7E27EDA-35EC-50BD-93BC-E8CEEEC62686}"/>
          </ac:spMkLst>
        </pc:spChg>
        <pc:cxnChg chg="del">
          <ac:chgData name="이건희" userId="0a994238-b102-4555-836f-34b53b2f3c57" providerId="ADAL" clId="{8DA326DE-65E5-462E-AEAE-DDC091F63FA0}" dt="2023-11-14T06:25:17.854" v="3292" actId="478"/>
          <ac:cxnSpMkLst>
            <pc:docMk/>
            <pc:sldMk cId="905820609" sldId="353"/>
            <ac:cxnSpMk id="6" creationId="{6503EDF0-FD3C-28AA-6939-11AD03D51E23}"/>
          </ac:cxnSpMkLst>
        </pc:cxnChg>
      </pc:sldChg>
      <pc:sldChg chg="addSp delSp modSp add mod">
        <pc:chgData name="이건희" userId="0a994238-b102-4555-836f-34b53b2f3c57" providerId="ADAL" clId="{8DA326DE-65E5-462E-AEAE-DDC091F63FA0}" dt="2023-11-16T05:11:09.057" v="8425" actId="1035"/>
        <pc:sldMkLst>
          <pc:docMk/>
          <pc:sldMk cId="2842460297" sldId="354"/>
        </pc:sldMkLst>
        <pc:spChg chg="mod">
          <ac:chgData name="이건희" userId="0a994238-b102-4555-836f-34b53b2f3c57" providerId="ADAL" clId="{8DA326DE-65E5-462E-AEAE-DDC091F63FA0}" dt="2023-11-14T06:44:39.163" v="3685"/>
          <ac:spMkLst>
            <pc:docMk/>
            <pc:sldMk cId="2842460297" sldId="354"/>
            <ac:spMk id="5" creationId="{FD50C6D4-F10E-AF39-EF35-0F8DFABB51F9}"/>
          </ac:spMkLst>
        </pc:spChg>
        <pc:spChg chg="del">
          <ac:chgData name="이건희" userId="0a994238-b102-4555-836f-34b53b2f3c57" providerId="ADAL" clId="{8DA326DE-65E5-462E-AEAE-DDC091F63FA0}" dt="2023-11-16T01:00:30.448" v="8336" actId="478"/>
          <ac:spMkLst>
            <pc:docMk/>
            <pc:sldMk cId="2842460297" sldId="354"/>
            <ac:spMk id="8" creationId="{EC3E5FF0-D4F8-8328-82EF-1B3195DE4911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10" creationId="{07B4DD12-4BF6-F4DD-1712-5457C1657B22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11" creationId="{1EB04ED2-C46C-DC75-D9AB-4135862D1259}"/>
          </ac:spMkLst>
        </pc:spChg>
        <pc:spChg chg="mod">
          <ac:chgData name="이건희" userId="0a994238-b102-4555-836f-34b53b2f3c57" providerId="ADAL" clId="{8DA326DE-65E5-462E-AEAE-DDC091F63FA0}" dt="2023-11-14T06:30:41.775" v="3348" actId="1076"/>
          <ac:spMkLst>
            <pc:docMk/>
            <pc:sldMk cId="2842460297" sldId="354"/>
            <ac:spMk id="13" creationId="{F17340EE-0DD9-5F44-F82B-E129D4A4AF5C}"/>
          </ac:spMkLst>
        </pc:spChg>
        <pc:spChg chg="add mod">
          <ac:chgData name="이건희" userId="0a994238-b102-4555-836f-34b53b2f3c57" providerId="ADAL" clId="{8DA326DE-65E5-462E-AEAE-DDC091F63FA0}" dt="2023-11-14T06:28:47.752" v="3333" actId="1076"/>
          <ac:spMkLst>
            <pc:docMk/>
            <pc:sldMk cId="2842460297" sldId="354"/>
            <ac:spMk id="15" creationId="{907AE68A-0E51-1B4F-B135-12FC8EA2EBC0}"/>
          </ac:spMkLst>
        </pc:spChg>
        <pc:spChg chg="add mod">
          <ac:chgData name="이건희" userId="0a994238-b102-4555-836f-34b53b2f3c57" providerId="ADAL" clId="{8DA326DE-65E5-462E-AEAE-DDC091F63FA0}" dt="2023-11-14T06:29:05.703" v="3337" actId="1076"/>
          <ac:spMkLst>
            <pc:docMk/>
            <pc:sldMk cId="2842460297" sldId="354"/>
            <ac:spMk id="18" creationId="{A443FE6D-23F5-0C10-0A2D-A48281F1CB56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23" creationId="{99BCAD8F-B4B6-1BCE-26CC-41C7E4EF3ABE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36" creationId="{26F211FE-B8C1-3C2D-0029-BE5E756E671A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38" creationId="{EF5BAE1B-ACB4-F936-95D9-27DAD8A9ABB2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42" creationId="{FFC1D65D-E6AF-4E0D-0817-EFCC15EB5BF5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43" creationId="{FE272CA9-1EF0-1455-EE90-0B3BFA09E33D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51" creationId="{7D9B1BA1-9894-FB02-A1F6-EFFA9BF74983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52" creationId="{8446702D-3A10-0D98-6724-5123A3A7F957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53" creationId="{3D19E4C9-D4C2-705A-B537-895B41167477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54" creationId="{FB766311-EA39-C347-777F-93D1BC0582E3}"/>
          </ac:spMkLst>
        </pc:spChg>
        <pc:spChg chg="mod">
          <ac:chgData name="이건희" userId="0a994238-b102-4555-836f-34b53b2f3c57" providerId="ADAL" clId="{8DA326DE-65E5-462E-AEAE-DDC091F63FA0}" dt="2023-11-14T06:31:51.839" v="3379" actId="1035"/>
          <ac:spMkLst>
            <pc:docMk/>
            <pc:sldMk cId="2842460297" sldId="354"/>
            <ac:spMk id="56" creationId="{BD503603-D7CA-8B75-2F74-DEFA1E8C3DE8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57" creationId="{7876C6A6-2F35-EAFD-8ED8-A24A20047981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58" creationId="{AB53ABA4-1E3C-8431-01EA-137B66417DF5}"/>
          </ac:spMkLst>
        </pc:spChg>
        <pc:spChg chg="add del mod">
          <ac:chgData name="이건희" userId="0a994238-b102-4555-836f-34b53b2f3c57" providerId="ADAL" clId="{8DA326DE-65E5-462E-AEAE-DDC091F63FA0}" dt="2023-11-14T06:28:30.648" v="3331" actId="478"/>
          <ac:spMkLst>
            <pc:docMk/>
            <pc:sldMk cId="2842460297" sldId="354"/>
            <ac:spMk id="59" creationId="{3C488C3B-07B3-5378-55B1-315282C836DE}"/>
          </ac:spMkLst>
        </pc:spChg>
        <pc:spChg chg="add mod">
          <ac:chgData name="이건희" userId="0a994238-b102-4555-836f-34b53b2f3c57" providerId="ADAL" clId="{8DA326DE-65E5-462E-AEAE-DDC091F63FA0}" dt="2023-11-16T01:00:30.724" v="8337"/>
          <ac:spMkLst>
            <pc:docMk/>
            <pc:sldMk cId="2842460297" sldId="354"/>
            <ac:spMk id="59" creationId="{D57F8E79-CB81-C36B-BF6D-0B8F9AB2C633}"/>
          </ac:spMkLst>
        </pc:spChg>
        <pc:spChg chg="add del mod">
          <ac:chgData name="이건희" userId="0a994238-b102-4555-836f-34b53b2f3c57" providerId="ADAL" clId="{8DA326DE-65E5-462E-AEAE-DDC091F63FA0}" dt="2023-11-14T06:39:24.733" v="3586" actId="478"/>
          <ac:spMkLst>
            <pc:docMk/>
            <pc:sldMk cId="2842460297" sldId="354"/>
            <ac:spMk id="61" creationId="{ACD69F06-9D80-5511-E3B2-2569225361BE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129" creationId="{40D4CBDE-61BE-F4B9-34C1-834A57961956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130" creationId="{93B6CA94-4C99-09ED-F033-F1815A3AF730}"/>
          </ac:spMkLst>
        </pc:spChg>
        <pc:spChg chg="add del mod">
          <ac:chgData name="이건희" userId="0a994238-b102-4555-836f-34b53b2f3c57" providerId="ADAL" clId="{8DA326DE-65E5-462E-AEAE-DDC091F63FA0}" dt="2023-11-14T06:28:19.152" v="3329" actId="478"/>
          <ac:spMkLst>
            <pc:docMk/>
            <pc:sldMk cId="2842460297" sldId="354"/>
            <ac:spMk id="131" creationId="{F436A035-3169-34FA-2EEB-1362EE059F2C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35" creationId="{506E6D0F-255F-5B55-3557-6D638B677914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36" creationId="{D230D3F0-B7C4-D50D-A08E-E0D5400E0F75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37" creationId="{1C3C4091-C8B7-DD36-A0F8-2AAF7AEA858E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38" creationId="{B0DDB1B6-2CEE-D699-06B6-4C5877F1BE14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43" creationId="{7FB94ACF-9BF2-3469-88F3-D2FA499F0047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46" creationId="{5ADB8928-7665-54E3-5D3E-32C6F00F216C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48" creationId="{CE34B776-CAAA-0BD7-5DE3-4702141E9D4F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49" creationId="{2FCBBF78-7EDE-A111-3093-EB7769EB191C}"/>
          </ac:spMkLst>
        </pc:spChg>
        <pc:spChg chg="mod">
          <ac:chgData name="이건희" userId="0a994238-b102-4555-836f-34b53b2f3c57" providerId="ADAL" clId="{8DA326DE-65E5-462E-AEAE-DDC091F63FA0}" dt="2023-11-14T06:27:12.436" v="3309"/>
          <ac:spMkLst>
            <pc:docMk/>
            <pc:sldMk cId="2842460297" sldId="354"/>
            <ac:spMk id="150" creationId="{297A55B0-C581-A62A-28E1-9C66711AA993}"/>
          </ac:spMkLst>
        </pc:spChg>
        <pc:spChg chg="add mod">
          <ac:chgData name="이건희" userId="0a994238-b102-4555-836f-34b53b2f3c57" providerId="ADAL" clId="{8DA326DE-65E5-462E-AEAE-DDC091F63FA0}" dt="2023-11-16T05:11:09.057" v="8425" actId="1035"/>
          <ac:spMkLst>
            <pc:docMk/>
            <pc:sldMk cId="2842460297" sldId="354"/>
            <ac:spMk id="154" creationId="{516154E2-9240-CA66-7079-4012CD123DED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156" creationId="{29337E7C-CBE6-7AC6-3413-3B46C14B60D2}"/>
          </ac:spMkLst>
        </pc:spChg>
        <pc:spChg chg="add mod">
          <ac:chgData name="이건희" userId="0a994238-b102-4555-836f-34b53b2f3c57" providerId="ADAL" clId="{8DA326DE-65E5-462E-AEAE-DDC091F63FA0}" dt="2023-11-14T06:28:13.189" v="3327" actId="164"/>
          <ac:spMkLst>
            <pc:docMk/>
            <pc:sldMk cId="2842460297" sldId="354"/>
            <ac:spMk id="157" creationId="{69F435E6-1858-0EEE-51F6-03FAAA23608A}"/>
          </ac:spMkLst>
        </pc:spChg>
        <pc:spChg chg="add mod">
          <ac:chgData name="이건희" userId="0a994238-b102-4555-836f-34b53b2f3c57" providerId="ADAL" clId="{8DA326DE-65E5-462E-AEAE-DDC091F63FA0}" dt="2023-11-14T06:28:56.199" v="3335" actId="1076"/>
          <ac:spMkLst>
            <pc:docMk/>
            <pc:sldMk cId="2842460297" sldId="354"/>
            <ac:spMk id="159" creationId="{25745553-F0E5-149D-4922-92A56386A3DA}"/>
          </ac:spMkLst>
        </pc:spChg>
        <pc:spChg chg="add del mod">
          <ac:chgData name="이건희" userId="0a994238-b102-4555-836f-34b53b2f3c57" providerId="ADAL" clId="{8DA326DE-65E5-462E-AEAE-DDC091F63FA0}" dt="2023-11-14T06:39:52.541" v="3623" actId="478"/>
          <ac:spMkLst>
            <pc:docMk/>
            <pc:sldMk cId="2842460297" sldId="354"/>
            <ac:spMk id="165" creationId="{60374D06-26BF-AE47-2A61-9F638F9F8DFF}"/>
          </ac:spMkLst>
        </pc:spChg>
        <pc:spChg chg="add mod ord">
          <ac:chgData name="이건희" userId="0a994238-b102-4555-836f-34b53b2f3c57" providerId="ADAL" clId="{8DA326DE-65E5-462E-AEAE-DDC091F63FA0}" dt="2023-11-14T06:35:06.545" v="3525" actId="167"/>
          <ac:spMkLst>
            <pc:docMk/>
            <pc:sldMk cId="2842460297" sldId="354"/>
            <ac:spMk id="166" creationId="{AE8326EE-3962-FABB-29CF-69C3A44DE9D4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68" creationId="{68A5312F-1469-E275-830A-064F37079F3D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69" creationId="{1BDECB71-FC9D-A074-AFEE-EEF673E33E54}"/>
          </ac:spMkLst>
        </pc:spChg>
        <pc:spChg chg="add mod">
          <ac:chgData name="이건희" userId="0a994238-b102-4555-836f-34b53b2f3c57" providerId="ADAL" clId="{8DA326DE-65E5-462E-AEAE-DDC091F63FA0}" dt="2023-11-14T06:34:37.438" v="3493" actId="164"/>
          <ac:spMkLst>
            <pc:docMk/>
            <pc:sldMk cId="2842460297" sldId="354"/>
            <ac:spMk id="170" creationId="{F3DA2162-A079-5C96-8A8B-DCCFB71AF26E}"/>
          </ac:spMkLst>
        </pc:spChg>
        <pc:spChg chg="add mod">
          <ac:chgData name="이건희" userId="0a994238-b102-4555-836f-34b53b2f3c57" providerId="ADAL" clId="{8DA326DE-65E5-462E-AEAE-DDC091F63FA0}" dt="2023-11-14T06:34:55.335" v="3523" actId="1038"/>
          <ac:spMkLst>
            <pc:docMk/>
            <pc:sldMk cId="2842460297" sldId="354"/>
            <ac:spMk id="171" creationId="{0A0A7773-D787-7890-794B-FEF08362D2B5}"/>
          </ac:spMkLst>
        </pc:spChg>
        <pc:spChg chg="add mod">
          <ac:chgData name="이건희" userId="0a994238-b102-4555-836f-34b53b2f3c57" providerId="ADAL" clId="{8DA326DE-65E5-462E-AEAE-DDC091F63FA0}" dt="2023-11-14T06:32:26.784" v="3418" actId="1036"/>
          <ac:spMkLst>
            <pc:docMk/>
            <pc:sldMk cId="2842460297" sldId="354"/>
            <ac:spMk id="172" creationId="{455C1823-9EEC-1E27-FAD5-007F682CAA92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74" creationId="{41D5B5C5-3B8E-8073-3245-35F948A7784D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75" creationId="{AD023A5C-0C1A-6410-1044-D69CDB2EBF92}"/>
          </ac:spMkLst>
        </pc:spChg>
        <pc:spChg chg="add mod">
          <ac:chgData name="이건희" userId="0a994238-b102-4555-836f-34b53b2f3c57" providerId="ADAL" clId="{8DA326DE-65E5-462E-AEAE-DDC091F63FA0}" dt="2023-11-14T06:35:12.827" v="3526" actId="1076"/>
          <ac:spMkLst>
            <pc:docMk/>
            <pc:sldMk cId="2842460297" sldId="354"/>
            <ac:spMk id="176" creationId="{056BA56F-D9B6-C1AF-BE1B-448327C9F576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78" creationId="{A1790E57-5A63-65CC-91F8-5621AFF466DB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79" creationId="{EA12CC6C-D8FF-4BCB-27BF-F4504FF98C5F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81" creationId="{6CFD474D-E848-093B-F572-9C46FF4B225F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82" creationId="{ACF5D411-3FB5-A86D-6B68-A54E84829AED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83" creationId="{3FA4C0AA-0069-C7F0-08ED-60CDD5A8F747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84" creationId="{08AFCF9C-8958-E326-5EDD-AEB90B9BFED5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85" creationId="{CD95EBCB-BAC1-2BE0-1937-374A19EDDC93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86" creationId="{98E4F464-72EF-A53E-D3B4-BEF2578C3D6B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187" creationId="{AFF147EF-47A9-7AC6-BD93-037EC51684EA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209" creationId="{C00E2D2C-0A09-45C6-8BB1-A38B7BAD3E03}"/>
          </ac:spMkLst>
        </pc:spChg>
        <pc:spChg chg="mod">
          <ac:chgData name="이건희" userId="0a994238-b102-4555-836f-34b53b2f3c57" providerId="ADAL" clId="{8DA326DE-65E5-462E-AEAE-DDC091F63FA0}" dt="2023-11-14T06:32:59.439" v="3434" actId="1035"/>
          <ac:spMkLst>
            <pc:docMk/>
            <pc:sldMk cId="2842460297" sldId="354"/>
            <ac:spMk id="210" creationId="{CD2B86DF-8DD6-ABCD-43C7-87B358C1766A}"/>
          </ac:spMkLst>
        </pc:spChg>
        <pc:spChg chg="del">
          <ac:chgData name="이건희" userId="0a994238-b102-4555-836f-34b53b2f3c57" providerId="ADAL" clId="{8DA326DE-65E5-462E-AEAE-DDC091F63FA0}" dt="2023-11-14T06:30:29.790" v="3346" actId="478"/>
          <ac:spMkLst>
            <pc:docMk/>
            <pc:sldMk cId="2842460297" sldId="354"/>
            <ac:spMk id="224" creationId="{8B561662-6605-DEFF-A7C9-166F2076B69C}"/>
          </ac:spMkLst>
        </pc:spChg>
        <pc:spChg chg="del">
          <ac:chgData name="이건희" userId="0a994238-b102-4555-836f-34b53b2f3c57" providerId="ADAL" clId="{8DA326DE-65E5-462E-AEAE-DDC091F63FA0}" dt="2023-11-14T06:30:31.846" v="3347" actId="478"/>
          <ac:spMkLst>
            <pc:docMk/>
            <pc:sldMk cId="2842460297" sldId="354"/>
            <ac:spMk id="225" creationId="{213CE486-7FDF-A0B6-68D5-EF2AD9E0C790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226" creationId="{0EADA456-B6FE-C3DF-BB1B-C7C0453D004D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227" creationId="{AEC6F2EB-6A2F-FE09-CF48-2566BE160D6E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228" creationId="{A33C1D84-A252-015C-DFA8-063671C40E38}"/>
          </ac:spMkLst>
        </pc:spChg>
        <pc:spChg chg="mod">
          <ac:chgData name="이건희" userId="0a994238-b102-4555-836f-34b53b2f3c57" providerId="ADAL" clId="{8DA326DE-65E5-462E-AEAE-DDC091F63FA0}" dt="2023-11-14T06:30:10.766" v="3343"/>
          <ac:spMkLst>
            <pc:docMk/>
            <pc:sldMk cId="2842460297" sldId="354"/>
            <ac:spMk id="229" creationId="{3768DBE0-F136-8952-21D5-3B08CB4199DC}"/>
          </ac:spMkLst>
        </pc:spChg>
        <pc:spChg chg="add mod">
          <ac:chgData name="이건희" userId="0a994238-b102-4555-836f-34b53b2f3c57" providerId="ADAL" clId="{8DA326DE-65E5-462E-AEAE-DDC091F63FA0}" dt="2023-11-14T06:32:19.074" v="3414" actId="14100"/>
          <ac:spMkLst>
            <pc:docMk/>
            <pc:sldMk cId="2842460297" sldId="354"/>
            <ac:spMk id="231" creationId="{6A19F623-71EE-5141-596F-D4FC159F75AF}"/>
          </ac:spMkLst>
        </pc:spChg>
        <pc:spChg chg="add mod">
          <ac:chgData name="이건희" userId="0a994238-b102-4555-836f-34b53b2f3c57" providerId="ADAL" clId="{8DA326DE-65E5-462E-AEAE-DDC091F63FA0}" dt="2023-11-14T06:32:45.166" v="3430" actId="1036"/>
          <ac:spMkLst>
            <pc:docMk/>
            <pc:sldMk cId="2842460297" sldId="354"/>
            <ac:spMk id="232" creationId="{1FF9C257-E776-DEFE-444B-F73A79CB9B1F}"/>
          </ac:spMkLst>
        </pc:spChg>
        <pc:spChg chg="add mod">
          <ac:chgData name="이건희" userId="0a994238-b102-4555-836f-34b53b2f3c57" providerId="ADAL" clId="{8DA326DE-65E5-462E-AEAE-DDC091F63FA0}" dt="2023-11-14T06:34:37.438" v="3493" actId="164"/>
          <ac:spMkLst>
            <pc:docMk/>
            <pc:sldMk cId="2842460297" sldId="354"/>
            <ac:spMk id="233" creationId="{7E47B523-0EAA-E2E3-8D28-581C183F1270}"/>
          </ac:spMkLst>
        </pc:spChg>
        <pc:spChg chg="add mod ord">
          <ac:chgData name="이건희" userId="0a994238-b102-4555-836f-34b53b2f3c57" providerId="ADAL" clId="{8DA326DE-65E5-462E-AEAE-DDC091F63FA0}" dt="2023-11-14T06:35:48.813" v="3533" actId="14100"/>
          <ac:spMkLst>
            <pc:docMk/>
            <pc:sldMk cId="2842460297" sldId="354"/>
            <ac:spMk id="235" creationId="{5C2EDEDF-2F30-464C-356B-097DE7D868A4}"/>
          </ac:spMkLst>
        </pc:spChg>
        <pc:spChg chg="add mod">
          <ac:chgData name="이건희" userId="0a994238-b102-4555-836f-34b53b2f3c57" providerId="ADAL" clId="{8DA326DE-65E5-462E-AEAE-DDC091F63FA0}" dt="2023-11-14T06:36:01.938" v="3535" actId="1076"/>
          <ac:spMkLst>
            <pc:docMk/>
            <pc:sldMk cId="2842460297" sldId="354"/>
            <ac:spMk id="236" creationId="{103766B1-0BDB-1C71-E993-2AA74753CAD1}"/>
          </ac:spMkLst>
        </pc:spChg>
        <pc:spChg chg="add mod">
          <ac:chgData name="이건희" userId="0a994238-b102-4555-836f-34b53b2f3c57" providerId="ADAL" clId="{8DA326DE-65E5-462E-AEAE-DDC091F63FA0}" dt="2023-11-14T06:39:19.171" v="3585" actId="14100"/>
          <ac:spMkLst>
            <pc:docMk/>
            <pc:sldMk cId="2842460297" sldId="354"/>
            <ac:spMk id="247" creationId="{44FB708E-7E80-D51C-20E1-BFDFA6A94C87}"/>
          </ac:spMkLst>
        </pc:spChg>
        <pc:spChg chg="add mod">
          <ac:chgData name="이건희" userId="0a994238-b102-4555-836f-34b53b2f3c57" providerId="ADAL" clId="{8DA326DE-65E5-462E-AEAE-DDC091F63FA0}" dt="2023-11-14T06:39:50.587" v="3622" actId="14100"/>
          <ac:spMkLst>
            <pc:docMk/>
            <pc:sldMk cId="2842460297" sldId="354"/>
            <ac:spMk id="248" creationId="{E4B7AB6F-1F0C-F07A-A43B-C1C75BCA3C22}"/>
          </ac:spMkLst>
        </pc:spChg>
        <pc:grpChg chg="add mod">
          <ac:chgData name="이건희" userId="0a994238-b102-4555-836f-34b53b2f3c57" providerId="ADAL" clId="{8DA326DE-65E5-462E-AEAE-DDC091F63FA0}" dt="2023-11-14T06:28:13.189" v="3327" actId="164"/>
          <ac:grpSpMkLst>
            <pc:docMk/>
            <pc:sldMk cId="2842460297" sldId="354"/>
            <ac:grpSpMk id="55" creationId="{6889F75E-2414-1357-8C61-0BDB39006BA9}"/>
          </ac:grpSpMkLst>
        </pc:grpChg>
        <pc:grpChg chg="add mod">
          <ac:chgData name="이건희" userId="0a994238-b102-4555-836f-34b53b2f3c57" providerId="ADAL" clId="{8DA326DE-65E5-462E-AEAE-DDC091F63FA0}" dt="2023-11-14T06:28:13.189" v="3327" actId="164"/>
          <ac:grpSpMkLst>
            <pc:docMk/>
            <pc:sldMk cId="2842460297" sldId="354"/>
            <ac:grpSpMk id="62" creationId="{D12EF3ED-7722-AD8A-B901-98769F7026D7}"/>
          </ac:grpSpMkLst>
        </pc:grpChg>
        <pc:grpChg chg="add mod">
          <ac:chgData name="이건희" userId="0a994238-b102-4555-836f-34b53b2f3c57" providerId="ADAL" clId="{8DA326DE-65E5-462E-AEAE-DDC091F63FA0}" dt="2023-11-14T06:28:13.189" v="3327" actId="164"/>
          <ac:grpSpMkLst>
            <pc:docMk/>
            <pc:sldMk cId="2842460297" sldId="354"/>
            <ac:grpSpMk id="134" creationId="{0B29CFC6-8ECD-35FF-40E7-4BE7C377BD4B}"/>
          </ac:grpSpMkLst>
        </pc:grpChg>
        <pc:grpChg chg="mod">
          <ac:chgData name="이건희" userId="0a994238-b102-4555-836f-34b53b2f3c57" providerId="ADAL" clId="{8DA326DE-65E5-462E-AEAE-DDC091F63FA0}" dt="2023-11-14T06:27:12.436" v="3309"/>
          <ac:grpSpMkLst>
            <pc:docMk/>
            <pc:sldMk cId="2842460297" sldId="354"/>
            <ac:grpSpMk id="144" creationId="{FF080CC0-1F1B-D6D7-62EF-55AB465A2906}"/>
          </ac:grpSpMkLst>
        </pc:grpChg>
        <pc:grpChg chg="mod">
          <ac:chgData name="이건희" userId="0a994238-b102-4555-836f-34b53b2f3c57" providerId="ADAL" clId="{8DA326DE-65E5-462E-AEAE-DDC091F63FA0}" dt="2023-11-14T06:27:12.436" v="3309"/>
          <ac:grpSpMkLst>
            <pc:docMk/>
            <pc:sldMk cId="2842460297" sldId="354"/>
            <ac:grpSpMk id="145" creationId="{8ECF7135-AA5C-F554-84AA-086081446EA9}"/>
          </ac:grpSpMkLst>
        </pc:grpChg>
        <pc:grpChg chg="add mod ord">
          <ac:chgData name="이건희" userId="0a994238-b102-4555-836f-34b53b2f3c57" providerId="ADAL" clId="{8DA326DE-65E5-462E-AEAE-DDC091F63FA0}" dt="2023-11-14T06:31:05.649" v="3353" actId="1076"/>
          <ac:grpSpMkLst>
            <pc:docMk/>
            <pc:sldMk cId="2842460297" sldId="354"/>
            <ac:grpSpMk id="158" creationId="{CE67ED2D-A094-FF76-EFC9-1D66A49373FD}"/>
          </ac:grpSpMkLst>
        </pc:grpChg>
        <pc:grpChg chg="add mod">
          <ac:chgData name="이건희" userId="0a994238-b102-4555-836f-34b53b2f3c57" providerId="ADAL" clId="{8DA326DE-65E5-462E-AEAE-DDC091F63FA0}" dt="2023-11-14T06:34:43.112" v="3512" actId="1036"/>
          <ac:grpSpMkLst>
            <pc:docMk/>
            <pc:sldMk cId="2842460297" sldId="354"/>
            <ac:grpSpMk id="167" creationId="{D5449CC0-ECA2-0FAC-BA51-66DEF5BB52B3}"/>
          </ac:grpSpMkLst>
        </pc:grpChg>
        <pc:grpChg chg="add del mod">
          <ac:chgData name="이건희" userId="0a994238-b102-4555-836f-34b53b2f3c57" providerId="ADAL" clId="{8DA326DE-65E5-462E-AEAE-DDC091F63FA0}" dt="2023-11-14T06:36:03.189" v="3536" actId="478"/>
          <ac:grpSpMkLst>
            <pc:docMk/>
            <pc:sldMk cId="2842460297" sldId="354"/>
            <ac:grpSpMk id="173" creationId="{379C2726-31A3-2B6D-7218-6AB994F42011}"/>
          </ac:grpSpMkLst>
        </pc:grpChg>
        <pc:grpChg chg="add mod">
          <ac:chgData name="이건희" userId="0a994238-b102-4555-836f-34b53b2f3c57" providerId="ADAL" clId="{8DA326DE-65E5-462E-AEAE-DDC091F63FA0}" dt="2023-11-14T06:34:29.332" v="3491" actId="1076"/>
          <ac:grpSpMkLst>
            <pc:docMk/>
            <pc:sldMk cId="2842460297" sldId="354"/>
            <ac:grpSpMk id="177" creationId="{13B25896-DB84-C808-50A2-2757D8C0EF43}"/>
          </ac:grpSpMkLst>
        </pc:grpChg>
        <pc:grpChg chg="add mod ord">
          <ac:chgData name="이건희" userId="0a994238-b102-4555-836f-34b53b2f3c57" providerId="ADAL" clId="{8DA326DE-65E5-462E-AEAE-DDC091F63FA0}" dt="2023-11-14T06:34:45.885" v="3518" actId="1036"/>
          <ac:grpSpMkLst>
            <pc:docMk/>
            <pc:sldMk cId="2842460297" sldId="354"/>
            <ac:grpSpMk id="180" creationId="{486CD666-1B1A-1C63-B9EE-CBE0170C3F70}"/>
          </ac:grpSpMkLst>
        </pc:grpChg>
        <pc:grpChg chg="del">
          <ac:chgData name="이건희" userId="0a994238-b102-4555-836f-34b53b2f3c57" providerId="ADAL" clId="{8DA326DE-65E5-462E-AEAE-DDC091F63FA0}" dt="2023-11-14T06:27:55.671" v="3322" actId="478"/>
          <ac:grpSpMkLst>
            <pc:docMk/>
            <pc:sldMk cId="2842460297" sldId="354"/>
            <ac:grpSpMk id="190" creationId="{61E55D2A-7043-1D00-FDB3-B2078205FB4D}"/>
          </ac:grpSpMkLst>
        </pc:grpChg>
        <pc:grpChg chg="add mod">
          <ac:chgData name="이건희" userId="0a994238-b102-4555-836f-34b53b2f3c57" providerId="ADAL" clId="{8DA326DE-65E5-462E-AEAE-DDC091F63FA0}" dt="2023-11-14T06:34:39.301" v="3502" actId="1036"/>
          <ac:grpSpMkLst>
            <pc:docMk/>
            <pc:sldMk cId="2842460297" sldId="354"/>
            <ac:grpSpMk id="234" creationId="{57708CD1-343E-CBE4-3BD5-9A0646EC9CA6}"/>
          </ac:grpSpMkLst>
        </pc:grpChg>
        <pc:picChg chg="mod">
          <ac:chgData name="이건희" userId="0a994238-b102-4555-836f-34b53b2f3c57" providerId="ADAL" clId="{8DA326DE-65E5-462E-AEAE-DDC091F63FA0}" dt="2023-11-14T06:32:22.911" v="3416" actId="1076"/>
          <ac:picMkLst>
            <pc:docMk/>
            <pc:sldMk cId="2842460297" sldId="354"/>
            <ac:picMk id="7" creationId="{6DF4C72F-7BE2-15E6-36B4-4F3E56A98ADB}"/>
          </ac:picMkLst>
        </pc:picChg>
        <pc:picChg chg="add mod">
          <ac:chgData name="이건희" userId="0a994238-b102-4555-836f-34b53b2f3c57" providerId="ADAL" clId="{8DA326DE-65E5-462E-AEAE-DDC091F63FA0}" dt="2023-11-14T06:28:13.189" v="3327" actId="164"/>
          <ac:picMkLst>
            <pc:docMk/>
            <pc:sldMk cId="2842460297" sldId="354"/>
            <ac:picMk id="19" creationId="{9123A0A5-6E29-5FC6-1407-AF2CFDB5C8FD}"/>
          </ac:picMkLst>
        </pc:picChg>
        <pc:picChg chg="add del">
          <ac:chgData name="이건희" userId="0a994238-b102-4555-836f-34b53b2f3c57" providerId="ADAL" clId="{8DA326DE-65E5-462E-AEAE-DDC091F63FA0}" dt="2023-11-14T06:27:49.439" v="3321" actId="478"/>
          <ac:picMkLst>
            <pc:docMk/>
            <pc:sldMk cId="2842460297" sldId="354"/>
            <ac:picMk id="189" creationId="{F1107176-182E-9EA8-E0CD-F00A6570DA13}"/>
          </ac:picMkLst>
        </pc:picChg>
        <pc:cxnChg chg="add mod">
          <ac:chgData name="이건희" userId="0a994238-b102-4555-836f-34b53b2f3c57" providerId="ADAL" clId="{8DA326DE-65E5-462E-AEAE-DDC091F63FA0}" dt="2023-11-14T06:29:05.703" v="3337" actId="1076"/>
          <ac:cxnSpMkLst>
            <pc:docMk/>
            <pc:sldMk cId="2842460297" sldId="354"/>
            <ac:cxnSpMk id="37" creationId="{00E00B25-8381-96B5-E7AD-AA1781DD1205}"/>
          </ac:cxnSpMkLst>
        </pc:cxnChg>
        <pc:cxnChg chg="add del mod">
          <ac:chgData name="이건희" userId="0a994238-b102-4555-836f-34b53b2f3c57" providerId="ADAL" clId="{8DA326DE-65E5-462E-AEAE-DDC091F63FA0}" dt="2023-11-14T06:28:53.775" v="3334" actId="478"/>
          <ac:cxnSpMkLst>
            <pc:docMk/>
            <pc:sldMk cId="2842460297" sldId="354"/>
            <ac:cxnSpMk id="60" creationId="{AC12F736-747F-3ADB-E359-05C6FAC3666D}"/>
          </ac:cxnSpMkLst>
        </pc:cxnChg>
        <pc:cxnChg chg="mod">
          <ac:chgData name="이건희" userId="0a994238-b102-4555-836f-34b53b2f3c57" providerId="ADAL" clId="{8DA326DE-65E5-462E-AEAE-DDC091F63FA0}" dt="2023-11-14T06:27:12.436" v="3309"/>
          <ac:cxnSpMkLst>
            <pc:docMk/>
            <pc:sldMk cId="2842460297" sldId="354"/>
            <ac:cxnSpMk id="63" creationId="{07107C70-5A69-8E99-3AF4-A4F82EFE30C7}"/>
          </ac:cxnSpMkLst>
        </pc:cxnChg>
        <pc:cxnChg chg="mod">
          <ac:chgData name="이건희" userId="0a994238-b102-4555-836f-34b53b2f3c57" providerId="ADAL" clId="{8DA326DE-65E5-462E-AEAE-DDC091F63FA0}" dt="2023-11-14T06:27:12.436" v="3309"/>
          <ac:cxnSpMkLst>
            <pc:docMk/>
            <pc:sldMk cId="2842460297" sldId="354"/>
            <ac:cxnSpMk id="128" creationId="{1DD8E643-896D-2862-BD11-F723E08DD9CF}"/>
          </ac:cxnSpMkLst>
        </pc:cxnChg>
        <pc:cxnChg chg="add del mod">
          <ac:chgData name="이건희" userId="0a994238-b102-4555-836f-34b53b2f3c57" providerId="ADAL" clId="{8DA326DE-65E5-462E-AEAE-DDC091F63FA0}" dt="2023-11-14T06:31:08.554" v="3354" actId="21"/>
          <ac:cxnSpMkLst>
            <pc:docMk/>
            <pc:sldMk cId="2842460297" sldId="354"/>
            <ac:cxnSpMk id="133" creationId="{9EB74847-50AF-F36E-EF8C-4B07B8009180}"/>
          </ac:cxnSpMkLst>
        </pc:cxnChg>
        <pc:cxnChg chg="mod">
          <ac:chgData name="이건희" userId="0a994238-b102-4555-836f-34b53b2f3c57" providerId="ADAL" clId="{8DA326DE-65E5-462E-AEAE-DDC091F63FA0}" dt="2023-11-14T06:27:12.436" v="3309"/>
          <ac:cxnSpMkLst>
            <pc:docMk/>
            <pc:sldMk cId="2842460297" sldId="354"/>
            <ac:cxnSpMk id="147" creationId="{F5F961E0-260D-0A63-DD26-E5ABE0D2091C}"/>
          </ac:cxnSpMkLst>
        </pc:cxnChg>
        <pc:cxnChg chg="add mod">
          <ac:chgData name="이건희" userId="0a994238-b102-4555-836f-34b53b2f3c57" providerId="ADAL" clId="{8DA326DE-65E5-462E-AEAE-DDC091F63FA0}" dt="2023-11-14T06:28:13.189" v="3327" actId="164"/>
          <ac:cxnSpMkLst>
            <pc:docMk/>
            <pc:sldMk cId="2842460297" sldId="354"/>
            <ac:cxnSpMk id="151" creationId="{1FBBDAB1-EF54-E561-B9E4-1934125230C7}"/>
          </ac:cxnSpMkLst>
        </pc:cxnChg>
        <pc:cxnChg chg="add mod">
          <ac:chgData name="이건희" userId="0a994238-b102-4555-836f-34b53b2f3c57" providerId="ADAL" clId="{8DA326DE-65E5-462E-AEAE-DDC091F63FA0}" dt="2023-11-14T06:28:59.890" v="3336" actId="14100"/>
          <ac:cxnSpMkLst>
            <pc:docMk/>
            <pc:sldMk cId="2842460297" sldId="354"/>
            <ac:cxnSpMk id="160" creationId="{04B6B2D4-18CF-923C-B8A6-9AB41381C9B8}"/>
          </ac:cxnSpMkLst>
        </pc:cxnChg>
        <pc:cxnChg chg="add mod">
          <ac:chgData name="이건희" userId="0a994238-b102-4555-836f-34b53b2f3c57" providerId="ADAL" clId="{8DA326DE-65E5-462E-AEAE-DDC091F63FA0}" dt="2023-11-14T06:29:21.522" v="3339" actId="1076"/>
          <ac:cxnSpMkLst>
            <pc:docMk/>
            <pc:sldMk cId="2842460297" sldId="354"/>
            <ac:cxnSpMk id="163" creationId="{D60E4C02-0EA8-C217-FA46-78A1606EDEFB}"/>
          </ac:cxnSpMkLst>
        </pc:cxnChg>
        <pc:cxnChg chg="add mod">
          <ac:chgData name="이건희" userId="0a994238-b102-4555-836f-34b53b2f3c57" providerId="ADAL" clId="{8DA326DE-65E5-462E-AEAE-DDC091F63FA0}" dt="2023-11-14T06:29:21.522" v="3339" actId="1076"/>
          <ac:cxnSpMkLst>
            <pc:docMk/>
            <pc:sldMk cId="2842460297" sldId="354"/>
            <ac:cxnSpMk id="164" creationId="{754037BB-9CBF-1E94-D3ED-607770FD0E19}"/>
          </ac:cxnSpMkLst>
        </pc:cxnChg>
        <pc:cxnChg chg="add mod">
          <ac:chgData name="이건희" userId="0a994238-b102-4555-836f-34b53b2f3c57" providerId="ADAL" clId="{8DA326DE-65E5-462E-AEAE-DDC091F63FA0}" dt="2023-11-14T06:36:27.215" v="3541" actId="1076"/>
          <ac:cxnSpMkLst>
            <pc:docMk/>
            <pc:sldMk cId="2842460297" sldId="354"/>
            <ac:cxnSpMk id="230" creationId="{1F37C92D-721C-71D8-BD7D-D68D254F8F1B}"/>
          </ac:cxnSpMkLst>
        </pc:cxnChg>
        <pc:cxnChg chg="add mod">
          <ac:chgData name="이건희" userId="0a994238-b102-4555-836f-34b53b2f3c57" providerId="ADAL" clId="{8DA326DE-65E5-462E-AEAE-DDC091F63FA0}" dt="2023-11-14T06:36:34.827" v="3543" actId="1076"/>
          <ac:cxnSpMkLst>
            <pc:docMk/>
            <pc:sldMk cId="2842460297" sldId="354"/>
            <ac:cxnSpMk id="238" creationId="{47B0B6F0-8C6E-24D3-8089-2479E7C86DCA}"/>
          </ac:cxnSpMkLst>
        </pc:cxnChg>
        <pc:cxnChg chg="add mod">
          <ac:chgData name="이건희" userId="0a994238-b102-4555-836f-34b53b2f3c57" providerId="ADAL" clId="{8DA326DE-65E5-462E-AEAE-DDC091F63FA0}" dt="2023-11-14T06:36:42.802" v="3545" actId="1076"/>
          <ac:cxnSpMkLst>
            <pc:docMk/>
            <pc:sldMk cId="2842460297" sldId="354"/>
            <ac:cxnSpMk id="239" creationId="{E496805C-07CC-524C-721C-4336A0AB150A}"/>
          </ac:cxnSpMkLst>
        </pc:cxnChg>
        <pc:cxnChg chg="add mod">
          <ac:chgData name="이건희" userId="0a994238-b102-4555-836f-34b53b2f3c57" providerId="ADAL" clId="{8DA326DE-65E5-462E-AEAE-DDC091F63FA0}" dt="2023-11-14T06:36:49.309" v="3547" actId="1076"/>
          <ac:cxnSpMkLst>
            <pc:docMk/>
            <pc:sldMk cId="2842460297" sldId="354"/>
            <ac:cxnSpMk id="240" creationId="{0D293B92-CCFC-C49A-14B9-B1FEA7F4A2B8}"/>
          </ac:cxnSpMkLst>
        </pc:cxnChg>
        <pc:cxnChg chg="add del mod">
          <ac:chgData name="이건희" userId="0a994238-b102-4555-836f-34b53b2f3c57" providerId="ADAL" clId="{8DA326DE-65E5-462E-AEAE-DDC091F63FA0}" dt="2023-11-14T06:37:06.495" v="3549"/>
          <ac:cxnSpMkLst>
            <pc:docMk/>
            <pc:sldMk cId="2842460297" sldId="354"/>
            <ac:cxnSpMk id="241" creationId="{1479D292-F064-D88C-921A-B853505AB080}"/>
          </ac:cxnSpMkLst>
        </pc:cxnChg>
        <pc:cxnChg chg="add mod">
          <ac:chgData name="이건희" userId="0a994238-b102-4555-836f-34b53b2f3c57" providerId="ADAL" clId="{8DA326DE-65E5-462E-AEAE-DDC091F63FA0}" dt="2023-11-14T06:37:16.830" v="3551" actId="1076"/>
          <ac:cxnSpMkLst>
            <pc:docMk/>
            <pc:sldMk cId="2842460297" sldId="354"/>
            <ac:cxnSpMk id="242" creationId="{9CB52029-D3FD-6D7F-F336-75C7F9CD454D}"/>
          </ac:cxnSpMkLst>
        </pc:cxnChg>
        <pc:cxnChg chg="add mod">
          <ac:chgData name="이건희" userId="0a994238-b102-4555-836f-34b53b2f3c57" providerId="ADAL" clId="{8DA326DE-65E5-462E-AEAE-DDC091F63FA0}" dt="2023-11-14T06:37:16.830" v="3551" actId="1076"/>
          <ac:cxnSpMkLst>
            <pc:docMk/>
            <pc:sldMk cId="2842460297" sldId="354"/>
            <ac:cxnSpMk id="244" creationId="{73E3A25C-BF54-013D-41A7-B13E16BB78D3}"/>
          </ac:cxnSpMkLst>
        </pc:cxnChg>
        <pc:cxnChg chg="add mod">
          <ac:chgData name="이건희" userId="0a994238-b102-4555-836f-34b53b2f3c57" providerId="ADAL" clId="{8DA326DE-65E5-462E-AEAE-DDC091F63FA0}" dt="2023-11-14T06:37:21.287" v="3555" actId="1035"/>
          <ac:cxnSpMkLst>
            <pc:docMk/>
            <pc:sldMk cId="2842460297" sldId="354"/>
            <ac:cxnSpMk id="245" creationId="{80B40B27-215F-D87D-ABD6-610B6214C832}"/>
          </ac:cxnSpMkLst>
        </pc:cxnChg>
        <pc:cxnChg chg="add mod">
          <ac:chgData name="이건희" userId="0a994238-b102-4555-836f-34b53b2f3c57" providerId="ADAL" clId="{8DA326DE-65E5-462E-AEAE-DDC091F63FA0}" dt="2023-11-14T06:37:19.459" v="3552" actId="1076"/>
          <ac:cxnSpMkLst>
            <pc:docMk/>
            <pc:sldMk cId="2842460297" sldId="354"/>
            <ac:cxnSpMk id="246" creationId="{65BF379B-EE9F-2003-721D-591E5CCB70EA}"/>
          </ac:cxnSpMkLst>
        </pc:cxnChg>
      </pc:sldChg>
      <pc:sldChg chg="addSp delSp modSp add mod">
        <pc:chgData name="이건희" userId="0a994238-b102-4555-836f-34b53b2f3c57" providerId="ADAL" clId="{8DA326DE-65E5-462E-AEAE-DDC091F63FA0}" dt="2023-11-16T01:00:27.220" v="8335"/>
        <pc:sldMkLst>
          <pc:docMk/>
          <pc:sldMk cId="2245955453" sldId="355"/>
        </pc:sldMkLst>
        <pc:spChg chg="mod">
          <ac:chgData name="이건희" userId="0a994238-b102-4555-836f-34b53b2f3c57" providerId="ADAL" clId="{8DA326DE-65E5-462E-AEAE-DDC091F63FA0}" dt="2023-11-14T06:44:36.499" v="3684"/>
          <ac:spMkLst>
            <pc:docMk/>
            <pc:sldMk cId="2245955453" sldId="355"/>
            <ac:spMk id="5" creationId="{FD50C6D4-F10E-AF39-EF35-0F8DFABB51F9}"/>
          </ac:spMkLst>
        </pc:spChg>
        <pc:spChg chg="del">
          <ac:chgData name="이건희" userId="0a994238-b102-4555-836f-34b53b2f3c57" providerId="ADAL" clId="{8DA326DE-65E5-462E-AEAE-DDC091F63FA0}" dt="2023-11-16T01:00:27.040" v="8334" actId="478"/>
          <ac:spMkLst>
            <pc:docMk/>
            <pc:sldMk cId="2245955453" sldId="355"/>
            <ac:spMk id="8" creationId="{EC3E5FF0-D4F8-8328-82EF-1B3195DE4911}"/>
          </ac:spMkLst>
        </pc:spChg>
        <pc:spChg chg="add mod">
          <ac:chgData name="이건희" userId="0a994238-b102-4555-836f-34b53b2f3c57" providerId="ADAL" clId="{8DA326DE-65E5-462E-AEAE-DDC091F63FA0}" dt="2023-11-16T01:00:27.220" v="8335"/>
          <ac:spMkLst>
            <pc:docMk/>
            <pc:sldMk cId="2245955453" sldId="355"/>
            <ac:spMk id="55" creationId="{B5656A31-230A-1B3A-9DCD-0C3185950496}"/>
          </ac:spMkLst>
        </pc:spChg>
        <pc:spChg chg="del">
          <ac:chgData name="이건희" userId="0a994238-b102-4555-836f-34b53b2f3c57" providerId="ADAL" clId="{8DA326DE-65E5-462E-AEAE-DDC091F63FA0}" dt="2023-11-14T06:38:36.991" v="3579" actId="478"/>
          <ac:spMkLst>
            <pc:docMk/>
            <pc:sldMk cId="2245955453" sldId="355"/>
            <ac:spMk id="56" creationId="{BD503603-D7CA-8B75-2F74-DEFA1E8C3DE8}"/>
          </ac:spMkLst>
        </pc:spChg>
        <pc:spChg chg="add mod">
          <ac:chgData name="이건희" userId="0a994238-b102-4555-836f-34b53b2f3c57" providerId="ADAL" clId="{8DA326DE-65E5-462E-AEAE-DDC091F63FA0}" dt="2023-11-14T06:38:45.924" v="3580"/>
          <ac:spMkLst>
            <pc:docMk/>
            <pc:sldMk cId="2245955453" sldId="355"/>
            <ac:spMk id="59" creationId="{33FF8768-506B-009E-5DB4-B8A87D204082}"/>
          </ac:spMkLst>
        </pc:spChg>
        <pc:spChg chg="add mod">
          <ac:chgData name="이건희" userId="0a994238-b102-4555-836f-34b53b2f3c57" providerId="ADAL" clId="{8DA326DE-65E5-462E-AEAE-DDC091F63FA0}" dt="2023-11-14T06:38:45.924" v="3580"/>
          <ac:spMkLst>
            <pc:docMk/>
            <pc:sldMk cId="2245955453" sldId="355"/>
            <ac:spMk id="60" creationId="{9141C2CD-481B-C54B-1880-9A448EE9F7E3}"/>
          </ac:spMkLst>
        </pc:spChg>
        <pc:spChg chg="del">
          <ac:chgData name="이건희" userId="0a994238-b102-4555-836f-34b53b2f3c57" providerId="ADAL" clId="{8DA326DE-65E5-462E-AEAE-DDC091F63FA0}" dt="2023-11-14T06:38:49.895" v="3581" actId="478"/>
          <ac:spMkLst>
            <pc:docMk/>
            <pc:sldMk cId="2245955453" sldId="355"/>
            <ac:spMk id="61" creationId="{ACD69F06-9D80-5511-E3B2-2569225361BE}"/>
          </ac:spMkLst>
        </pc:spChg>
        <pc:spChg chg="del">
          <ac:chgData name="이건희" userId="0a994238-b102-4555-836f-34b53b2f3c57" providerId="ADAL" clId="{8DA326DE-65E5-462E-AEAE-DDC091F63FA0}" dt="2023-11-14T06:39:59.701" v="3624" actId="478"/>
          <ac:spMkLst>
            <pc:docMk/>
            <pc:sldMk cId="2245955453" sldId="355"/>
            <ac:spMk id="165" creationId="{60374D06-26BF-AE47-2A61-9F638F9F8DFF}"/>
          </ac:spMkLst>
        </pc:spChg>
        <pc:spChg chg="del">
          <ac:chgData name="이건희" userId="0a994238-b102-4555-836f-34b53b2f3c57" providerId="ADAL" clId="{8DA326DE-65E5-462E-AEAE-DDC091F63FA0}" dt="2023-11-14T06:38:19.181" v="3568" actId="478"/>
          <ac:spMkLst>
            <pc:docMk/>
            <pc:sldMk cId="2245955453" sldId="355"/>
            <ac:spMk id="166" creationId="{AE8326EE-3962-FABB-29CF-69C3A44DE9D4}"/>
          </ac:spMkLst>
        </pc:spChg>
        <pc:spChg chg="del">
          <ac:chgData name="이건희" userId="0a994238-b102-4555-836f-34b53b2f3c57" providerId="ADAL" clId="{8DA326DE-65E5-462E-AEAE-DDC091F63FA0}" dt="2023-11-14T06:38:22.981" v="3572" actId="478"/>
          <ac:spMkLst>
            <pc:docMk/>
            <pc:sldMk cId="2245955453" sldId="355"/>
            <ac:spMk id="171" creationId="{0A0A7773-D787-7890-794B-FEF08362D2B5}"/>
          </ac:spMkLst>
        </pc:spChg>
        <pc:spChg chg="del">
          <ac:chgData name="이건희" userId="0a994238-b102-4555-836f-34b53b2f3c57" providerId="ADAL" clId="{8DA326DE-65E5-462E-AEAE-DDC091F63FA0}" dt="2023-11-14T06:38:32.173" v="3578" actId="478"/>
          <ac:spMkLst>
            <pc:docMk/>
            <pc:sldMk cId="2245955453" sldId="355"/>
            <ac:spMk id="172" creationId="{455C1823-9EEC-1E27-FAD5-007F682CAA92}"/>
          </ac:spMkLst>
        </pc:spChg>
        <pc:spChg chg="del">
          <ac:chgData name="이건희" userId="0a994238-b102-4555-836f-34b53b2f3c57" providerId="ADAL" clId="{8DA326DE-65E5-462E-AEAE-DDC091F63FA0}" dt="2023-11-14T06:38:20.027" v="3569" actId="478"/>
          <ac:spMkLst>
            <pc:docMk/>
            <pc:sldMk cId="2245955453" sldId="355"/>
            <ac:spMk id="176" creationId="{056BA56F-D9B6-C1AF-BE1B-448327C9F576}"/>
          </ac:spMkLst>
        </pc:spChg>
        <pc:spChg chg="del">
          <ac:chgData name="이건희" userId="0a994238-b102-4555-836f-34b53b2f3c57" providerId="ADAL" clId="{8DA326DE-65E5-462E-AEAE-DDC091F63FA0}" dt="2023-11-14T06:38:30.022" v="3577" actId="478"/>
          <ac:spMkLst>
            <pc:docMk/>
            <pc:sldMk cId="2245955453" sldId="355"/>
            <ac:spMk id="231" creationId="{6A19F623-71EE-5141-596F-D4FC159F75AF}"/>
          </ac:spMkLst>
        </pc:spChg>
        <pc:spChg chg="del">
          <ac:chgData name="이건희" userId="0a994238-b102-4555-836f-34b53b2f3c57" providerId="ADAL" clId="{8DA326DE-65E5-462E-AEAE-DDC091F63FA0}" dt="2023-11-14T06:38:25.719" v="3574" actId="478"/>
          <ac:spMkLst>
            <pc:docMk/>
            <pc:sldMk cId="2245955453" sldId="355"/>
            <ac:spMk id="232" creationId="{1FF9C257-E776-DEFE-444B-F73A79CB9B1F}"/>
          </ac:spMkLst>
        </pc:spChg>
        <pc:spChg chg="del">
          <ac:chgData name="이건희" userId="0a994238-b102-4555-836f-34b53b2f3c57" providerId="ADAL" clId="{8DA326DE-65E5-462E-AEAE-DDC091F63FA0}" dt="2023-11-14T06:38:18.053" v="3567" actId="478"/>
          <ac:spMkLst>
            <pc:docMk/>
            <pc:sldMk cId="2245955453" sldId="355"/>
            <ac:spMk id="235" creationId="{5C2EDEDF-2F30-464C-356B-097DE7D868A4}"/>
          </ac:spMkLst>
        </pc:spChg>
        <pc:spChg chg="del">
          <ac:chgData name="이건희" userId="0a994238-b102-4555-836f-34b53b2f3c57" providerId="ADAL" clId="{8DA326DE-65E5-462E-AEAE-DDC091F63FA0}" dt="2023-11-14T06:38:09.958" v="3561" actId="478"/>
          <ac:spMkLst>
            <pc:docMk/>
            <pc:sldMk cId="2245955453" sldId="355"/>
            <ac:spMk id="236" creationId="{103766B1-0BDB-1C71-E993-2AA74753CAD1}"/>
          </ac:spMkLst>
        </pc:spChg>
        <pc:grpChg chg="del">
          <ac:chgData name="이건희" userId="0a994238-b102-4555-836f-34b53b2f3c57" providerId="ADAL" clId="{8DA326DE-65E5-462E-AEAE-DDC091F63FA0}" dt="2023-11-14T06:38:36.991" v="3579" actId="478"/>
          <ac:grpSpMkLst>
            <pc:docMk/>
            <pc:sldMk cId="2245955453" sldId="355"/>
            <ac:grpSpMk id="55" creationId="{6889F75E-2414-1357-8C61-0BDB39006BA9}"/>
          </ac:grpSpMkLst>
        </pc:grpChg>
        <pc:grpChg chg="del">
          <ac:chgData name="이건희" userId="0a994238-b102-4555-836f-34b53b2f3c57" providerId="ADAL" clId="{8DA326DE-65E5-462E-AEAE-DDC091F63FA0}" dt="2023-11-14T06:38:26.591" v="3575" actId="478"/>
          <ac:grpSpMkLst>
            <pc:docMk/>
            <pc:sldMk cId="2245955453" sldId="355"/>
            <ac:grpSpMk id="167" creationId="{D5449CC0-ECA2-0FAC-BA51-66DEF5BB52B3}"/>
          </ac:grpSpMkLst>
        </pc:grpChg>
        <pc:grpChg chg="del">
          <ac:chgData name="이건희" userId="0a994238-b102-4555-836f-34b53b2f3c57" providerId="ADAL" clId="{8DA326DE-65E5-462E-AEAE-DDC091F63FA0}" dt="2023-11-14T06:38:16.510" v="3565" actId="478"/>
          <ac:grpSpMkLst>
            <pc:docMk/>
            <pc:sldMk cId="2245955453" sldId="355"/>
            <ac:grpSpMk id="177" creationId="{13B25896-DB84-C808-50A2-2757D8C0EF43}"/>
          </ac:grpSpMkLst>
        </pc:grpChg>
        <pc:grpChg chg="del">
          <ac:chgData name="이건희" userId="0a994238-b102-4555-836f-34b53b2f3c57" providerId="ADAL" clId="{8DA326DE-65E5-462E-AEAE-DDC091F63FA0}" dt="2023-11-14T06:38:10.807" v="3562" actId="478"/>
          <ac:grpSpMkLst>
            <pc:docMk/>
            <pc:sldMk cId="2245955453" sldId="355"/>
            <ac:grpSpMk id="180" creationId="{486CD666-1B1A-1C63-B9EE-CBE0170C3F70}"/>
          </ac:grpSpMkLst>
        </pc:grpChg>
        <pc:grpChg chg="del">
          <ac:chgData name="이건희" userId="0a994238-b102-4555-836f-34b53b2f3c57" providerId="ADAL" clId="{8DA326DE-65E5-462E-AEAE-DDC091F63FA0}" dt="2023-11-14T06:38:22.301" v="3571" actId="478"/>
          <ac:grpSpMkLst>
            <pc:docMk/>
            <pc:sldMk cId="2245955453" sldId="355"/>
            <ac:grpSpMk id="234" creationId="{57708CD1-343E-CBE4-3BD5-9A0646EC9CA6}"/>
          </ac:grpSpMkLst>
        </pc:grpChg>
        <pc:picChg chg="add del">
          <ac:chgData name="이건희" userId="0a994238-b102-4555-836f-34b53b2f3c57" providerId="ADAL" clId="{8DA326DE-65E5-462E-AEAE-DDC091F63FA0}" dt="2023-11-14T06:38:12.703" v="3564" actId="478"/>
          <ac:picMkLst>
            <pc:docMk/>
            <pc:sldMk cId="2245955453" sldId="355"/>
            <ac:picMk id="7" creationId="{6DF4C72F-7BE2-15E6-36B4-4F3E56A98ADB}"/>
          </ac:picMkLst>
        </pc:picChg>
        <pc:cxnChg chg="del">
          <ac:chgData name="이건희" userId="0a994238-b102-4555-836f-34b53b2f3c57" providerId="ADAL" clId="{8DA326DE-65E5-462E-AEAE-DDC091F63FA0}" dt="2023-11-14T06:38:17.325" v="3566" actId="478"/>
          <ac:cxnSpMkLst>
            <pc:docMk/>
            <pc:sldMk cId="2245955453" sldId="355"/>
            <ac:cxnSpMk id="230" creationId="{1F37C92D-721C-71D8-BD7D-D68D254F8F1B}"/>
          </ac:cxnSpMkLst>
        </pc:cxnChg>
        <pc:cxnChg chg="del">
          <ac:chgData name="이건희" userId="0a994238-b102-4555-836f-34b53b2f3c57" providerId="ADAL" clId="{8DA326DE-65E5-462E-AEAE-DDC091F63FA0}" dt="2023-11-14T06:38:20.614" v="3570" actId="478"/>
          <ac:cxnSpMkLst>
            <pc:docMk/>
            <pc:sldMk cId="2245955453" sldId="355"/>
            <ac:cxnSpMk id="238" creationId="{47B0B6F0-8C6E-24D3-8089-2479E7C86DCA}"/>
          </ac:cxnSpMkLst>
        </pc:cxnChg>
        <pc:cxnChg chg="del">
          <ac:chgData name="이건희" userId="0a994238-b102-4555-836f-34b53b2f3c57" providerId="ADAL" clId="{8DA326DE-65E5-462E-AEAE-DDC091F63FA0}" dt="2023-11-14T06:38:24.774" v="3573" actId="478"/>
          <ac:cxnSpMkLst>
            <pc:docMk/>
            <pc:sldMk cId="2245955453" sldId="355"/>
            <ac:cxnSpMk id="239" creationId="{E496805C-07CC-524C-721C-4336A0AB150A}"/>
          </ac:cxnSpMkLst>
        </pc:cxnChg>
        <pc:cxnChg chg="del">
          <ac:chgData name="이건희" userId="0a994238-b102-4555-836f-34b53b2f3c57" providerId="ADAL" clId="{8DA326DE-65E5-462E-AEAE-DDC091F63FA0}" dt="2023-11-14T06:38:27.484" v="3576" actId="478"/>
          <ac:cxnSpMkLst>
            <pc:docMk/>
            <pc:sldMk cId="2245955453" sldId="355"/>
            <ac:cxnSpMk id="240" creationId="{0D293B92-CCFC-C49A-14B9-B1FEA7F4A2B8}"/>
          </ac:cxnSpMkLst>
        </pc:cxnChg>
      </pc:sldChg>
      <pc:sldChg chg="addSp delSp modSp new del mod">
        <pc:chgData name="이건희" userId="0a994238-b102-4555-836f-34b53b2f3c57" providerId="ADAL" clId="{8DA326DE-65E5-462E-AEAE-DDC091F63FA0}" dt="2023-11-14T06:43:14.749" v="3645" actId="47"/>
        <pc:sldMkLst>
          <pc:docMk/>
          <pc:sldMk cId="1411416744" sldId="356"/>
        </pc:sldMkLst>
        <pc:spChg chg="del">
          <ac:chgData name="이건희" userId="0a994238-b102-4555-836f-34b53b2f3c57" providerId="ADAL" clId="{8DA326DE-65E5-462E-AEAE-DDC091F63FA0}" dt="2023-11-14T06:42:39.747" v="3632" actId="478"/>
          <ac:spMkLst>
            <pc:docMk/>
            <pc:sldMk cId="1411416744" sldId="356"/>
            <ac:spMk id="2" creationId="{56F80F9A-0FDD-DCCD-27B5-75B38BB92F11}"/>
          </ac:spMkLst>
        </pc:spChg>
        <pc:spChg chg="del">
          <ac:chgData name="이건희" userId="0a994238-b102-4555-836f-34b53b2f3c57" providerId="ADAL" clId="{8DA326DE-65E5-462E-AEAE-DDC091F63FA0}" dt="2023-11-14T06:42:39.747" v="3632" actId="478"/>
          <ac:spMkLst>
            <pc:docMk/>
            <pc:sldMk cId="1411416744" sldId="356"/>
            <ac:spMk id="3" creationId="{1BC5D167-D5FB-581A-9E77-DEA66A58788C}"/>
          </ac:spMkLst>
        </pc:spChg>
        <pc:spChg chg="del">
          <ac:chgData name="이건희" userId="0a994238-b102-4555-836f-34b53b2f3c57" providerId="ADAL" clId="{8DA326DE-65E5-462E-AEAE-DDC091F63FA0}" dt="2023-11-14T06:42:39.747" v="3632" actId="478"/>
          <ac:spMkLst>
            <pc:docMk/>
            <pc:sldMk cId="1411416744" sldId="356"/>
            <ac:spMk id="5" creationId="{EC341806-CA6E-C32E-2B6D-40A8004F0391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" creationId="{4D3D8C45-9F18-773F-AFAA-8867723D20C1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" creationId="{9A034B8A-A903-272E-CC28-7080120F2A00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9" creationId="{B9344E14-FFA7-8A84-C28B-D001D8C9FFA1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0" creationId="{7238CB2D-5172-AED8-502F-4CAF83498BEB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" creationId="{FD5AC970-0EF8-84F7-8909-F3840FF9D604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3" creationId="{762EFD5F-C544-1EFF-510F-4074166CE93A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4" creationId="{FAD25140-2C06-13A9-2945-D9F1B012A15B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5" creationId="{CD4A6EAF-841B-E308-503B-DA1105C715B1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6" creationId="{86CD1CA2-9CA3-DB6D-FB07-AD1D39B7208A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7" creationId="{F6C23324-BA4F-0637-322A-F30842907B35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8" creationId="{B574F483-5206-0F11-B874-04C8EC7B25B8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9" creationId="{AF1C42C2-4134-2EF4-EFDA-ECE162B0C9EB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0" creationId="{230A7BE0-5FFB-281A-880C-D19B0BCC4914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1" creationId="{8CACE4DA-8A6C-D2AD-C7CC-0572442BF015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2" creationId="{6C96B340-54BB-BB34-C42D-2F8B17A10A28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3" creationId="{B819F462-9ED2-B6F7-A948-7EA39F0B7A1B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4" creationId="{A0E1F224-8D9C-4AFF-C4B9-9DBE43263EBD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5" creationId="{A344A3A8-596B-540E-90C6-9CD70E9BC31F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6" creationId="{54A71F8A-7C23-79E7-3B4D-B691CA29E175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7" creationId="{69D5DFDE-A50A-6C14-0855-0F0495E7D523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8" creationId="{BCF632BB-E721-3D35-DD78-DE9897FDC1CD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29" creationId="{8698E4F7-1C90-DCBF-4BFC-0F4FC3C98A5C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0" creationId="{F141C3EA-D2B2-63DE-E3BC-76CD858F3D09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1" creationId="{640F6965-1DCA-5917-D296-20E3FC03AEFE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2" creationId="{8CACE4A4-ABBD-F429-DB96-16B47EBC7FC0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3" creationId="{B18580DF-4E81-3FD6-41F3-C2A038BF0E24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4" creationId="{BA2F651B-BD91-92D7-F308-8227EB037B78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5" creationId="{AAB05CA9-EE48-A9C5-FBC5-0954DC7E121B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6" creationId="{CD18554B-56A1-3B7E-7DC2-0E9636D3BEBC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7" creationId="{48AE7A3E-13F3-76DE-9392-EEB4B4FFB165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8" creationId="{0D191867-0C74-382F-B0FC-1EC865726D56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39" creationId="{71DA695F-0206-0633-CB25-435268C8F2CF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41" creationId="{DAD73BE0-9DD2-BF04-848F-0ABD852869B1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42" creationId="{0F51827B-CE4E-4FF5-E531-495052DB39A6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43" creationId="{317C5C19-6930-FF5E-2419-3EC5CCFA54D8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44" creationId="{B79A4B93-CF16-5DF2-3456-0B1C80308ABB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45" creationId="{AEE52CF6-B662-FF19-8771-499326153896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46" creationId="{F32CBDBF-8312-827B-0873-8F4E961D7E51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47" creationId="{24396C06-93F4-E412-8FA8-B8EE6E07BB8E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49" creationId="{4F9B41E5-CA69-2AEC-16E7-488B4DE99828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50" creationId="{A13F7667-5C91-FA0B-1A0C-BD1DA223DE3B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52" creationId="{96495C1F-79D8-E3D7-7253-8380F66691C6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53" creationId="{FD8F32F5-DF0D-CEB6-786C-7DC010C692D4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55" creationId="{C23BFDB3-61EF-D7F7-0EE9-9E0DAB4E5A53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56" creationId="{C0C51374-A1F5-75BF-1BCE-1417DF3EC191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57" creationId="{CF977788-2EFD-5DD0-EE47-4D562F95FDB2}"/>
          </ac:spMkLst>
        </pc:spChg>
        <pc:spChg chg="add del mod">
          <ac:chgData name="이건희" userId="0a994238-b102-4555-836f-34b53b2f3c57" providerId="ADAL" clId="{8DA326DE-65E5-462E-AEAE-DDC091F63FA0}" dt="2023-11-14T06:42:47.341" v="3636" actId="478"/>
          <ac:spMkLst>
            <pc:docMk/>
            <pc:sldMk cId="1411416744" sldId="356"/>
            <ac:spMk id="58" creationId="{94306F4E-7978-6043-8B3E-3074EDB876CD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0" creationId="{EAD1725F-5706-4A63-36B1-6CB6AEC1841B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1" creationId="{AD85E487-1AD9-B79A-E6E1-03619588A701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2" creationId="{AD486351-9F59-9BC8-865D-A7E47D2F801F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3" creationId="{A83FE9A5-654E-2AB5-A115-CC5D358D39AB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5" creationId="{A9A6AAD3-19C7-8AD2-4022-BE1E3DA0C73E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6" creationId="{11065F01-B56C-F169-ED33-D8BFE59B8377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8" creationId="{C9BEA180-072E-D47F-CD65-F4D1660ADB48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69" creationId="{A09137F4-5ED6-9419-EE78-E1553EFD1066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0" creationId="{D33E5305-DAEA-E5DA-C873-D088DE1C9E95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1" creationId="{0425B7E1-28E1-ABDB-2DB4-3A37BDF20460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2" creationId="{E6FC5C6B-E4CD-CCBE-67FA-BE9532FACE13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3" creationId="{9012E180-FAF5-5F59-053A-E06768E2DC7B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4" creationId="{D3748DD2-4FBF-377B-3C8B-2D501B2A3C0A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6" creationId="{E33EA831-2430-6583-8634-EF5077D5BA29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8" creationId="{C71AC98A-F64F-72E4-6525-0EB6660524CF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79" creationId="{8BDD50AF-9EB5-E832-B084-CEC4220CD78B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82" creationId="{B0AAAE63-A640-1BD8-E4AD-E087E2DFD496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83" creationId="{DF903D27-8E05-6416-0AB7-1CB2E17D313A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84" creationId="{A0DDAEBA-63C8-96BD-4CA5-0BFC85A16C26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85" creationId="{868BA3CF-3DE7-0344-19CF-FFA12BB6F6BF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86" creationId="{308BF8D9-503F-A441-8963-C5F18A56F0A1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87" creationId="{87C3373B-D623-2440-24C9-CE19ED770DC0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88" creationId="{4764A71C-0509-E2BC-3B43-9BC027F160E7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89" creationId="{7FCBD22A-EA50-8E3D-C363-A36CDDA4B112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92" creationId="{2FD0D51C-7224-9C25-246D-5CBC071A0F14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94" creationId="{34259EE6-F9DF-36F6-3190-70FD73025C71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95" creationId="{7736E18E-930E-4E0A-0431-771DC1907969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96" creationId="{C2FAB467-37A5-2DCA-3DA4-A3023602A94D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99" creationId="{43506ED5-D322-0405-7CF1-C04FA29D4459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00" creationId="{8F4BAE4E-1933-D891-7771-5B3273C6A6CF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01" creationId="{C824D8EA-AE51-DC9C-0C85-457B22F7651B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06" creationId="{A4A3C893-4AF9-EF4D-AE9E-179D39191C56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07" creationId="{48FB9DBA-CBF4-EDD4-5574-75ADB938ED68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08" creationId="{F7B0F7BD-3BFC-206B-0681-ECB8A2ECC3FF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09" creationId="{65321BE8-33FC-DD17-53A8-D26AD3C65EDC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10" creationId="{E35524B0-7C5F-2CE6-E3FD-E93A1782CE7F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12" creationId="{76A534CD-6703-FBC7-118D-94A6B11FD08B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13" creationId="{9C65577D-FFF1-0C37-46E8-1E3BFBA59B2F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15" creationId="{CC648EA8-CEF0-62FE-E5DB-F84359722BD9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16" creationId="{90F589B5-F229-8B96-7060-B175D60553FF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18" creationId="{48F07ED0-1203-BDA3-DF4D-2A6664B1B694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19" creationId="{A93037FC-93B1-2225-7745-0451FD8390DB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0" creationId="{FA1F32F7-2232-EA9E-698D-496FC02B5B26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1" creationId="{954198D9-5DFA-32F8-6A54-F39290703801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2" creationId="{00C96919-984C-AF99-C604-6F1A8A9C6A6D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3" creationId="{59473029-7F12-E081-A0DB-8AB334C7AFAA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4" creationId="{44BBC88F-949C-2AF0-1BB9-36D35578A125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5" creationId="{84890433-1E94-9356-47EF-6E29AC3B8CFE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6" creationId="{2987298C-28D8-E0E7-BEAD-7859189BE20D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7" creationId="{A13FAEA4-B94C-A077-4838-9194C06DF679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8" creationId="{CA35312B-89ED-CB72-6702-B1EA94332A5D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29" creationId="{74DBEC85-C735-B901-25D3-5B7F7F1F5013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30" creationId="{F52411F0-779D-54AF-38B5-5E34511B883F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32" creationId="{0B26428B-3C2D-5423-47F2-7752CD37D920}"/>
          </ac:spMkLst>
        </pc:spChg>
        <pc:spChg chg="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33" creationId="{E9E6157A-2C01-EB84-21F7-CE6033AE9E9C}"/>
          </ac:spMkLst>
        </pc:spChg>
        <pc:spChg chg="add mod">
          <ac:chgData name="이건희" userId="0a994238-b102-4555-836f-34b53b2f3c57" providerId="ADAL" clId="{8DA326DE-65E5-462E-AEAE-DDC091F63FA0}" dt="2023-11-14T06:42:40.819" v="3633"/>
          <ac:spMkLst>
            <pc:docMk/>
            <pc:sldMk cId="1411416744" sldId="356"/>
            <ac:spMk id="134" creationId="{75C68CF7-811D-791E-AE06-8CDA1117F628}"/>
          </ac:spMkLst>
        </pc:spChg>
        <pc:spChg chg="add del mod">
          <ac:chgData name="이건희" userId="0a994238-b102-4555-836f-34b53b2f3c57" providerId="ADAL" clId="{8DA326DE-65E5-462E-AEAE-DDC091F63FA0}" dt="2023-11-14T06:42:44.558" v="3634" actId="478"/>
          <ac:spMkLst>
            <pc:docMk/>
            <pc:sldMk cId="1411416744" sldId="356"/>
            <ac:spMk id="142" creationId="{683A2CA2-27D9-52BB-C998-B12EE1D26F9C}"/>
          </ac:spMkLst>
        </pc:spChg>
        <pc:spChg chg="add del mod">
          <ac:chgData name="이건희" userId="0a994238-b102-4555-836f-34b53b2f3c57" providerId="ADAL" clId="{8DA326DE-65E5-462E-AEAE-DDC091F63FA0}" dt="2023-11-14T06:42:45.613" v="3635" actId="478"/>
          <ac:spMkLst>
            <pc:docMk/>
            <pc:sldMk cId="1411416744" sldId="356"/>
            <ac:spMk id="143" creationId="{6A931526-BF08-849E-D275-585B41494180}"/>
          </ac:spMkLst>
        </pc:spChg>
        <pc:grpChg chg="add 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40" creationId="{1709C5E1-C997-9295-60AF-E8ED92F1A92B}"/>
          </ac:grpSpMkLst>
        </pc:grpChg>
        <pc:grpChg chg="add 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48" creationId="{4EB9BB96-937D-303E-EE2D-C6A19B886AC1}"/>
          </ac:grpSpMkLst>
        </pc:grpChg>
        <pc:grpChg chg="add 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59" creationId="{BE9F66FB-BFDF-5914-EAFB-1817024E899C}"/>
          </ac:grpSpMkLst>
        </pc:grpChg>
        <pc:grpChg chg="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75" creationId="{8D464C15-9FAD-023B-9435-871EAD8B8AFE}"/>
          </ac:grpSpMkLst>
        </pc:grpChg>
        <pc:grpChg chg="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77" creationId="{82A49EFC-B751-34C1-C3C6-84996597375F}"/>
          </ac:grpSpMkLst>
        </pc:grpChg>
        <pc:grpChg chg="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80" creationId="{3F2E1560-E559-304A-FDEC-6A7DE8C0F12E}"/>
          </ac:grpSpMkLst>
        </pc:grpChg>
        <pc:grpChg chg="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90" creationId="{D9E9421A-324E-1C73-893D-5894AA81097A}"/>
          </ac:grpSpMkLst>
        </pc:grpChg>
        <pc:grpChg chg="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91" creationId="{E056A014-D854-DF96-F277-80FE5AECCE3B}"/>
          </ac:grpSpMkLst>
        </pc:grpChg>
        <pc:grpChg chg="add 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105" creationId="{20D24556-DE85-C170-7E3B-F69E508AAE62}"/>
          </ac:grpSpMkLst>
        </pc:grpChg>
        <pc:grpChg chg="add 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111" creationId="{F72FAD68-BF0B-B47F-806C-E10B7F4BFF3D}"/>
          </ac:grpSpMkLst>
        </pc:grpChg>
        <pc:grpChg chg="add 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117" creationId="{F4C3262A-E7BC-F7B6-7267-6199D3A38E9C}"/>
          </ac:grpSpMkLst>
        </pc:grpChg>
        <pc:grpChg chg="add mod">
          <ac:chgData name="이건희" userId="0a994238-b102-4555-836f-34b53b2f3c57" providerId="ADAL" clId="{8DA326DE-65E5-462E-AEAE-DDC091F63FA0}" dt="2023-11-14T06:42:40.819" v="3633"/>
          <ac:grpSpMkLst>
            <pc:docMk/>
            <pc:sldMk cId="1411416744" sldId="356"/>
            <ac:grpSpMk id="131" creationId="{32DCC9FB-A473-CBB2-7C04-727EFBA542C4}"/>
          </ac:grpSpMkLst>
        </pc:grpChg>
        <pc:picChg chg="add mod">
          <ac:chgData name="이건희" userId="0a994238-b102-4555-836f-34b53b2f3c57" providerId="ADAL" clId="{8DA326DE-65E5-462E-AEAE-DDC091F63FA0}" dt="2023-11-14T06:42:40.819" v="3633"/>
          <ac:picMkLst>
            <pc:docMk/>
            <pc:sldMk cId="1411416744" sldId="356"/>
            <ac:picMk id="8" creationId="{7DD5B8E1-15C1-9F33-96D5-45B1FD853357}"/>
          </ac:picMkLst>
        </pc:picChg>
        <pc:picChg chg="add mod">
          <ac:chgData name="이건희" userId="0a994238-b102-4555-836f-34b53b2f3c57" providerId="ADAL" clId="{8DA326DE-65E5-462E-AEAE-DDC091F63FA0}" dt="2023-11-14T06:42:40.819" v="3633"/>
          <ac:picMkLst>
            <pc:docMk/>
            <pc:sldMk cId="1411416744" sldId="356"/>
            <ac:picMk id="51" creationId="{DEF6E757-4CA8-B65A-7E43-7155F670963E}"/>
          </ac:picMkLst>
        </pc:picChg>
        <pc:picChg chg="mod">
          <ac:chgData name="이건희" userId="0a994238-b102-4555-836f-34b53b2f3c57" providerId="ADAL" clId="{8DA326DE-65E5-462E-AEAE-DDC091F63FA0}" dt="2023-11-14T06:42:40.819" v="3633"/>
          <ac:picMkLst>
            <pc:docMk/>
            <pc:sldMk cId="1411416744" sldId="356"/>
            <ac:picMk id="64" creationId="{09CDA807-0D88-F020-7335-9F05AF8918FC}"/>
          </ac:picMkLst>
        </pc:picChg>
        <pc:picChg chg="add del mod">
          <ac:chgData name="이건희" userId="0a994238-b102-4555-836f-34b53b2f3c57" providerId="ADAL" clId="{8DA326DE-65E5-462E-AEAE-DDC091F63FA0}" dt="2023-11-14T06:43:07.790" v="3643" actId="21"/>
          <ac:picMkLst>
            <pc:docMk/>
            <pc:sldMk cId="1411416744" sldId="356"/>
            <ac:picMk id="144" creationId="{1763644A-D8B0-8E48-E22C-1172412B39CC}"/>
          </ac:picMkLst>
        </pc:pic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1" creationId="{10D2CE32-0F92-6756-1583-C4B4775468A1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54" creationId="{46D00F32-F0C3-4122-808A-796071123593}"/>
          </ac:cxnSpMkLst>
        </pc:cxnChg>
        <pc:cxnChg chg="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67" creationId="{F44677CC-17E1-F363-9671-DDF1AA5D5048}"/>
          </ac:cxnSpMkLst>
        </pc:cxnChg>
        <pc:cxnChg chg="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81" creationId="{3E7DC194-7CAA-D5F5-63D4-77F1C32FEC86}"/>
          </ac:cxnSpMkLst>
        </pc:cxnChg>
        <pc:cxnChg chg="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93" creationId="{1B713D0D-DD1F-4600-5832-660802BC7516}"/>
          </ac:cxnSpMkLst>
        </pc:cxnChg>
        <pc:cxnChg chg="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97" creationId="{4BB84ACB-374C-848F-3556-1E7B178071FB}"/>
          </ac:cxnSpMkLst>
        </pc:cxnChg>
        <pc:cxnChg chg="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98" creationId="{3A3423D8-9795-256A-76C8-FBE3C25E3216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02" creationId="{A05B3400-A506-1120-B586-D5D2C5216DF2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03" creationId="{DAEA35B5-F505-65CB-0835-D5678051906F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04" creationId="{AF6ED9E7-0887-1724-E69A-1741830AD9F4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14" creationId="{EF18865D-0902-D193-C129-E3CBFFA0AAF0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35" creationId="{232F2E2B-F11D-E6B6-56A4-58A9C99BCC12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36" creationId="{E6F05A33-84D9-293A-D3FA-85975E5787A6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37" creationId="{4DF8E31D-4E6F-9BD7-11ED-BB62609AA9AE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38" creationId="{65146BDC-B21C-D4E6-97ED-D56F46BF5B6A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39" creationId="{4DF81471-9752-D71A-197C-C0A09C4B8FAE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40" creationId="{9E2A5AD9-159F-7508-3198-401A5F39CE94}"/>
          </ac:cxnSpMkLst>
        </pc:cxnChg>
        <pc:cxnChg chg="add mod">
          <ac:chgData name="이건희" userId="0a994238-b102-4555-836f-34b53b2f3c57" providerId="ADAL" clId="{8DA326DE-65E5-462E-AEAE-DDC091F63FA0}" dt="2023-11-14T06:42:40.819" v="3633"/>
          <ac:cxnSpMkLst>
            <pc:docMk/>
            <pc:sldMk cId="1411416744" sldId="356"/>
            <ac:cxnSpMk id="141" creationId="{4740564F-DB3B-E71A-6442-9A8954F5AACD}"/>
          </ac:cxnSpMkLst>
        </pc:cxnChg>
      </pc:sldChg>
      <pc:sldChg chg="add del">
        <pc:chgData name="이건희" userId="0a994238-b102-4555-836f-34b53b2f3c57" providerId="ADAL" clId="{8DA326DE-65E5-462E-AEAE-DDC091F63FA0}" dt="2023-11-14T07:23:45.016" v="4638" actId="47"/>
        <pc:sldMkLst>
          <pc:docMk/>
          <pc:sldMk cId="2905958033" sldId="356"/>
        </pc:sldMkLst>
      </pc:sldChg>
      <pc:sldChg chg="add del">
        <pc:chgData name="이건희" userId="0a994238-b102-4555-836f-34b53b2f3c57" providerId="ADAL" clId="{8DA326DE-65E5-462E-AEAE-DDC091F63FA0}" dt="2023-11-14T06:43:05.146" v="3642"/>
        <pc:sldMkLst>
          <pc:docMk/>
          <pc:sldMk cId="638269164" sldId="357"/>
        </pc:sldMkLst>
      </pc:sldChg>
      <pc:sldChg chg="addSp delSp modSp add mod">
        <pc:chgData name="이건희" userId="0a994238-b102-4555-836f-34b53b2f3c57" providerId="ADAL" clId="{8DA326DE-65E5-462E-AEAE-DDC091F63FA0}" dt="2023-11-14T07:34:04.784" v="5201"/>
        <pc:sldMkLst>
          <pc:docMk/>
          <pc:sldMk cId="4266534040" sldId="357"/>
        </pc:sldMkLst>
        <pc:spChg chg="mod">
          <ac:chgData name="이건희" userId="0a994238-b102-4555-836f-34b53b2f3c57" providerId="ADAL" clId="{8DA326DE-65E5-462E-AEAE-DDC091F63FA0}" dt="2023-11-14T07:34:04.784" v="5201"/>
          <ac:spMkLst>
            <pc:docMk/>
            <pc:sldMk cId="4266534040" sldId="357"/>
            <ac:spMk id="5" creationId="{65310C0F-5E4E-3E32-1889-1372B891B097}"/>
          </ac:spMkLst>
        </pc:spChg>
        <pc:spChg chg="add mod">
          <ac:chgData name="이건희" userId="0a994238-b102-4555-836f-34b53b2f3c57" providerId="ADAL" clId="{8DA326DE-65E5-462E-AEAE-DDC091F63FA0}" dt="2023-11-14T07:33:51.589" v="5169" actId="313"/>
          <ac:spMkLst>
            <pc:docMk/>
            <pc:sldMk cId="4266534040" sldId="357"/>
            <ac:spMk id="6" creationId="{1046507C-0465-E689-1246-E7FADBCD42AE}"/>
          </ac:spMkLst>
        </pc:spChg>
        <pc:spChg chg="del">
          <ac:chgData name="이건희" userId="0a994238-b102-4555-836f-34b53b2f3c57" providerId="ADAL" clId="{8DA326DE-65E5-462E-AEAE-DDC091F63FA0}" dt="2023-11-14T07:33:04.330" v="5098" actId="478"/>
          <ac:spMkLst>
            <pc:docMk/>
            <pc:sldMk cId="4266534040" sldId="357"/>
            <ac:spMk id="22" creationId="{618FC8FB-4CCD-7720-CDA7-2A0514D44A5C}"/>
          </ac:spMkLst>
        </pc:spChg>
        <pc:picChg chg="add mod">
          <ac:chgData name="이건희" userId="0a994238-b102-4555-836f-34b53b2f3c57" providerId="ADAL" clId="{8DA326DE-65E5-462E-AEAE-DDC091F63FA0}" dt="2023-11-14T07:24:27.016" v="4649" actId="1076"/>
          <ac:picMkLst>
            <pc:docMk/>
            <pc:sldMk cId="4266534040" sldId="357"/>
            <ac:picMk id="2" creationId="{63BB00D4-C2F9-180F-C801-9F8D06020EF6}"/>
          </ac:picMkLst>
        </pc:picChg>
        <pc:picChg chg="add mod">
          <ac:chgData name="이건희" userId="0a994238-b102-4555-836f-34b53b2f3c57" providerId="ADAL" clId="{8DA326DE-65E5-462E-AEAE-DDC091F63FA0}" dt="2023-11-14T07:24:28.927" v="4650" actId="1076"/>
          <ac:picMkLst>
            <pc:docMk/>
            <pc:sldMk cId="4266534040" sldId="357"/>
            <ac:picMk id="3" creationId="{DF396B05-075A-D847-A85B-590FBC9A3EEA}"/>
          </ac:picMkLst>
        </pc:picChg>
        <pc:picChg chg="del">
          <ac:chgData name="이건희" userId="0a994238-b102-4555-836f-34b53b2f3c57" providerId="ADAL" clId="{8DA326DE-65E5-462E-AEAE-DDC091F63FA0}" dt="2023-11-14T07:24:03.241" v="4641" actId="478"/>
          <ac:picMkLst>
            <pc:docMk/>
            <pc:sldMk cId="4266534040" sldId="357"/>
            <ac:picMk id="15" creationId="{172EECA4-652F-BDAD-BFBE-4FFC156D8320}"/>
          </ac:picMkLst>
        </pc:picChg>
        <pc:picChg chg="del">
          <ac:chgData name="이건희" userId="0a994238-b102-4555-836f-34b53b2f3c57" providerId="ADAL" clId="{8DA326DE-65E5-462E-AEAE-DDC091F63FA0}" dt="2023-11-14T07:24:17.633" v="4643" actId="478"/>
          <ac:picMkLst>
            <pc:docMk/>
            <pc:sldMk cId="4266534040" sldId="357"/>
            <ac:picMk id="26" creationId="{7D8B748A-521B-0EFC-5D60-56355EB39AD7}"/>
          </ac:picMkLst>
        </pc:picChg>
      </pc:sldChg>
      <pc:sldChg chg="addSp delSp modSp add mod">
        <pc:chgData name="이건희" userId="0a994238-b102-4555-836f-34b53b2f3c57" providerId="ADAL" clId="{8DA326DE-65E5-462E-AEAE-DDC091F63FA0}" dt="2023-11-16T08:37:13.946" v="10072" actId="478"/>
        <pc:sldMkLst>
          <pc:docMk/>
          <pc:sldMk cId="2516977007" sldId="358"/>
        </pc:sldMkLst>
        <pc:spChg chg="add del mod">
          <ac:chgData name="이건희" userId="0a994238-b102-4555-836f-34b53b2f3c57" providerId="ADAL" clId="{8DA326DE-65E5-462E-AEAE-DDC091F63FA0}" dt="2023-11-14T08:45:25.154" v="8013" actId="478"/>
          <ac:spMkLst>
            <pc:docMk/>
            <pc:sldMk cId="2516977007" sldId="358"/>
            <ac:spMk id="3" creationId="{F29D6E03-EDBA-2151-4A7D-3488A1548978}"/>
          </ac:spMkLst>
        </pc:spChg>
        <pc:spChg chg="del">
          <ac:chgData name="이건희" userId="0a994238-b102-4555-836f-34b53b2f3c57" providerId="ADAL" clId="{8DA326DE-65E5-462E-AEAE-DDC091F63FA0}" dt="2023-11-14T08:45:23.678" v="8012" actId="478"/>
          <ac:spMkLst>
            <pc:docMk/>
            <pc:sldMk cId="2516977007" sldId="358"/>
            <ac:spMk id="5" creationId="{D2D5B8FE-A7D7-99EC-EA30-7B4DAA7C1A53}"/>
          </ac:spMkLst>
        </pc:spChg>
        <pc:picChg chg="add del mod modCrop">
          <ac:chgData name="이건희" userId="0a994238-b102-4555-836f-34b53b2f3c57" providerId="ADAL" clId="{8DA326DE-65E5-462E-AEAE-DDC091F63FA0}" dt="2023-11-16T08:37:13.946" v="10072" actId="478"/>
          <ac:picMkLst>
            <pc:docMk/>
            <pc:sldMk cId="2516977007" sldId="358"/>
            <ac:picMk id="3" creationId="{7E265586-927A-6B14-F9CB-060B71C1395C}"/>
          </ac:picMkLst>
        </pc:picChg>
      </pc:sldChg>
      <pc:sldChg chg="add del">
        <pc:chgData name="이건희" userId="0a994238-b102-4555-836f-34b53b2f3c57" providerId="ADAL" clId="{8DA326DE-65E5-462E-AEAE-DDC091F63FA0}" dt="2023-11-14T07:28:09.250" v="4732" actId="47"/>
        <pc:sldMkLst>
          <pc:docMk/>
          <pc:sldMk cId="2980282061" sldId="358"/>
        </pc:sldMkLst>
      </pc:sldChg>
      <pc:sldChg chg="del">
        <pc:chgData name="이건희" userId="0a994238-b102-4555-836f-34b53b2f3c57" providerId="ADAL" clId="{8DA326DE-65E5-462E-AEAE-DDC091F63FA0}" dt="2023-11-16T05:30:36.396" v="8426" actId="2696"/>
        <pc:sldMkLst>
          <pc:docMk/>
          <pc:sldMk cId="625425664" sldId="359"/>
        </pc:sldMkLst>
      </pc:sldChg>
      <pc:sldChg chg="addSp delSp modSp add mod ord">
        <pc:chgData name="이건희" userId="0a994238-b102-4555-836f-34b53b2f3c57" providerId="ADAL" clId="{8DA326DE-65E5-462E-AEAE-DDC091F63FA0}" dt="2023-11-16T08:52:55.456" v="10204" actId="1076"/>
        <pc:sldMkLst>
          <pc:docMk/>
          <pc:sldMk cId="3313987902" sldId="359"/>
        </pc:sldMkLst>
        <pc:spChg chg="mod">
          <ac:chgData name="이건희" userId="0a994238-b102-4555-836f-34b53b2f3c57" providerId="ADAL" clId="{8DA326DE-65E5-462E-AEAE-DDC091F63FA0}" dt="2023-11-16T07:53:58.228" v="9031"/>
          <ac:spMkLst>
            <pc:docMk/>
            <pc:sldMk cId="3313987902" sldId="359"/>
            <ac:spMk id="7" creationId="{4265ED8F-7911-4941-C585-BBFE1840586E}"/>
          </ac:spMkLst>
        </pc:spChg>
        <pc:spChg chg="mod">
          <ac:chgData name="이건희" userId="0a994238-b102-4555-836f-34b53b2f3c57" providerId="ADAL" clId="{8DA326DE-65E5-462E-AEAE-DDC091F63FA0}" dt="2023-11-16T07:53:58.228" v="9031"/>
          <ac:spMkLst>
            <pc:docMk/>
            <pc:sldMk cId="3313987902" sldId="359"/>
            <ac:spMk id="9" creationId="{C98ACA17-B7D5-E043-DDC4-80BE5BB4C66B}"/>
          </ac:spMkLst>
        </pc:spChg>
        <pc:spChg chg="del mod">
          <ac:chgData name="이건희" userId="0a994238-b102-4555-836f-34b53b2f3c57" providerId="ADAL" clId="{8DA326DE-65E5-462E-AEAE-DDC091F63FA0}" dt="2023-11-16T07:54:19.736" v="9037" actId="478"/>
          <ac:spMkLst>
            <pc:docMk/>
            <pc:sldMk cId="3313987902" sldId="359"/>
            <ac:spMk id="10" creationId="{CAC5109D-5DAC-D314-C90E-75125589D60E}"/>
          </ac:spMkLst>
        </pc:spChg>
        <pc:spChg chg="del mod">
          <ac:chgData name="이건희" userId="0a994238-b102-4555-836f-34b53b2f3c57" providerId="ADAL" clId="{8DA326DE-65E5-462E-AEAE-DDC091F63FA0}" dt="2023-11-16T07:54:15.697" v="9036" actId="478"/>
          <ac:spMkLst>
            <pc:docMk/>
            <pc:sldMk cId="3313987902" sldId="359"/>
            <ac:spMk id="11" creationId="{A729A29F-8649-6254-A330-72063AE3FF40}"/>
          </ac:spMkLst>
        </pc:spChg>
        <pc:spChg chg="del mod">
          <ac:chgData name="이건희" userId="0a994238-b102-4555-836f-34b53b2f3c57" providerId="ADAL" clId="{8DA326DE-65E5-462E-AEAE-DDC091F63FA0}" dt="2023-11-16T07:54:14.048" v="9035" actId="478"/>
          <ac:spMkLst>
            <pc:docMk/>
            <pc:sldMk cId="3313987902" sldId="359"/>
            <ac:spMk id="12" creationId="{5C3E36DE-ACF3-53DE-B319-C790EC42EC2E}"/>
          </ac:spMkLst>
        </pc:spChg>
        <pc:spChg chg="add mod">
          <ac:chgData name="이건희" userId="0a994238-b102-4555-836f-34b53b2f3c57" providerId="ADAL" clId="{8DA326DE-65E5-462E-AEAE-DDC091F63FA0}" dt="2023-11-16T08:03:26.691" v="9449" actId="1582"/>
          <ac:spMkLst>
            <pc:docMk/>
            <pc:sldMk cId="3313987902" sldId="359"/>
            <ac:spMk id="15" creationId="{16AC5156-461E-D913-03F0-6DF8804B80C3}"/>
          </ac:spMkLst>
        </pc:spChg>
        <pc:spChg chg="mod">
          <ac:chgData name="이건희" userId="0a994238-b102-4555-836f-34b53b2f3c57" providerId="ADAL" clId="{8DA326DE-65E5-462E-AEAE-DDC091F63FA0}" dt="2023-11-16T08:52:50.069" v="10203"/>
          <ac:spMkLst>
            <pc:docMk/>
            <pc:sldMk cId="3313987902" sldId="359"/>
            <ac:spMk id="95" creationId="{7C6C1F16-6B70-AF50-8E8D-9D1459E48FD9}"/>
          </ac:spMkLst>
        </pc:spChg>
        <pc:grpChg chg="add mod ord">
          <ac:chgData name="이건희" userId="0a994238-b102-4555-836f-34b53b2f3c57" providerId="ADAL" clId="{8DA326DE-65E5-462E-AEAE-DDC091F63FA0}" dt="2023-11-16T07:54:25.714" v="9038" actId="1076"/>
          <ac:grpSpMkLst>
            <pc:docMk/>
            <pc:sldMk cId="3313987902" sldId="359"/>
            <ac:grpSpMk id="3" creationId="{F71BF21F-009B-DE0E-2092-770082EB2298}"/>
          </ac:grpSpMkLst>
        </pc:grpChg>
        <pc:grpChg chg="del">
          <ac:chgData name="이건희" userId="0a994238-b102-4555-836f-34b53b2f3c57" providerId="ADAL" clId="{8DA326DE-65E5-462E-AEAE-DDC091F63FA0}" dt="2023-11-16T08:02:53.735" v="9443" actId="478"/>
          <ac:grpSpMkLst>
            <pc:docMk/>
            <pc:sldMk cId="3313987902" sldId="359"/>
            <ac:grpSpMk id="89" creationId="{004C87B4-47C9-35E3-98C1-B8AD3133A05D}"/>
          </ac:grpSpMkLst>
        </pc:grpChg>
        <pc:picChg chg="mod">
          <ac:chgData name="이건희" userId="0a994238-b102-4555-836f-34b53b2f3c57" providerId="ADAL" clId="{8DA326DE-65E5-462E-AEAE-DDC091F63FA0}" dt="2023-11-16T07:53:58.228" v="9031"/>
          <ac:picMkLst>
            <pc:docMk/>
            <pc:sldMk cId="3313987902" sldId="359"/>
            <ac:picMk id="6" creationId="{9B57CA60-9069-B10F-2FE9-9D650246AC46}"/>
          </ac:picMkLst>
        </pc:picChg>
        <pc:picChg chg="add mod ord">
          <ac:chgData name="이건희" userId="0a994238-b102-4555-836f-34b53b2f3c57" providerId="ADAL" clId="{8DA326DE-65E5-462E-AEAE-DDC091F63FA0}" dt="2023-11-16T08:02:51.095" v="9442" actId="167"/>
          <ac:picMkLst>
            <pc:docMk/>
            <pc:sldMk cId="3313987902" sldId="359"/>
            <ac:picMk id="14" creationId="{901E9819-888F-FD1D-9DCA-32F9CAC50BDD}"/>
          </ac:picMkLst>
        </pc:picChg>
        <pc:picChg chg="del">
          <ac:chgData name="이건희" userId="0a994238-b102-4555-836f-34b53b2f3c57" providerId="ADAL" clId="{8DA326DE-65E5-462E-AEAE-DDC091F63FA0}" dt="2023-11-16T07:53:57.743" v="9030" actId="478"/>
          <ac:picMkLst>
            <pc:docMk/>
            <pc:sldMk cId="3313987902" sldId="359"/>
            <ac:picMk id="49" creationId="{45502C83-4CEA-95B5-BAB9-F25B8414FC01}"/>
          </ac:picMkLst>
        </pc:picChg>
        <pc:cxnChg chg="mod">
          <ac:chgData name="이건희" userId="0a994238-b102-4555-836f-34b53b2f3c57" providerId="ADAL" clId="{8DA326DE-65E5-462E-AEAE-DDC091F63FA0}" dt="2023-11-16T08:52:55.456" v="10204" actId="1076"/>
          <ac:cxnSpMkLst>
            <pc:docMk/>
            <pc:sldMk cId="3313987902" sldId="359"/>
            <ac:cxnSpMk id="92" creationId="{4C3FA613-6B18-6089-3E00-0BBC16C5E3B4}"/>
          </ac:cxnSpMkLst>
        </pc:cxnChg>
      </pc:sldChg>
      <pc:sldChg chg="addSp delSp modSp add mod ord modAnim">
        <pc:chgData name="이건희" userId="0a994238-b102-4555-836f-34b53b2f3c57" providerId="ADAL" clId="{8DA326DE-65E5-462E-AEAE-DDC091F63FA0}" dt="2023-11-16T08:05:58.951" v="9617"/>
        <pc:sldMkLst>
          <pc:docMk/>
          <pc:sldMk cId="259510343" sldId="360"/>
        </pc:sldMkLst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2" creationId="{AEA87F8D-6E53-F508-9269-86769EAE239A}"/>
          </ac:spMkLst>
        </pc:spChg>
        <pc:spChg chg="mod">
          <ac:chgData name="이건희" userId="0a994238-b102-4555-836f-34b53b2f3c57" providerId="ADAL" clId="{8DA326DE-65E5-462E-AEAE-DDC091F63FA0}" dt="2023-11-16T07:40:01.936" v="8656" actId="20577"/>
          <ac:spMkLst>
            <pc:docMk/>
            <pc:sldMk cId="259510343" sldId="360"/>
            <ac:spMk id="5" creationId="{DFFD5F85-16DF-8579-5DCF-F06F6E87AA40}"/>
          </ac:spMkLst>
        </pc:spChg>
        <pc:spChg chg="del mod">
          <ac:chgData name="이건희" userId="0a994238-b102-4555-836f-34b53b2f3c57" providerId="ADAL" clId="{8DA326DE-65E5-462E-AEAE-DDC091F63FA0}" dt="2023-11-16T07:47:37.928" v="8875" actId="478"/>
          <ac:spMkLst>
            <pc:docMk/>
            <pc:sldMk cId="259510343" sldId="360"/>
            <ac:spMk id="8" creationId="{8448505C-B72C-0E1F-1CA7-ACE2529C89DE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12" creationId="{425C6286-6B4C-D2BB-AE36-23A8337D56F0}"/>
          </ac:spMkLst>
        </pc:spChg>
        <pc:spChg chg="del">
          <ac:chgData name="이건희" userId="0a994238-b102-4555-836f-34b53b2f3c57" providerId="ADAL" clId="{8DA326DE-65E5-462E-AEAE-DDC091F63FA0}" dt="2023-11-16T07:40:42.264" v="8659" actId="478"/>
          <ac:spMkLst>
            <pc:docMk/>
            <pc:sldMk cId="259510343" sldId="360"/>
            <ac:spMk id="14" creationId="{69E49249-F40C-0A69-93C7-AB49C362C90F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18" creationId="{7EB7D028-1180-AAAF-7E15-CF57F99EE238}"/>
          </ac:spMkLst>
        </pc:spChg>
        <pc:spChg chg="del">
          <ac:chgData name="이건희" userId="0a994238-b102-4555-836f-34b53b2f3c57" providerId="ADAL" clId="{8DA326DE-65E5-462E-AEAE-DDC091F63FA0}" dt="2023-11-16T07:43:19.593" v="8773" actId="478"/>
          <ac:spMkLst>
            <pc:docMk/>
            <pc:sldMk cId="259510343" sldId="360"/>
            <ac:spMk id="20" creationId="{27591F1F-8330-8F70-B740-8FC9FC1DA636}"/>
          </ac:spMkLst>
        </pc:spChg>
        <pc:spChg chg="del">
          <ac:chgData name="이건희" userId="0a994238-b102-4555-836f-34b53b2f3c57" providerId="ADAL" clId="{8DA326DE-65E5-462E-AEAE-DDC091F63FA0}" dt="2023-11-16T07:43:21.849" v="8776" actId="478"/>
          <ac:spMkLst>
            <pc:docMk/>
            <pc:sldMk cId="259510343" sldId="360"/>
            <ac:spMk id="21" creationId="{E4F8A20A-1199-4B3B-C319-0E5406F4DEEA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26" creationId="{7DD124AB-7380-729E-9701-02F0C258350B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28" creationId="{190054DD-6448-7213-9824-64D851CDB388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31" creationId="{C6C8BB06-67B5-CF00-7923-D0F099227CB0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32" creationId="{0FFE504C-0204-EF2C-FE3B-84B96AE498D6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33" creationId="{D16BAD5B-9683-1D33-6875-09355CCE5776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34" creationId="{D3D2F3BC-4C2C-F00F-A877-AD6D27FE20ED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35" creationId="{D593DE80-CD3C-520C-5DFC-88DC82A8265C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36" creationId="{9AD8C3A0-FC64-EB8A-035E-166246200A89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37" creationId="{B1E9FFF9-3FA7-D662-04CF-53736748C7C5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38" creationId="{5DBCCD5B-7093-50C9-EA27-175F4FF4D7EF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39" creationId="{5E5D1ECE-1758-BBBF-64BA-D0DB3BE7E443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40" creationId="{40CE9B0F-F736-1B79-D659-88269D0BF128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45" creationId="{7A513BD7-F5DE-5395-6352-FF0512A9E2C6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47" creationId="{929205D5-4A03-DC0C-8A27-ADA5AFD0CE91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48" creationId="{3095BE95-A2C7-7508-F95A-BE2215B3DF32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49" creationId="{928C5451-5E95-7274-FCD2-D634FD0975AF}"/>
          </ac:spMkLst>
        </pc:spChg>
        <pc:spChg chg="add del mod">
          <ac:chgData name="이건희" userId="0a994238-b102-4555-836f-34b53b2f3c57" providerId="ADAL" clId="{8DA326DE-65E5-462E-AEAE-DDC091F63FA0}" dt="2023-11-16T07:44:17.737" v="8790" actId="478"/>
          <ac:spMkLst>
            <pc:docMk/>
            <pc:sldMk cId="259510343" sldId="360"/>
            <ac:spMk id="53" creationId="{2E9D16D2-8708-C7EC-1772-525063B893C7}"/>
          </ac:spMkLst>
        </pc:spChg>
        <pc:spChg chg="add del mod">
          <ac:chgData name="이건희" userId="0a994238-b102-4555-836f-34b53b2f3c57" providerId="ADAL" clId="{8DA326DE-65E5-462E-AEAE-DDC091F63FA0}" dt="2023-11-16T07:44:17.737" v="8790" actId="478"/>
          <ac:spMkLst>
            <pc:docMk/>
            <pc:sldMk cId="259510343" sldId="360"/>
            <ac:spMk id="54" creationId="{F2BD1965-3083-AAD8-CC9B-53772E87674F}"/>
          </ac:spMkLst>
        </pc:spChg>
        <pc:spChg chg="add del mod">
          <ac:chgData name="이건희" userId="0a994238-b102-4555-836f-34b53b2f3c57" providerId="ADAL" clId="{8DA326DE-65E5-462E-AEAE-DDC091F63FA0}" dt="2023-11-16T07:44:17.737" v="8790" actId="478"/>
          <ac:spMkLst>
            <pc:docMk/>
            <pc:sldMk cId="259510343" sldId="360"/>
            <ac:spMk id="55" creationId="{BCDE3191-8C18-91A0-F497-27442570E029}"/>
          </ac:spMkLst>
        </pc:spChg>
        <pc:spChg chg="add del mod">
          <ac:chgData name="이건희" userId="0a994238-b102-4555-836f-34b53b2f3c57" providerId="ADAL" clId="{8DA326DE-65E5-462E-AEAE-DDC091F63FA0}" dt="2023-11-16T07:44:17.737" v="8790" actId="478"/>
          <ac:spMkLst>
            <pc:docMk/>
            <pc:sldMk cId="259510343" sldId="360"/>
            <ac:spMk id="57" creationId="{B22A6C66-B7EF-272F-9103-D517ACE7AEA5}"/>
          </ac:spMkLst>
        </pc:spChg>
        <pc:spChg chg="add del mod">
          <ac:chgData name="이건희" userId="0a994238-b102-4555-836f-34b53b2f3c57" providerId="ADAL" clId="{8DA326DE-65E5-462E-AEAE-DDC091F63FA0}" dt="2023-11-16T07:44:17.737" v="8790" actId="478"/>
          <ac:spMkLst>
            <pc:docMk/>
            <pc:sldMk cId="259510343" sldId="360"/>
            <ac:spMk id="58" creationId="{A5A26631-37D5-2A47-B455-3E14F928C7AA}"/>
          </ac:spMkLst>
        </pc:spChg>
        <pc:spChg chg="add del mod">
          <ac:chgData name="이건희" userId="0a994238-b102-4555-836f-34b53b2f3c57" providerId="ADAL" clId="{8DA326DE-65E5-462E-AEAE-DDC091F63FA0}" dt="2023-11-16T07:44:17.737" v="8790" actId="478"/>
          <ac:spMkLst>
            <pc:docMk/>
            <pc:sldMk cId="259510343" sldId="360"/>
            <ac:spMk id="59" creationId="{E89EB4FA-0BE2-F40B-CB84-8350591EE5BB}"/>
          </ac:spMkLst>
        </pc:spChg>
        <pc:spChg chg="add del mod">
          <ac:chgData name="이건희" userId="0a994238-b102-4555-836f-34b53b2f3c57" providerId="ADAL" clId="{8DA326DE-65E5-462E-AEAE-DDC091F63FA0}" dt="2023-11-16T07:44:17.737" v="8790" actId="478"/>
          <ac:spMkLst>
            <pc:docMk/>
            <pc:sldMk cId="259510343" sldId="360"/>
            <ac:spMk id="60" creationId="{E34FAD76-CE7F-1C91-A79F-755A9AF06C02}"/>
          </ac:spMkLst>
        </pc:spChg>
        <pc:spChg chg="add del mod">
          <ac:chgData name="이건희" userId="0a994238-b102-4555-836f-34b53b2f3c57" providerId="ADAL" clId="{8DA326DE-65E5-462E-AEAE-DDC091F63FA0}" dt="2023-11-16T07:44:17.737" v="8790" actId="478"/>
          <ac:spMkLst>
            <pc:docMk/>
            <pc:sldMk cId="259510343" sldId="360"/>
            <ac:spMk id="62" creationId="{1ECC11F9-3C40-1B2C-BB2D-5081703B142A}"/>
          </ac:spMkLst>
        </pc:spChg>
        <pc:spChg chg="mod">
          <ac:chgData name="이건희" userId="0a994238-b102-4555-836f-34b53b2f3c57" providerId="ADAL" clId="{8DA326DE-65E5-462E-AEAE-DDC091F63FA0}" dt="2023-11-16T07:40:43.743" v="8660"/>
          <ac:spMkLst>
            <pc:docMk/>
            <pc:sldMk cId="259510343" sldId="360"/>
            <ac:spMk id="68" creationId="{EE92DF53-B913-1775-58E5-7E1E8A270837}"/>
          </ac:spMkLst>
        </pc:spChg>
        <pc:spChg chg="add del mod">
          <ac:chgData name="이건희" userId="0a994238-b102-4555-836f-34b53b2f3c57" providerId="ADAL" clId="{8DA326DE-65E5-462E-AEAE-DDC091F63FA0}" dt="2023-11-16T07:41:21.211" v="8684" actId="478"/>
          <ac:spMkLst>
            <pc:docMk/>
            <pc:sldMk cId="259510343" sldId="360"/>
            <ac:spMk id="90" creationId="{06DB1469-A38B-A67C-3E2B-69AA11F50254}"/>
          </ac:spMkLst>
        </pc:spChg>
        <pc:spChg chg="add mod">
          <ac:chgData name="이건희" userId="0a994238-b102-4555-836f-34b53b2f3c57" providerId="ADAL" clId="{8DA326DE-65E5-462E-AEAE-DDC091F63FA0}" dt="2023-11-16T08:04:40.307" v="9608"/>
          <ac:spMkLst>
            <pc:docMk/>
            <pc:sldMk cId="259510343" sldId="360"/>
            <ac:spMk id="91" creationId="{057C1A45-144A-7BC6-68C0-854FC9E6245C}"/>
          </ac:spMkLst>
        </pc:spChg>
        <pc:spChg chg="mod">
          <ac:chgData name="이건희" userId="0a994238-b102-4555-836f-34b53b2f3c57" providerId="ADAL" clId="{8DA326DE-65E5-462E-AEAE-DDC091F63FA0}" dt="2023-11-16T07:44:18.816" v="8791"/>
          <ac:spMkLst>
            <pc:docMk/>
            <pc:sldMk cId="259510343" sldId="360"/>
            <ac:spMk id="95" creationId="{BB8B2868-9941-315A-1039-EA7A23E9873E}"/>
          </ac:spMkLst>
        </pc:spChg>
        <pc:spChg chg="mod">
          <ac:chgData name="이건희" userId="0a994238-b102-4555-836f-34b53b2f3c57" providerId="ADAL" clId="{8DA326DE-65E5-462E-AEAE-DDC091F63FA0}" dt="2023-11-16T07:44:18.816" v="8791"/>
          <ac:spMkLst>
            <pc:docMk/>
            <pc:sldMk cId="259510343" sldId="360"/>
            <ac:spMk id="96" creationId="{4B1E569F-9E65-5877-52B3-4CC5BD2925D7}"/>
          </ac:spMkLst>
        </pc:spChg>
        <pc:spChg chg="mod">
          <ac:chgData name="이건희" userId="0a994238-b102-4555-836f-34b53b2f3c57" providerId="ADAL" clId="{8DA326DE-65E5-462E-AEAE-DDC091F63FA0}" dt="2023-11-16T07:44:18.816" v="8791"/>
          <ac:spMkLst>
            <pc:docMk/>
            <pc:sldMk cId="259510343" sldId="360"/>
            <ac:spMk id="97" creationId="{7BB739F6-B6A0-E4F2-5C99-2D3A39A6BCFC}"/>
          </ac:spMkLst>
        </pc:spChg>
        <pc:spChg chg="mod">
          <ac:chgData name="이건희" userId="0a994238-b102-4555-836f-34b53b2f3c57" providerId="ADAL" clId="{8DA326DE-65E5-462E-AEAE-DDC091F63FA0}" dt="2023-11-16T07:44:18.816" v="8791"/>
          <ac:spMkLst>
            <pc:docMk/>
            <pc:sldMk cId="259510343" sldId="360"/>
            <ac:spMk id="98" creationId="{F5A5CD29-0CA3-4CF1-B44E-89644FDC9373}"/>
          </ac:spMkLst>
        </pc:spChg>
        <pc:spChg chg="mod">
          <ac:chgData name="이건희" userId="0a994238-b102-4555-836f-34b53b2f3c57" providerId="ADAL" clId="{8DA326DE-65E5-462E-AEAE-DDC091F63FA0}" dt="2023-11-16T07:44:18.816" v="8791"/>
          <ac:spMkLst>
            <pc:docMk/>
            <pc:sldMk cId="259510343" sldId="360"/>
            <ac:spMk id="99" creationId="{3C919028-3706-DF4B-1D7B-4E002DF3CD37}"/>
          </ac:spMkLst>
        </pc:spChg>
        <pc:spChg chg="mod">
          <ac:chgData name="이건희" userId="0a994238-b102-4555-836f-34b53b2f3c57" providerId="ADAL" clId="{8DA326DE-65E5-462E-AEAE-DDC091F63FA0}" dt="2023-11-16T07:44:18.816" v="8791"/>
          <ac:spMkLst>
            <pc:docMk/>
            <pc:sldMk cId="259510343" sldId="360"/>
            <ac:spMk id="100" creationId="{51A97667-0FA3-E522-D242-E93149A4FA5D}"/>
          </ac:spMkLst>
        </pc:spChg>
        <pc:spChg chg="mod">
          <ac:chgData name="이건희" userId="0a994238-b102-4555-836f-34b53b2f3c57" providerId="ADAL" clId="{8DA326DE-65E5-462E-AEAE-DDC091F63FA0}" dt="2023-11-16T07:44:18.816" v="8791"/>
          <ac:spMkLst>
            <pc:docMk/>
            <pc:sldMk cId="259510343" sldId="360"/>
            <ac:spMk id="101" creationId="{BA984683-6396-D6EB-2CD8-A730461ACA63}"/>
          </ac:spMkLst>
        </pc:spChg>
        <pc:spChg chg="add mod">
          <ac:chgData name="이건희" userId="0a994238-b102-4555-836f-34b53b2f3c57" providerId="ADAL" clId="{8DA326DE-65E5-462E-AEAE-DDC091F63FA0}" dt="2023-11-16T07:44:18.816" v="8791"/>
          <ac:spMkLst>
            <pc:docMk/>
            <pc:sldMk cId="259510343" sldId="360"/>
            <ac:spMk id="103" creationId="{63CB2780-80D6-70DF-0E08-073384FEB573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04" creationId="{C33B3F94-E8B0-692E-E529-45B5D83BB2AF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06" creationId="{2475110F-7BC7-9151-EF63-C2223E4006A8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07" creationId="{81C8F0A9-5458-A8E2-BD07-AF92A1797981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08" creationId="{7A1BEF5F-9C42-AD22-2DC4-ACCDC252F28B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09" creationId="{818B1F21-0C43-5A7A-E6D3-0E8BFD7EF1B7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10" creationId="{B5CF130E-C10B-1C26-12B5-813A641BD8C4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11" creationId="{B3A8FF9F-2FEB-B1A5-2F27-76D4FD5B344F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12" creationId="{398BCDCF-DB0C-B92C-9078-FC8F7E17267C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14" creationId="{6058FB18-0190-3068-5931-6500164C55E4}"/>
          </ac:spMkLst>
        </pc:spChg>
        <pc:spChg chg="add mod">
          <ac:chgData name="이건희" userId="0a994238-b102-4555-836f-34b53b2f3c57" providerId="ADAL" clId="{8DA326DE-65E5-462E-AEAE-DDC091F63FA0}" dt="2023-11-16T08:05:11.944" v="9611" actId="164"/>
          <ac:spMkLst>
            <pc:docMk/>
            <pc:sldMk cId="259510343" sldId="360"/>
            <ac:spMk id="115" creationId="{88CD4C5F-85B3-0BAE-8166-33B0CE925FDB}"/>
          </ac:spMkLst>
        </pc:spChg>
        <pc:spChg chg="add mod">
          <ac:chgData name="이건희" userId="0a994238-b102-4555-836f-34b53b2f3c57" providerId="ADAL" clId="{8DA326DE-65E5-462E-AEAE-DDC091F63FA0}" dt="2023-11-16T08:05:02.758" v="9610" actId="164"/>
          <ac:spMkLst>
            <pc:docMk/>
            <pc:sldMk cId="259510343" sldId="360"/>
            <ac:spMk id="116" creationId="{F88581EA-463B-EBAD-0427-02CEF4B951FC}"/>
          </ac:spMkLst>
        </pc:spChg>
        <pc:spChg chg="add mod">
          <ac:chgData name="이건희" userId="0a994238-b102-4555-836f-34b53b2f3c57" providerId="ADAL" clId="{8DA326DE-65E5-462E-AEAE-DDC091F63FA0}" dt="2023-11-16T08:05:02.758" v="9610" actId="164"/>
          <ac:spMkLst>
            <pc:docMk/>
            <pc:sldMk cId="259510343" sldId="360"/>
            <ac:spMk id="117" creationId="{485AF2F8-F485-7CFE-26A4-3E52F13760C4}"/>
          </ac:spMkLst>
        </pc:spChg>
        <pc:spChg chg="add mod">
          <ac:chgData name="이건희" userId="0a994238-b102-4555-836f-34b53b2f3c57" providerId="ADAL" clId="{8DA326DE-65E5-462E-AEAE-DDC091F63FA0}" dt="2023-11-16T08:05:02.758" v="9610" actId="164"/>
          <ac:spMkLst>
            <pc:docMk/>
            <pc:sldMk cId="259510343" sldId="360"/>
            <ac:spMk id="118" creationId="{ECCCC6FF-C06D-994D-3A9B-834980F3F99C}"/>
          </ac:spMkLst>
        </pc:spChg>
        <pc:spChg chg="add del mod">
          <ac:chgData name="이건희" userId="0a994238-b102-4555-836f-34b53b2f3c57" providerId="ADAL" clId="{8DA326DE-65E5-462E-AEAE-DDC091F63FA0}" dt="2023-11-16T07:47:41.337" v="8879" actId="478"/>
          <ac:spMkLst>
            <pc:docMk/>
            <pc:sldMk cId="259510343" sldId="360"/>
            <ac:spMk id="122" creationId="{3F1733D4-065D-059D-50FC-9CAD5E5C383C}"/>
          </ac:spMkLst>
        </pc:spChg>
        <pc:spChg chg="add del mod">
          <ac:chgData name="이건희" userId="0a994238-b102-4555-836f-34b53b2f3c57" providerId="ADAL" clId="{8DA326DE-65E5-462E-AEAE-DDC091F63FA0}" dt="2023-11-16T07:47:39.656" v="8878"/>
          <ac:spMkLst>
            <pc:docMk/>
            <pc:sldMk cId="259510343" sldId="360"/>
            <ac:spMk id="123" creationId="{CB4679F4-D267-7E19-1E7E-5A8C3D342E65}"/>
          </ac:spMkLst>
        </pc:spChg>
        <pc:spChg chg="add mod">
          <ac:chgData name="이건희" userId="0a994238-b102-4555-836f-34b53b2f3c57" providerId="ADAL" clId="{8DA326DE-65E5-462E-AEAE-DDC091F63FA0}" dt="2023-11-16T07:48:03.039" v="8917"/>
          <ac:spMkLst>
            <pc:docMk/>
            <pc:sldMk cId="259510343" sldId="360"/>
            <ac:spMk id="124" creationId="{5849C076-2D85-A6D3-2820-8EEE4CF402E4}"/>
          </ac:spMkLst>
        </pc:spChg>
        <pc:spChg chg="del">
          <ac:chgData name="이건희" userId="0a994238-b102-4555-836f-34b53b2f3c57" providerId="ADAL" clId="{8DA326DE-65E5-462E-AEAE-DDC091F63FA0}" dt="2023-11-16T07:40:38.978" v="8658" actId="478"/>
          <ac:spMkLst>
            <pc:docMk/>
            <pc:sldMk cId="259510343" sldId="360"/>
            <ac:spMk id="171" creationId="{3D49A621-69E8-ED78-5260-A69E4F2A6376}"/>
          </ac:spMkLst>
        </pc:spChg>
        <pc:spChg chg="del">
          <ac:chgData name="이건희" userId="0a994238-b102-4555-836f-34b53b2f3c57" providerId="ADAL" clId="{8DA326DE-65E5-462E-AEAE-DDC091F63FA0}" dt="2023-11-16T07:40:42.264" v="8659" actId="478"/>
          <ac:spMkLst>
            <pc:docMk/>
            <pc:sldMk cId="259510343" sldId="360"/>
            <ac:spMk id="181" creationId="{3689E2C8-7D05-8A05-87DC-41E23924717B}"/>
          </ac:spMkLst>
        </pc:spChg>
        <pc:spChg chg="del">
          <ac:chgData name="이건희" userId="0a994238-b102-4555-836f-34b53b2f3c57" providerId="ADAL" clId="{8DA326DE-65E5-462E-AEAE-DDC091F63FA0}" dt="2023-11-16T07:40:35.098" v="8657" actId="478"/>
          <ac:spMkLst>
            <pc:docMk/>
            <pc:sldMk cId="259510343" sldId="360"/>
            <ac:spMk id="182" creationId="{3663C880-E206-FE6B-9DD5-38F826B60392}"/>
          </ac:spMkLst>
        </pc:spChg>
        <pc:spChg chg="del">
          <ac:chgData name="이건희" userId="0a994238-b102-4555-836f-34b53b2f3c57" providerId="ADAL" clId="{8DA326DE-65E5-462E-AEAE-DDC091F63FA0}" dt="2023-11-16T07:43:16.651" v="8770" actId="478"/>
          <ac:spMkLst>
            <pc:docMk/>
            <pc:sldMk cId="259510343" sldId="360"/>
            <ac:spMk id="183" creationId="{CA79896D-1737-7018-210D-44C7B7F4B153}"/>
          </ac:spMkLst>
        </pc:spChg>
        <pc:grpChg chg="del">
          <ac:chgData name="이건희" userId="0a994238-b102-4555-836f-34b53b2f3c57" providerId="ADAL" clId="{8DA326DE-65E5-462E-AEAE-DDC091F63FA0}" dt="2023-11-16T07:43:20.617" v="8775" actId="478"/>
          <ac:grpSpMkLst>
            <pc:docMk/>
            <pc:sldMk cId="259510343" sldId="360"/>
            <ac:grpSpMk id="22" creationId="{A391BE94-FD93-7365-AFB0-6185565D5BB8}"/>
          </ac:grpSpMkLst>
        </pc:grpChg>
        <pc:grpChg chg="del">
          <ac:chgData name="이건희" userId="0a994238-b102-4555-836f-34b53b2f3c57" providerId="ADAL" clId="{8DA326DE-65E5-462E-AEAE-DDC091F63FA0}" dt="2023-11-16T07:43:20.151" v="8774" actId="478"/>
          <ac:grpSpMkLst>
            <pc:docMk/>
            <pc:sldMk cId="259510343" sldId="360"/>
            <ac:grpSpMk id="23" creationId="{0D34C400-2044-A087-BFD7-649EDF4F0515}"/>
          </ac:grpSpMkLst>
        </pc:grpChg>
        <pc:grpChg chg="add del mod">
          <ac:chgData name="이건희" userId="0a994238-b102-4555-836f-34b53b2f3c57" providerId="ADAL" clId="{8DA326DE-65E5-462E-AEAE-DDC091F63FA0}" dt="2023-11-16T07:44:17.737" v="8790" actId="478"/>
          <ac:grpSpMkLst>
            <pc:docMk/>
            <pc:sldMk cId="259510343" sldId="360"/>
            <ac:grpSpMk id="25" creationId="{20FD99DA-A473-1004-D12B-4633C7648308}"/>
          </ac:grpSpMkLst>
        </pc:grpChg>
        <pc:grpChg chg="mod">
          <ac:chgData name="이건희" userId="0a994238-b102-4555-836f-34b53b2f3c57" providerId="ADAL" clId="{8DA326DE-65E5-462E-AEAE-DDC091F63FA0}" dt="2023-11-16T07:40:43.743" v="8660"/>
          <ac:grpSpMkLst>
            <pc:docMk/>
            <pc:sldMk cId="259510343" sldId="360"/>
            <ac:grpSpMk id="27" creationId="{29582E96-F908-BBB7-39A0-BC00439F6730}"/>
          </ac:grpSpMkLst>
        </pc:grpChg>
        <pc:grpChg chg="del">
          <ac:chgData name="이건희" userId="0a994238-b102-4555-836f-34b53b2f3c57" providerId="ADAL" clId="{8DA326DE-65E5-462E-AEAE-DDC091F63FA0}" dt="2023-11-16T07:43:17.569" v="8771" actId="478"/>
          <ac:grpSpMkLst>
            <pc:docMk/>
            <pc:sldMk cId="259510343" sldId="360"/>
            <ac:grpSpMk id="29" creationId="{B739BFB1-71D7-536A-430D-4573D5F022AC}"/>
          </ac:grpSpMkLst>
        </pc:grpChg>
        <pc:grpChg chg="del">
          <ac:chgData name="이건희" userId="0a994238-b102-4555-836f-34b53b2f3c57" providerId="ADAL" clId="{8DA326DE-65E5-462E-AEAE-DDC091F63FA0}" dt="2023-11-16T07:43:18.009" v="8772" actId="478"/>
          <ac:grpSpMkLst>
            <pc:docMk/>
            <pc:sldMk cId="259510343" sldId="360"/>
            <ac:grpSpMk id="30" creationId="{47963DA9-0E54-B95F-CEB9-861090B67631}"/>
          </ac:grpSpMkLst>
        </pc:grpChg>
        <pc:grpChg chg="mod">
          <ac:chgData name="이건희" userId="0a994238-b102-4555-836f-34b53b2f3c57" providerId="ADAL" clId="{8DA326DE-65E5-462E-AEAE-DDC091F63FA0}" dt="2023-11-16T07:40:43.743" v="8660"/>
          <ac:grpSpMkLst>
            <pc:docMk/>
            <pc:sldMk cId="259510343" sldId="360"/>
            <ac:grpSpMk id="44" creationId="{D4C5FB49-30BC-565E-A428-DD1B2F43D30A}"/>
          </ac:grpSpMkLst>
        </pc:grpChg>
        <pc:grpChg chg="mod">
          <ac:chgData name="이건희" userId="0a994238-b102-4555-836f-34b53b2f3c57" providerId="ADAL" clId="{8DA326DE-65E5-462E-AEAE-DDC091F63FA0}" dt="2023-11-16T07:40:43.743" v="8660"/>
          <ac:grpSpMkLst>
            <pc:docMk/>
            <pc:sldMk cId="259510343" sldId="360"/>
            <ac:grpSpMk id="46" creationId="{74161794-B9DE-0EF9-5764-5C928571C096}"/>
          </ac:grpSpMkLst>
        </pc:grpChg>
        <pc:grpChg chg="add del mod">
          <ac:chgData name="이건희" userId="0a994238-b102-4555-836f-34b53b2f3c57" providerId="ADAL" clId="{8DA326DE-65E5-462E-AEAE-DDC091F63FA0}" dt="2023-11-16T07:44:17.737" v="8790" actId="478"/>
          <ac:grpSpMkLst>
            <pc:docMk/>
            <pc:sldMk cId="259510343" sldId="360"/>
            <ac:grpSpMk id="66" creationId="{7FB745E2-57D1-EBEB-A725-C90316AAEBB0}"/>
          </ac:grpSpMkLst>
        </pc:grpChg>
        <pc:grpChg chg="add mod">
          <ac:chgData name="이건희" userId="0a994238-b102-4555-836f-34b53b2f3c57" providerId="ADAL" clId="{8DA326DE-65E5-462E-AEAE-DDC091F63FA0}" dt="2023-11-16T07:44:18.816" v="8791"/>
          <ac:grpSpMkLst>
            <pc:docMk/>
            <pc:sldMk cId="259510343" sldId="360"/>
            <ac:grpSpMk id="93" creationId="{C1793F9A-3668-30BD-9C14-C45E3EC093DF}"/>
          </ac:grpSpMkLst>
        </pc:grpChg>
        <pc:grpChg chg="add mod">
          <ac:chgData name="이건희" userId="0a994238-b102-4555-836f-34b53b2f3c57" providerId="ADAL" clId="{8DA326DE-65E5-462E-AEAE-DDC091F63FA0}" dt="2023-11-16T08:05:02.758" v="9610" actId="164"/>
          <ac:grpSpMkLst>
            <pc:docMk/>
            <pc:sldMk cId="259510343" sldId="360"/>
            <ac:grpSpMk id="125" creationId="{EBD35FAC-F1B5-80C2-E92D-DCF27691E899}"/>
          </ac:grpSpMkLst>
        </pc:grpChg>
        <pc:grpChg chg="add mod ord">
          <ac:chgData name="이건희" userId="0a994238-b102-4555-836f-34b53b2f3c57" providerId="ADAL" clId="{8DA326DE-65E5-462E-AEAE-DDC091F63FA0}" dt="2023-11-16T08:05:18.216" v="9614" actId="1076"/>
          <ac:grpSpMkLst>
            <pc:docMk/>
            <pc:sldMk cId="259510343" sldId="360"/>
            <ac:grpSpMk id="126" creationId="{85508D31-4872-8928-045B-8DFC24749414}"/>
          </ac:grpSpMkLst>
        </pc:grpChg>
        <pc:grpChg chg="del">
          <ac:chgData name="이건희" userId="0a994238-b102-4555-836f-34b53b2f3c57" providerId="ADAL" clId="{8DA326DE-65E5-462E-AEAE-DDC091F63FA0}" dt="2023-11-16T07:40:35.098" v="8657" actId="478"/>
          <ac:grpSpMkLst>
            <pc:docMk/>
            <pc:sldMk cId="259510343" sldId="360"/>
            <ac:grpSpMk id="169" creationId="{3B4F9085-B0A9-15A5-CB66-99AEE85C669E}"/>
          </ac:grpSpMkLst>
        </pc:grpChg>
        <pc:picChg chg="del">
          <ac:chgData name="이건희" userId="0a994238-b102-4555-836f-34b53b2f3c57" providerId="ADAL" clId="{8DA326DE-65E5-462E-AEAE-DDC091F63FA0}" dt="2023-11-16T07:40:42.264" v="8659" actId="478"/>
          <ac:picMkLst>
            <pc:docMk/>
            <pc:sldMk cId="259510343" sldId="360"/>
            <ac:picMk id="3" creationId="{4A9AA8F9-D4A5-18F4-ADA3-65001B389390}"/>
          </ac:picMkLst>
        </pc:picChg>
        <pc:picChg chg="del">
          <ac:chgData name="이건희" userId="0a994238-b102-4555-836f-34b53b2f3c57" providerId="ADAL" clId="{8DA326DE-65E5-462E-AEAE-DDC091F63FA0}" dt="2023-11-16T07:40:42.264" v="8659" actId="478"/>
          <ac:picMkLst>
            <pc:docMk/>
            <pc:sldMk cId="259510343" sldId="360"/>
            <ac:picMk id="16" creationId="{28DFBD0D-E0B3-6FD5-778A-C78AC6272C86}"/>
          </ac:picMkLst>
        </pc:picChg>
        <pc:picChg chg="add del mod">
          <ac:chgData name="이건희" userId="0a994238-b102-4555-836f-34b53b2f3c57" providerId="ADAL" clId="{8DA326DE-65E5-462E-AEAE-DDC091F63FA0}" dt="2023-11-16T07:44:17.737" v="8790" actId="478"/>
          <ac:picMkLst>
            <pc:docMk/>
            <pc:sldMk cId="259510343" sldId="360"/>
            <ac:picMk id="24" creationId="{0FBE641A-ECA4-6347-C990-5F5BFDED2B6C}"/>
          </ac:picMkLst>
        </pc:picChg>
        <pc:picChg chg="mod">
          <ac:chgData name="이건희" userId="0a994238-b102-4555-836f-34b53b2f3c57" providerId="ADAL" clId="{8DA326DE-65E5-462E-AEAE-DDC091F63FA0}" dt="2023-11-16T07:40:43.743" v="8660"/>
          <ac:picMkLst>
            <pc:docMk/>
            <pc:sldMk cId="259510343" sldId="360"/>
            <ac:picMk id="67" creationId="{9CC101A0-E089-2277-7924-6C481D649438}"/>
          </ac:picMkLst>
        </pc:picChg>
        <pc:picChg chg="add mod">
          <ac:chgData name="이건희" userId="0a994238-b102-4555-836f-34b53b2f3c57" providerId="ADAL" clId="{8DA326DE-65E5-462E-AEAE-DDC091F63FA0}" dt="2023-11-16T08:05:11.944" v="9611" actId="164"/>
          <ac:picMkLst>
            <pc:docMk/>
            <pc:sldMk cId="259510343" sldId="360"/>
            <ac:picMk id="92" creationId="{72F6A094-B837-2892-7CFB-8CDDE91842CE}"/>
          </ac:picMkLst>
        </pc:picChg>
        <pc:picChg chg="mod">
          <ac:chgData name="이건희" userId="0a994238-b102-4555-836f-34b53b2f3c57" providerId="ADAL" clId="{8DA326DE-65E5-462E-AEAE-DDC091F63FA0}" dt="2023-11-16T07:44:18.816" v="8791"/>
          <ac:picMkLst>
            <pc:docMk/>
            <pc:sldMk cId="259510343" sldId="360"/>
            <ac:picMk id="94" creationId="{D3EB30EE-667E-EDB2-14B2-6BD7F8F78605}"/>
          </ac:picMkLst>
        </pc:picChg>
        <pc:cxnChg chg="del mod">
          <ac:chgData name="이건희" userId="0a994238-b102-4555-836f-34b53b2f3c57" providerId="ADAL" clId="{8DA326DE-65E5-462E-AEAE-DDC091F63FA0}" dt="2023-11-16T07:40:35.098" v="8657" actId="478"/>
          <ac:cxnSpMkLst>
            <pc:docMk/>
            <pc:sldMk cId="259510343" sldId="360"/>
            <ac:cxnSpMk id="7" creationId="{AFA17337-6E55-6EBE-0B49-01F80BF1A103}"/>
          </ac:cxnSpMkLst>
        </pc:cxnChg>
        <pc:cxnChg chg="mod">
          <ac:chgData name="이건희" userId="0a994238-b102-4555-836f-34b53b2f3c57" providerId="ADAL" clId="{8DA326DE-65E5-462E-AEAE-DDC091F63FA0}" dt="2023-11-16T07:40:43.743" v="8660"/>
          <ac:cxnSpMkLst>
            <pc:docMk/>
            <pc:sldMk cId="259510343" sldId="360"/>
            <ac:cxnSpMk id="41" creationId="{61B1A211-DE83-8150-C65B-6E59EEB7694D}"/>
          </ac:cxnSpMkLst>
        </pc:cxnChg>
        <pc:cxnChg chg="mod">
          <ac:chgData name="이건희" userId="0a994238-b102-4555-836f-34b53b2f3c57" providerId="ADAL" clId="{8DA326DE-65E5-462E-AEAE-DDC091F63FA0}" dt="2023-11-16T07:44:17.737" v="8790" actId="478"/>
          <ac:cxnSpMkLst>
            <pc:docMk/>
            <pc:sldMk cId="259510343" sldId="360"/>
            <ac:cxnSpMk id="42" creationId="{51343E29-874A-C8FD-2E0A-2CB9CE8DF404}"/>
          </ac:cxnSpMkLst>
        </pc:cxnChg>
        <pc:cxnChg chg="mod">
          <ac:chgData name="이건희" userId="0a994238-b102-4555-836f-34b53b2f3c57" providerId="ADAL" clId="{8DA326DE-65E5-462E-AEAE-DDC091F63FA0}" dt="2023-11-16T07:40:43.743" v="8660"/>
          <ac:cxnSpMkLst>
            <pc:docMk/>
            <pc:sldMk cId="259510343" sldId="360"/>
            <ac:cxnSpMk id="43" creationId="{70A95534-BE56-05F0-66EA-E097FE5ECD62}"/>
          </ac:cxnSpMkLst>
        </pc:cxnChg>
        <pc:cxnChg chg="add del mod">
          <ac:chgData name="이건희" userId="0a994238-b102-4555-836f-34b53b2f3c57" providerId="ADAL" clId="{8DA326DE-65E5-462E-AEAE-DDC091F63FA0}" dt="2023-11-16T07:44:17.737" v="8790" actId="478"/>
          <ac:cxnSpMkLst>
            <pc:docMk/>
            <pc:sldMk cId="259510343" sldId="360"/>
            <ac:cxnSpMk id="50" creationId="{D52274AE-C0A5-D827-5D63-9AA601DCB8D6}"/>
          </ac:cxnSpMkLst>
        </pc:cxnChg>
        <pc:cxnChg chg="add del mod">
          <ac:chgData name="이건희" userId="0a994238-b102-4555-836f-34b53b2f3c57" providerId="ADAL" clId="{8DA326DE-65E5-462E-AEAE-DDC091F63FA0}" dt="2023-11-16T07:44:17.737" v="8790" actId="478"/>
          <ac:cxnSpMkLst>
            <pc:docMk/>
            <pc:sldMk cId="259510343" sldId="360"/>
            <ac:cxnSpMk id="56" creationId="{166E8D4B-E9FD-AD2F-CF41-32264DAAC4A5}"/>
          </ac:cxnSpMkLst>
        </pc:cxnChg>
        <pc:cxnChg chg="add del mod">
          <ac:chgData name="이건희" userId="0a994238-b102-4555-836f-34b53b2f3c57" providerId="ADAL" clId="{8DA326DE-65E5-462E-AEAE-DDC091F63FA0}" dt="2023-11-16T07:44:17.737" v="8790" actId="478"/>
          <ac:cxnSpMkLst>
            <pc:docMk/>
            <pc:sldMk cId="259510343" sldId="360"/>
            <ac:cxnSpMk id="61" creationId="{BD9FA67B-270E-56E3-295E-281B6F7E5EFE}"/>
          </ac:cxnSpMkLst>
        </pc:cxnChg>
        <pc:cxnChg chg="add del mod">
          <ac:chgData name="이건희" userId="0a994238-b102-4555-836f-34b53b2f3c57" providerId="ADAL" clId="{8DA326DE-65E5-462E-AEAE-DDC091F63FA0}" dt="2023-11-16T07:44:17.737" v="8790" actId="478"/>
          <ac:cxnSpMkLst>
            <pc:docMk/>
            <pc:sldMk cId="259510343" sldId="360"/>
            <ac:cxnSpMk id="63" creationId="{BCB02455-F5B3-12C7-125A-DD46DFA357CF}"/>
          </ac:cxnSpMkLst>
        </pc:cxnChg>
        <pc:cxnChg chg="add del mod">
          <ac:chgData name="이건희" userId="0a994238-b102-4555-836f-34b53b2f3c57" providerId="ADAL" clId="{8DA326DE-65E5-462E-AEAE-DDC091F63FA0}" dt="2023-11-16T07:44:17.737" v="8790" actId="478"/>
          <ac:cxnSpMkLst>
            <pc:docMk/>
            <pc:sldMk cId="259510343" sldId="360"/>
            <ac:cxnSpMk id="64" creationId="{8B03A09A-6CE4-3B2E-D472-52E048E7B008}"/>
          </ac:cxnSpMkLst>
        </pc:cxnChg>
        <pc:cxnChg chg="add del mod">
          <ac:chgData name="이건희" userId="0a994238-b102-4555-836f-34b53b2f3c57" providerId="ADAL" clId="{8DA326DE-65E5-462E-AEAE-DDC091F63FA0}" dt="2023-11-16T07:44:17.737" v="8790" actId="478"/>
          <ac:cxnSpMkLst>
            <pc:docMk/>
            <pc:sldMk cId="259510343" sldId="360"/>
            <ac:cxnSpMk id="65" creationId="{CB33CE57-1CB1-6FC9-FFE3-E39FF797ADAD}"/>
          </ac:cxnSpMkLst>
        </pc:cxnChg>
        <pc:cxnChg chg="add del mod">
          <ac:chgData name="이건희" userId="0a994238-b102-4555-836f-34b53b2f3c57" providerId="ADAL" clId="{8DA326DE-65E5-462E-AEAE-DDC091F63FA0}" dt="2023-11-16T07:44:17.737" v="8790" actId="478"/>
          <ac:cxnSpMkLst>
            <pc:docMk/>
            <pc:sldMk cId="259510343" sldId="360"/>
            <ac:cxnSpMk id="69" creationId="{52F52694-FB48-7554-D5F1-C419188DFF4B}"/>
          </ac:cxnSpMkLst>
        </pc:cxnChg>
        <pc:cxnChg chg="add mod">
          <ac:chgData name="이건희" userId="0a994238-b102-4555-836f-34b53b2f3c57" providerId="ADAL" clId="{8DA326DE-65E5-462E-AEAE-DDC091F63FA0}" dt="2023-11-16T07:44:18.816" v="8791"/>
          <ac:cxnSpMkLst>
            <pc:docMk/>
            <pc:sldMk cId="259510343" sldId="360"/>
            <ac:cxnSpMk id="102" creationId="{0447795A-4C27-8E1E-C6E0-5AF1F22112E0}"/>
          </ac:cxnSpMkLst>
        </pc:cxnChg>
        <pc:cxnChg chg="add mod">
          <ac:chgData name="이건희" userId="0a994238-b102-4555-836f-34b53b2f3c57" providerId="ADAL" clId="{8DA326DE-65E5-462E-AEAE-DDC091F63FA0}" dt="2023-11-16T08:05:11.944" v="9611" actId="164"/>
          <ac:cxnSpMkLst>
            <pc:docMk/>
            <pc:sldMk cId="259510343" sldId="360"/>
            <ac:cxnSpMk id="105" creationId="{C9DED380-6E22-CCA1-C106-9EDE54D15E64}"/>
          </ac:cxnSpMkLst>
        </pc:cxnChg>
        <pc:cxnChg chg="add mod">
          <ac:chgData name="이건희" userId="0a994238-b102-4555-836f-34b53b2f3c57" providerId="ADAL" clId="{8DA326DE-65E5-462E-AEAE-DDC091F63FA0}" dt="2023-11-16T08:05:11.944" v="9611" actId="164"/>
          <ac:cxnSpMkLst>
            <pc:docMk/>
            <pc:sldMk cId="259510343" sldId="360"/>
            <ac:cxnSpMk id="113" creationId="{1AB2B963-A3C4-5E19-4B12-95C276E23037}"/>
          </ac:cxnSpMkLst>
        </pc:cxnChg>
        <pc:cxnChg chg="add mod">
          <ac:chgData name="이건희" userId="0a994238-b102-4555-836f-34b53b2f3c57" providerId="ADAL" clId="{8DA326DE-65E5-462E-AEAE-DDC091F63FA0}" dt="2023-11-16T08:05:11.944" v="9611" actId="164"/>
          <ac:cxnSpMkLst>
            <pc:docMk/>
            <pc:sldMk cId="259510343" sldId="360"/>
            <ac:cxnSpMk id="119" creationId="{08532DED-FB56-4395-D001-E85AA972FBE8}"/>
          </ac:cxnSpMkLst>
        </pc:cxnChg>
        <pc:cxnChg chg="add mod">
          <ac:chgData name="이건희" userId="0a994238-b102-4555-836f-34b53b2f3c57" providerId="ADAL" clId="{8DA326DE-65E5-462E-AEAE-DDC091F63FA0}" dt="2023-11-16T08:05:11.944" v="9611" actId="164"/>
          <ac:cxnSpMkLst>
            <pc:docMk/>
            <pc:sldMk cId="259510343" sldId="360"/>
            <ac:cxnSpMk id="120" creationId="{1B596D2B-691B-A55D-4BC7-CC284C3FFDAE}"/>
          </ac:cxnSpMkLst>
        </pc:cxnChg>
      </pc:sldChg>
    </pc:docChg>
  </pc:docChgLst>
  <pc:docChgLst>
    <pc:chgData name="이건희" userId="0a994238-b102-4555-836f-34b53b2f3c57" providerId="ADAL" clId="{4B595C7B-8C00-4774-9C53-786ADA0E9A4F}"/>
    <pc:docChg chg="undo custSel addSld delSld modSld sldOrd">
      <pc:chgData name="이건희" userId="0a994238-b102-4555-836f-34b53b2f3c57" providerId="ADAL" clId="{4B595C7B-8C00-4774-9C53-786ADA0E9A4F}" dt="2023-09-06T16:18:44.899" v="449" actId="1076"/>
      <pc:docMkLst>
        <pc:docMk/>
      </pc:docMkLst>
      <pc:sldChg chg="modSp mod">
        <pc:chgData name="이건희" userId="0a994238-b102-4555-836f-34b53b2f3c57" providerId="ADAL" clId="{4B595C7B-8C00-4774-9C53-786ADA0E9A4F}" dt="2023-08-25T13:54:53.622" v="445" actId="207"/>
        <pc:sldMkLst>
          <pc:docMk/>
          <pc:sldMk cId="531455970" sldId="258"/>
        </pc:sldMkLst>
        <pc:spChg chg="mod">
          <ac:chgData name="이건희" userId="0a994238-b102-4555-836f-34b53b2f3c57" providerId="ADAL" clId="{4B595C7B-8C00-4774-9C53-786ADA0E9A4F}" dt="2023-08-25T13:54:53.622" v="445" actId="207"/>
          <ac:spMkLst>
            <pc:docMk/>
            <pc:sldMk cId="531455970" sldId="258"/>
            <ac:spMk id="6" creationId="{054C4CB6-DF2E-4B5B-277F-73627C5BBAB4}"/>
          </ac:spMkLst>
        </pc:spChg>
        <pc:spChg chg="mod">
          <ac:chgData name="이건희" userId="0a994238-b102-4555-836f-34b53b2f3c57" providerId="ADAL" clId="{4B595C7B-8C00-4774-9C53-786ADA0E9A4F}" dt="2023-08-25T13:54:53.622" v="445" actId="207"/>
          <ac:spMkLst>
            <pc:docMk/>
            <pc:sldMk cId="531455970" sldId="258"/>
            <ac:spMk id="8" creationId="{E84E99C1-591A-02EE-4B4B-2C3727009D2A}"/>
          </ac:spMkLst>
        </pc:spChg>
        <pc:spChg chg="mod">
          <ac:chgData name="이건희" userId="0a994238-b102-4555-836f-34b53b2f3c57" providerId="ADAL" clId="{4B595C7B-8C00-4774-9C53-786ADA0E9A4F}" dt="2023-08-25T13:54:35.916" v="444" actId="404"/>
          <ac:spMkLst>
            <pc:docMk/>
            <pc:sldMk cId="531455970" sldId="258"/>
            <ac:spMk id="10" creationId="{9EDA988F-C318-C106-9159-E62B539375E4}"/>
          </ac:spMkLst>
        </pc:spChg>
      </pc:sldChg>
      <pc:sldChg chg="modSp mod">
        <pc:chgData name="이건희" userId="0a994238-b102-4555-836f-34b53b2f3c57" providerId="ADAL" clId="{4B595C7B-8C00-4774-9C53-786ADA0E9A4F}" dt="2023-08-25T13:38:26.453" v="5" actId="20577"/>
        <pc:sldMkLst>
          <pc:docMk/>
          <pc:sldMk cId="567678956" sldId="259"/>
        </pc:sldMkLst>
        <pc:spChg chg="mod">
          <ac:chgData name="이건희" userId="0a994238-b102-4555-836f-34b53b2f3c57" providerId="ADAL" clId="{4B595C7B-8C00-4774-9C53-786ADA0E9A4F}" dt="2023-08-25T13:38:26.453" v="5" actId="20577"/>
          <ac:spMkLst>
            <pc:docMk/>
            <pc:sldMk cId="567678956" sldId="259"/>
            <ac:spMk id="8" creationId="{8448505C-B72C-0E1F-1CA7-ACE2529C89DE}"/>
          </ac:spMkLst>
        </pc:spChg>
      </pc:sldChg>
      <pc:sldChg chg="modSp mod">
        <pc:chgData name="이건희" userId="0a994238-b102-4555-836f-34b53b2f3c57" providerId="ADAL" clId="{4B595C7B-8C00-4774-9C53-786ADA0E9A4F}" dt="2023-08-25T13:38:29.947" v="7" actId="20577"/>
        <pc:sldMkLst>
          <pc:docMk/>
          <pc:sldMk cId="1164726469" sldId="272"/>
        </pc:sldMkLst>
        <pc:spChg chg="mod">
          <ac:chgData name="이건희" userId="0a994238-b102-4555-836f-34b53b2f3c57" providerId="ADAL" clId="{4B595C7B-8C00-4774-9C53-786ADA0E9A4F}" dt="2023-08-25T13:38:29.947" v="7" actId="20577"/>
          <ac:spMkLst>
            <pc:docMk/>
            <pc:sldMk cId="1164726469" sldId="272"/>
            <ac:spMk id="7" creationId="{E45F75A8-BEE5-B72C-01EB-232F23D73B37}"/>
          </ac:spMkLst>
        </pc:spChg>
      </pc:sldChg>
      <pc:sldChg chg="modSp mod ord">
        <pc:chgData name="이건희" userId="0a994238-b102-4555-836f-34b53b2f3c57" providerId="ADAL" clId="{4B595C7B-8C00-4774-9C53-786ADA0E9A4F}" dt="2023-09-06T16:18:44.899" v="449" actId="1076"/>
        <pc:sldMkLst>
          <pc:docMk/>
          <pc:sldMk cId="2382229779" sldId="280"/>
        </pc:sldMkLst>
        <pc:spChg chg="mod">
          <ac:chgData name="이건희" userId="0a994238-b102-4555-836f-34b53b2f3c57" providerId="ADAL" clId="{4B595C7B-8C00-4774-9C53-786ADA0E9A4F}" dt="2023-08-25T13:38:43.667" v="12" actId="20577"/>
          <ac:spMkLst>
            <pc:docMk/>
            <pc:sldMk cId="2382229779" sldId="280"/>
            <ac:spMk id="2" creationId="{110586C7-723B-0B17-DD73-3C1262A8D3CF}"/>
          </ac:spMkLst>
        </pc:spChg>
        <pc:picChg chg="mod">
          <ac:chgData name="이건희" userId="0a994238-b102-4555-836f-34b53b2f3c57" providerId="ADAL" clId="{4B595C7B-8C00-4774-9C53-786ADA0E9A4F}" dt="2023-09-06T16:18:44.899" v="449" actId="1076"/>
          <ac:picMkLst>
            <pc:docMk/>
            <pc:sldMk cId="2382229779" sldId="280"/>
            <ac:picMk id="127" creationId="{36FF09A9-9C75-9384-71FC-722C37EA59EA}"/>
          </ac:picMkLst>
        </pc:picChg>
      </pc:sldChg>
      <pc:sldChg chg="del">
        <pc:chgData name="이건희" userId="0a994238-b102-4555-836f-34b53b2f3c57" providerId="ADAL" clId="{4B595C7B-8C00-4774-9C53-786ADA0E9A4F}" dt="2023-08-25T13:43:55.177" v="85" actId="47"/>
        <pc:sldMkLst>
          <pc:docMk/>
          <pc:sldMk cId="903797211" sldId="317"/>
        </pc:sldMkLst>
      </pc:sldChg>
      <pc:sldChg chg="modSp mod">
        <pc:chgData name="이건희" userId="0a994238-b102-4555-836f-34b53b2f3c57" providerId="ADAL" clId="{4B595C7B-8C00-4774-9C53-786ADA0E9A4F}" dt="2023-08-25T13:39:07.796" v="17" actId="20577"/>
        <pc:sldMkLst>
          <pc:docMk/>
          <pc:sldMk cId="324186103" sldId="321"/>
        </pc:sldMkLst>
        <pc:spChg chg="mod">
          <ac:chgData name="이건희" userId="0a994238-b102-4555-836f-34b53b2f3c57" providerId="ADAL" clId="{4B595C7B-8C00-4774-9C53-786ADA0E9A4F}" dt="2023-08-25T13:39:07.796" v="17" actId="20577"/>
          <ac:spMkLst>
            <pc:docMk/>
            <pc:sldMk cId="324186103" sldId="321"/>
            <ac:spMk id="2" creationId="{110586C7-723B-0B17-DD73-3C1262A8D3CF}"/>
          </ac:spMkLst>
        </pc:spChg>
      </pc:sldChg>
      <pc:sldChg chg="modSp mod ord">
        <pc:chgData name="이건희" userId="0a994238-b102-4555-836f-34b53b2f3c57" providerId="ADAL" clId="{4B595C7B-8C00-4774-9C53-786ADA0E9A4F}" dt="2023-09-06T16:17:43.632" v="447" actId="1076"/>
        <pc:sldMkLst>
          <pc:docMk/>
          <pc:sldMk cId="758259977" sldId="328"/>
        </pc:sldMkLst>
        <pc:spChg chg="mod">
          <ac:chgData name="이건희" userId="0a994238-b102-4555-836f-34b53b2f3c57" providerId="ADAL" clId="{4B595C7B-8C00-4774-9C53-786ADA0E9A4F}" dt="2023-08-25T13:38:48.531" v="14" actId="20577"/>
          <ac:spMkLst>
            <pc:docMk/>
            <pc:sldMk cId="758259977" sldId="328"/>
            <ac:spMk id="2" creationId="{110586C7-723B-0B17-DD73-3C1262A8D3CF}"/>
          </ac:spMkLst>
        </pc:spChg>
        <pc:grpChg chg="mod">
          <ac:chgData name="이건희" userId="0a994238-b102-4555-836f-34b53b2f3c57" providerId="ADAL" clId="{4B595C7B-8C00-4774-9C53-786ADA0E9A4F}" dt="2023-09-06T16:17:43.632" v="447" actId="1076"/>
          <ac:grpSpMkLst>
            <pc:docMk/>
            <pc:sldMk cId="758259977" sldId="328"/>
            <ac:grpSpMk id="26" creationId="{C4918B23-BFB2-2B41-C1A3-3F16683F53D7}"/>
          </ac:grpSpMkLst>
        </pc:grpChg>
      </pc:sldChg>
      <pc:sldChg chg="modSp mod ord">
        <pc:chgData name="이건희" userId="0a994238-b102-4555-836f-34b53b2f3c57" providerId="ADAL" clId="{4B595C7B-8C00-4774-9C53-786ADA0E9A4F}" dt="2023-08-25T13:38:45.484" v="13" actId="20577"/>
        <pc:sldMkLst>
          <pc:docMk/>
          <pc:sldMk cId="1258484718" sldId="330"/>
        </pc:sldMkLst>
        <pc:spChg chg="mod">
          <ac:chgData name="이건희" userId="0a994238-b102-4555-836f-34b53b2f3c57" providerId="ADAL" clId="{4B595C7B-8C00-4774-9C53-786ADA0E9A4F}" dt="2023-08-25T13:38:45.484" v="13" actId="20577"/>
          <ac:spMkLst>
            <pc:docMk/>
            <pc:sldMk cId="1258484718" sldId="330"/>
            <ac:spMk id="2" creationId="{110586C7-723B-0B17-DD73-3C1262A8D3CF}"/>
          </ac:spMkLst>
        </pc:spChg>
      </pc:sldChg>
      <pc:sldChg chg="modSp mod ord">
        <pc:chgData name="이건희" userId="0a994238-b102-4555-836f-34b53b2f3c57" providerId="ADAL" clId="{4B595C7B-8C00-4774-9C53-786ADA0E9A4F}" dt="2023-08-25T13:38:39.970" v="11" actId="20577"/>
        <pc:sldMkLst>
          <pc:docMk/>
          <pc:sldMk cId="1060313922" sldId="333"/>
        </pc:sldMkLst>
        <pc:spChg chg="mod">
          <ac:chgData name="이건희" userId="0a994238-b102-4555-836f-34b53b2f3c57" providerId="ADAL" clId="{4B595C7B-8C00-4774-9C53-786ADA0E9A4F}" dt="2023-08-25T13:38:39.970" v="11" actId="20577"/>
          <ac:spMkLst>
            <pc:docMk/>
            <pc:sldMk cId="1060313922" sldId="333"/>
            <ac:spMk id="2" creationId="{110586C7-723B-0B17-DD73-3C1262A8D3CF}"/>
          </ac:spMkLst>
        </pc:spChg>
      </pc:sldChg>
      <pc:sldChg chg="modSp mod">
        <pc:chgData name="이건희" userId="0a994238-b102-4555-836f-34b53b2f3c57" providerId="ADAL" clId="{4B595C7B-8C00-4774-9C53-786ADA0E9A4F}" dt="2023-08-25T13:38:34.987" v="10" actId="20577"/>
        <pc:sldMkLst>
          <pc:docMk/>
          <pc:sldMk cId="4172918257" sldId="335"/>
        </pc:sldMkLst>
        <pc:spChg chg="mod">
          <ac:chgData name="이건희" userId="0a994238-b102-4555-836f-34b53b2f3c57" providerId="ADAL" clId="{4B595C7B-8C00-4774-9C53-786ADA0E9A4F}" dt="2023-08-25T13:38:34.987" v="10" actId="20577"/>
          <ac:spMkLst>
            <pc:docMk/>
            <pc:sldMk cId="4172918257" sldId="335"/>
            <ac:spMk id="2" creationId="{110586C7-723B-0B17-DD73-3C1262A8D3CF}"/>
          </ac:spMkLst>
        </pc:spChg>
      </pc:sldChg>
      <pc:sldChg chg="addSp delSp modSp mod">
        <pc:chgData name="이건희" userId="0a994238-b102-4555-836f-34b53b2f3c57" providerId="ADAL" clId="{4B595C7B-8C00-4774-9C53-786ADA0E9A4F}" dt="2023-08-25T13:53:40.027" v="435" actId="1076"/>
        <pc:sldMkLst>
          <pc:docMk/>
          <pc:sldMk cId="3674900385" sldId="337"/>
        </pc:sldMkLst>
        <pc:spChg chg="add mod">
          <ac:chgData name="이건희" userId="0a994238-b102-4555-836f-34b53b2f3c57" providerId="ADAL" clId="{4B595C7B-8C00-4774-9C53-786ADA0E9A4F}" dt="2023-08-25T13:42:21.874" v="60"/>
          <ac:spMkLst>
            <pc:docMk/>
            <pc:sldMk cId="3674900385" sldId="337"/>
            <ac:spMk id="3" creationId="{83AA2E39-3FA3-2455-7594-155F5F59A687}"/>
          </ac:spMkLst>
        </pc:spChg>
        <pc:spChg chg="del">
          <ac:chgData name="이건희" userId="0a994238-b102-4555-836f-34b53b2f3c57" providerId="ADAL" clId="{4B595C7B-8C00-4774-9C53-786ADA0E9A4F}" dt="2023-08-25T13:42:20.827" v="59" actId="478"/>
          <ac:spMkLst>
            <pc:docMk/>
            <pc:sldMk cId="3674900385" sldId="337"/>
            <ac:spMk id="7" creationId="{DBB88BDE-46BF-F1F6-325F-BF22C54B67B2}"/>
          </ac:spMkLst>
        </pc:spChg>
        <pc:spChg chg="mod">
          <ac:chgData name="이건희" userId="0a994238-b102-4555-836f-34b53b2f3c57" providerId="ADAL" clId="{4B595C7B-8C00-4774-9C53-786ADA0E9A4F}" dt="2023-08-25T13:53:07.931" v="399" actId="14100"/>
          <ac:spMkLst>
            <pc:docMk/>
            <pc:sldMk cId="3674900385" sldId="337"/>
            <ac:spMk id="10" creationId="{1EB2F2F3-BFE6-CD11-1108-0D3681E74E00}"/>
          </ac:spMkLst>
        </pc:spChg>
        <pc:spChg chg="add mod">
          <ac:chgData name="이건희" userId="0a994238-b102-4555-836f-34b53b2f3c57" providerId="ADAL" clId="{4B595C7B-8C00-4774-9C53-786ADA0E9A4F}" dt="2023-08-25T13:53:13.819" v="405" actId="14100"/>
          <ac:spMkLst>
            <pc:docMk/>
            <pc:sldMk cId="3674900385" sldId="337"/>
            <ac:spMk id="11" creationId="{F01BC8EB-2206-C13B-5AD3-A5153C03F8B8}"/>
          </ac:spMkLst>
        </pc:spChg>
        <pc:spChg chg="add mod">
          <ac:chgData name="이건희" userId="0a994238-b102-4555-836f-34b53b2f3c57" providerId="ADAL" clId="{4B595C7B-8C00-4774-9C53-786ADA0E9A4F}" dt="2023-08-25T13:53:40.027" v="435" actId="1076"/>
          <ac:spMkLst>
            <pc:docMk/>
            <pc:sldMk cId="3674900385" sldId="337"/>
            <ac:spMk id="18" creationId="{08C2A45A-7FAA-2F66-4ECC-B3316F23E0BE}"/>
          </ac:spMkLst>
        </pc:spChg>
        <pc:spChg chg="del">
          <ac:chgData name="이건희" userId="0a994238-b102-4555-836f-34b53b2f3c57" providerId="ADAL" clId="{4B595C7B-8C00-4774-9C53-786ADA0E9A4F}" dt="2023-08-25T13:43:50.595" v="83" actId="478"/>
          <ac:spMkLst>
            <pc:docMk/>
            <pc:sldMk cId="3674900385" sldId="337"/>
            <ac:spMk id="277" creationId="{A110B432-E116-BC31-7A97-ED622980A668}"/>
          </ac:spMkLst>
        </pc:spChg>
        <pc:spChg chg="del">
          <ac:chgData name="이건희" userId="0a994238-b102-4555-836f-34b53b2f3c57" providerId="ADAL" clId="{4B595C7B-8C00-4774-9C53-786ADA0E9A4F}" dt="2023-08-25T13:43:51.268" v="84" actId="478"/>
          <ac:spMkLst>
            <pc:docMk/>
            <pc:sldMk cId="3674900385" sldId="337"/>
            <ac:spMk id="278" creationId="{39AF9645-C034-D137-BCB0-8FEBE3033756}"/>
          </ac:spMkLst>
        </pc:spChg>
        <pc:spChg chg="del">
          <ac:chgData name="이건희" userId="0a994238-b102-4555-836f-34b53b2f3c57" providerId="ADAL" clId="{4B595C7B-8C00-4774-9C53-786ADA0E9A4F}" dt="2023-08-25T13:43:49.148" v="82" actId="478"/>
          <ac:spMkLst>
            <pc:docMk/>
            <pc:sldMk cId="3674900385" sldId="337"/>
            <ac:spMk id="279" creationId="{BC146077-9FC0-DF28-5842-F64D6F4F7D06}"/>
          </ac:spMkLst>
        </pc:spChg>
        <pc:cxnChg chg="add mod">
          <ac:chgData name="이건희" userId="0a994238-b102-4555-836f-34b53b2f3c57" providerId="ADAL" clId="{4B595C7B-8C00-4774-9C53-786ADA0E9A4F}" dt="2023-08-25T13:42:21.874" v="60"/>
          <ac:cxnSpMkLst>
            <pc:docMk/>
            <pc:sldMk cId="3674900385" sldId="337"/>
            <ac:cxnSpMk id="6" creationId="{48D3B566-0DF7-0332-F146-A2F2E05197E6}"/>
          </ac:cxnSpMkLst>
        </pc:cxnChg>
        <pc:cxnChg chg="del">
          <ac:chgData name="이건희" userId="0a994238-b102-4555-836f-34b53b2f3c57" providerId="ADAL" clId="{4B595C7B-8C00-4774-9C53-786ADA0E9A4F}" dt="2023-08-25T13:42:19.987" v="58" actId="478"/>
          <ac:cxnSpMkLst>
            <pc:docMk/>
            <pc:sldMk cId="3674900385" sldId="337"/>
            <ac:cxnSpMk id="238" creationId="{B65681AC-CDE7-0B3F-78BD-9F86375BAA7B}"/>
          </ac:cxnSpMkLst>
        </pc:cxnChg>
      </pc:sldChg>
      <pc:sldChg chg="addSp delSp modSp add mod">
        <pc:chgData name="이건희" userId="0a994238-b102-4555-836f-34b53b2f3c57" providerId="ADAL" clId="{4B595C7B-8C00-4774-9C53-786ADA0E9A4F}" dt="2023-08-25T13:52:31.338" v="392" actId="14100"/>
        <pc:sldMkLst>
          <pc:docMk/>
          <pc:sldMk cId="4259813927" sldId="338"/>
        </pc:sldMkLst>
        <pc:spChg chg="add mod">
          <ac:chgData name="이건희" userId="0a994238-b102-4555-836f-34b53b2f3c57" providerId="ADAL" clId="{4B595C7B-8C00-4774-9C53-786ADA0E9A4F}" dt="2023-08-25T13:42:15.775" v="57"/>
          <ac:spMkLst>
            <pc:docMk/>
            <pc:sldMk cId="4259813927" sldId="338"/>
            <ac:spMk id="3" creationId="{5106CE2F-9D1F-8F67-EA48-DD4D949133DB}"/>
          </ac:spMkLst>
        </pc:spChg>
        <pc:spChg chg="del">
          <ac:chgData name="이건희" userId="0a994238-b102-4555-836f-34b53b2f3c57" providerId="ADAL" clId="{4B595C7B-8C00-4774-9C53-786ADA0E9A4F}" dt="2023-08-25T13:42:14.756" v="56" actId="478"/>
          <ac:spMkLst>
            <pc:docMk/>
            <pc:sldMk cId="4259813927" sldId="338"/>
            <ac:spMk id="7" creationId="{DBB88BDE-46BF-F1F6-325F-BF22C54B67B2}"/>
          </ac:spMkLst>
        </pc:spChg>
        <pc:spChg chg="del">
          <ac:chgData name="이건희" userId="0a994238-b102-4555-836f-34b53b2f3c57" providerId="ADAL" clId="{4B595C7B-8C00-4774-9C53-786ADA0E9A4F}" dt="2023-08-25T13:44:37.028" v="90" actId="478"/>
          <ac:spMkLst>
            <pc:docMk/>
            <pc:sldMk cId="4259813927" sldId="338"/>
            <ac:spMk id="10" creationId="{1EB2F2F3-BFE6-CD11-1108-0D3681E74E00}"/>
          </ac:spMkLst>
        </pc:spChg>
        <pc:spChg chg="add del mod">
          <ac:chgData name="이건희" userId="0a994238-b102-4555-836f-34b53b2f3c57" providerId="ADAL" clId="{4B595C7B-8C00-4774-9C53-786ADA0E9A4F}" dt="2023-08-25T13:52:06.343" v="357"/>
          <ac:spMkLst>
            <pc:docMk/>
            <pc:sldMk cId="4259813927" sldId="338"/>
            <ac:spMk id="11" creationId="{80F564AD-67F2-0B0F-452A-30FFAC0C7650}"/>
          </ac:spMkLst>
        </pc:spChg>
        <pc:spChg chg="add mod">
          <ac:chgData name="이건희" userId="0a994238-b102-4555-836f-34b53b2f3c57" providerId="ADAL" clId="{4B595C7B-8C00-4774-9C53-786ADA0E9A4F}" dt="2023-08-25T13:52:31.338" v="392" actId="14100"/>
          <ac:spMkLst>
            <pc:docMk/>
            <pc:sldMk cId="4259813927" sldId="338"/>
            <ac:spMk id="18" creationId="{C269FB49-6FC5-B037-77B0-84C534E7E03B}"/>
          </ac:spMkLst>
        </pc:spChg>
        <pc:spChg chg="add del mod">
          <ac:chgData name="이건희" userId="0a994238-b102-4555-836f-34b53b2f3c57" providerId="ADAL" clId="{4B595C7B-8C00-4774-9C53-786ADA0E9A4F}" dt="2023-08-25T13:52:06.343" v="357"/>
          <ac:spMkLst>
            <pc:docMk/>
            <pc:sldMk cId="4259813927" sldId="338"/>
            <ac:spMk id="19" creationId="{4D452596-EEC4-B1CF-F01D-AEBEFE2DD75A}"/>
          </ac:spMkLst>
        </pc:spChg>
        <pc:spChg chg="mod">
          <ac:chgData name="이건희" userId="0a994238-b102-4555-836f-34b53b2f3c57" providerId="ADAL" clId="{4B595C7B-8C00-4774-9C53-786ADA0E9A4F}" dt="2023-08-25T13:52:06.343" v="357"/>
          <ac:spMkLst>
            <pc:docMk/>
            <pc:sldMk cId="4259813927" sldId="338"/>
            <ac:spMk id="23" creationId="{EB056618-241F-DD58-A6DB-1D439D424B05}"/>
          </ac:spMkLst>
        </pc:spChg>
        <pc:spChg chg="del">
          <ac:chgData name="이건희" userId="0a994238-b102-4555-836f-34b53b2f3c57" providerId="ADAL" clId="{4B595C7B-8C00-4774-9C53-786ADA0E9A4F}" dt="2023-08-25T13:43:44.771" v="81" actId="478"/>
          <ac:spMkLst>
            <pc:docMk/>
            <pc:sldMk cId="4259813927" sldId="338"/>
            <ac:spMk id="277" creationId="{A110B432-E116-BC31-7A97-ED622980A668}"/>
          </ac:spMkLst>
        </pc:spChg>
        <pc:spChg chg="del">
          <ac:chgData name="이건희" userId="0a994238-b102-4555-836f-34b53b2f3c57" providerId="ADAL" clId="{4B595C7B-8C00-4774-9C53-786ADA0E9A4F}" dt="2023-08-25T13:43:44.084" v="80" actId="478"/>
          <ac:spMkLst>
            <pc:docMk/>
            <pc:sldMk cId="4259813927" sldId="338"/>
            <ac:spMk id="278" creationId="{39AF9645-C034-D137-BCB0-8FEBE3033756}"/>
          </ac:spMkLst>
        </pc:spChg>
        <pc:spChg chg="del">
          <ac:chgData name="이건희" userId="0a994238-b102-4555-836f-34b53b2f3c57" providerId="ADAL" clId="{4B595C7B-8C00-4774-9C53-786ADA0E9A4F}" dt="2023-08-25T13:43:42.956" v="79" actId="478"/>
          <ac:spMkLst>
            <pc:docMk/>
            <pc:sldMk cId="4259813927" sldId="338"/>
            <ac:spMk id="279" creationId="{BC146077-9FC0-DF28-5842-F64D6F4F7D06}"/>
          </ac:spMkLst>
        </pc:spChg>
        <pc:grpChg chg="del">
          <ac:chgData name="이건희" userId="0a994238-b102-4555-836f-34b53b2f3c57" providerId="ADAL" clId="{4B595C7B-8C00-4774-9C53-786ADA0E9A4F}" dt="2023-08-25T13:39:43.090" v="19" actId="478"/>
          <ac:grpSpMkLst>
            <pc:docMk/>
            <pc:sldMk cId="4259813927" sldId="338"/>
            <ac:grpSpMk id="288" creationId="{207380B5-C494-F622-6902-E7B40A49252C}"/>
          </ac:grpSpMkLst>
        </pc:grpChg>
        <pc:picChg chg="mod">
          <ac:chgData name="이건희" userId="0a994238-b102-4555-836f-34b53b2f3c57" providerId="ADAL" clId="{4B595C7B-8C00-4774-9C53-786ADA0E9A4F}" dt="2023-08-25T13:51:31.260" v="349" actId="1076"/>
          <ac:picMkLst>
            <pc:docMk/>
            <pc:sldMk cId="4259813927" sldId="338"/>
            <ac:picMk id="17" creationId="{0CD81995-F832-F1E8-4346-602598B42A87}"/>
          </ac:picMkLst>
        </pc:picChg>
        <pc:picChg chg="del">
          <ac:chgData name="이건희" userId="0a994238-b102-4555-836f-34b53b2f3c57" providerId="ADAL" clId="{4B595C7B-8C00-4774-9C53-786ADA0E9A4F}" dt="2023-08-25T13:39:45.637" v="20" actId="478"/>
          <ac:picMkLst>
            <pc:docMk/>
            <pc:sldMk cId="4259813927" sldId="338"/>
            <ac:picMk id="287" creationId="{5132A4F0-91DB-13A5-FDFB-854F9A9B5DC4}"/>
          </ac:picMkLst>
        </pc:picChg>
        <pc:cxnChg chg="add mod">
          <ac:chgData name="이건희" userId="0a994238-b102-4555-836f-34b53b2f3c57" providerId="ADAL" clId="{4B595C7B-8C00-4774-9C53-786ADA0E9A4F}" dt="2023-08-25T13:42:15.775" v="57"/>
          <ac:cxnSpMkLst>
            <pc:docMk/>
            <pc:sldMk cId="4259813927" sldId="338"/>
            <ac:cxnSpMk id="6" creationId="{CF3A2A43-2439-897B-609A-B19A7C155BC0}"/>
          </ac:cxnSpMkLst>
        </pc:cxnChg>
        <pc:cxnChg chg="del">
          <ac:chgData name="이건희" userId="0a994238-b102-4555-836f-34b53b2f3c57" providerId="ADAL" clId="{4B595C7B-8C00-4774-9C53-786ADA0E9A4F}" dt="2023-08-25T13:42:14.179" v="55" actId="478"/>
          <ac:cxnSpMkLst>
            <pc:docMk/>
            <pc:sldMk cId="4259813927" sldId="338"/>
            <ac:cxnSpMk id="238" creationId="{B65681AC-CDE7-0B3F-78BD-9F86375BAA7B}"/>
          </ac:cxnSpMkLst>
        </pc:cxnChg>
      </pc:sldChg>
      <pc:sldChg chg="addSp delSp modSp add mod">
        <pc:chgData name="이건희" userId="0a994238-b102-4555-836f-34b53b2f3c57" providerId="ADAL" clId="{4B595C7B-8C00-4774-9C53-786ADA0E9A4F}" dt="2023-08-25T13:51:16.227" v="345" actId="1076"/>
        <pc:sldMkLst>
          <pc:docMk/>
          <pc:sldMk cId="1102151231" sldId="339"/>
        </pc:sldMkLst>
        <pc:spChg chg="add mod">
          <ac:chgData name="이건희" userId="0a994238-b102-4555-836f-34b53b2f3c57" providerId="ADAL" clId="{4B595C7B-8C00-4774-9C53-786ADA0E9A4F}" dt="2023-08-25T13:42:09.847" v="52"/>
          <ac:spMkLst>
            <pc:docMk/>
            <pc:sldMk cId="1102151231" sldId="339"/>
            <ac:spMk id="3" creationId="{64CCC2A1-17E1-B93D-168C-6C807B03DB99}"/>
          </ac:spMkLst>
        </pc:spChg>
        <pc:spChg chg="del">
          <ac:chgData name="이건희" userId="0a994238-b102-4555-836f-34b53b2f3c57" providerId="ADAL" clId="{4B595C7B-8C00-4774-9C53-786ADA0E9A4F}" dt="2023-08-25T13:42:11.565" v="54" actId="478"/>
          <ac:spMkLst>
            <pc:docMk/>
            <pc:sldMk cId="1102151231" sldId="339"/>
            <ac:spMk id="7" creationId="{DBB88BDE-46BF-F1F6-325F-BF22C54B67B2}"/>
          </ac:spMkLst>
        </pc:spChg>
        <pc:spChg chg="del">
          <ac:chgData name="이건희" userId="0a994238-b102-4555-836f-34b53b2f3c57" providerId="ADAL" clId="{4B595C7B-8C00-4774-9C53-786ADA0E9A4F}" dt="2023-08-25T13:44:33.637" v="89" actId="478"/>
          <ac:spMkLst>
            <pc:docMk/>
            <pc:sldMk cId="1102151231" sldId="339"/>
            <ac:spMk id="10" creationId="{1EB2F2F3-BFE6-CD11-1108-0D3681E74E00}"/>
          </ac:spMkLst>
        </pc:spChg>
        <pc:spChg chg="add del mod">
          <ac:chgData name="이건희" userId="0a994238-b102-4555-836f-34b53b2f3c57" providerId="ADAL" clId="{4B595C7B-8C00-4774-9C53-786ADA0E9A4F}" dt="2023-08-25T13:51:00.375" v="333"/>
          <ac:spMkLst>
            <pc:docMk/>
            <pc:sldMk cId="1102151231" sldId="339"/>
            <ac:spMk id="11" creationId="{0D266E44-01D1-69A6-11DA-F6935761E5FD}"/>
          </ac:spMkLst>
        </pc:spChg>
        <pc:spChg chg="add mod">
          <ac:chgData name="이건희" userId="0a994238-b102-4555-836f-34b53b2f3c57" providerId="ADAL" clId="{4B595C7B-8C00-4774-9C53-786ADA0E9A4F}" dt="2023-08-25T13:51:16.227" v="345" actId="1076"/>
          <ac:spMkLst>
            <pc:docMk/>
            <pc:sldMk cId="1102151231" sldId="339"/>
            <ac:spMk id="18" creationId="{CF5639A5-7346-6E7C-A403-D1B2228E30BE}"/>
          </ac:spMkLst>
        </pc:spChg>
        <pc:spChg chg="add del mod">
          <ac:chgData name="이건희" userId="0a994238-b102-4555-836f-34b53b2f3c57" providerId="ADAL" clId="{4B595C7B-8C00-4774-9C53-786ADA0E9A4F}" dt="2023-08-25T13:51:00.375" v="333"/>
          <ac:spMkLst>
            <pc:docMk/>
            <pc:sldMk cId="1102151231" sldId="339"/>
            <ac:spMk id="19" creationId="{509B3EB2-53DA-A28B-D445-A797607F4363}"/>
          </ac:spMkLst>
        </pc:spChg>
        <pc:spChg chg="mod">
          <ac:chgData name="이건희" userId="0a994238-b102-4555-836f-34b53b2f3c57" providerId="ADAL" clId="{4B595C7B-8C00-4774-9C53-786ADA0E9A4F}" dt="2023-08-25T13:51:00.375" v="333"/>
          <ac:spMkLst>
            <pc:docMk/>
            <pc:sldMk cId="1102151231" sldId="339"/>
            <ac:spMk id="23" creationId="{2A2EF8F4-F015-3EE1-C91A-45327FA70A67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59" creationId="{DAD8C793-E18B-F816-A856-86DDA91FE76B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60" creationId="{2CDB5D6A-D68F-4D68-F73E-73F2349062F1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128" creationId="{E0339866-CF19-0779-8838-080748E2C4A2}"/>
          </ac:spMkLst>
        </pc:spChg>
        <pc:spChg chg="del">
          <ac:chgData name="이건희" userId="0a994238-b102-4555-836f-34b53b2f3c57" providerId="ADAL" clId="{4B595C7B-8C00-4774-9C53-786ADA0E9A4F}" dt="2023-08-25T13:40:05.124" v="23" actId="478"/>
          <ac:spMkLst>
            <pc:docMk/>
            <pc:sldMk cId="1102151231" sldId="339"/>
            <ac:spMk id="130" creationId="{4F5C311D-AD79-A6F6-DF2F-48D301D91FD1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180" creationId="{235E226E-6B3B-52C7-76C8-B50CFDBFDF3E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181" creationId="{41D860DC-F5DB-2A11-1FF1-1DD63C70E13F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182" creationId="{3F8482D4-016E-1366-E102-2772278402F1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194" creationId="{50742D16-8FBB-BEBF-7F38-A065EF048216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206" creationId="{E464096B-4242-470A-6093-CC47FF0B9FC5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207" creationId="{56461FB0-D8C0-694E-C775-61EF8DF444C8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208" creationId="{B8DF9867-C8A7-0303-2D8D-D0016747E3F1}"/>
          </ac:spMkLst>
        </pc:spChg>
        <pc:spChg chg="add del">
          <ac:chgData name="이건희" userId="0a994238-b102-4555-836f-34b53b2f3c57" providerId="ADAL" clId="{4B595C7B-8C00-4774-9C53-786ADA0E9A4F}" dt="2023-08-25T13:40:18.365" v="28" actId="478"/>
          <ac:spMkLst>
            <pc:docMk/>
            <pc:sldMk cId="1102151231" sldId="339"/>
            <ac:spMk id="209" creationId="{8C1FF486-924B-9A59-DF1F-27E4687D0D7A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277" creationId="{A110B432-E116-BC31-7A97-ED622980A668}"/>
          </ac:spMkLst>
        </pc:spChg>
        <pc:spChg chg="del">
          <ac:chgData name="이건희" userId="0a994238-b102-4555-836f-34b53b2f3c57" providerId="ADAL" clId="{4B595C7B-8C00-4774-9C53-786ADA0E9A4F}" dt="2023-08-25T13:40:10.644" v="25" actId="478"/>
          <ac:spMkLst>
            <pc:docMk/>
            <pc:sldMk cId="1102151231" sldId="339"/>
            <ac:spMk id="278" creationId="{39AF9645-C034-D137-BCB0-8FEBE3033756}"/>
          </ac:spMkLst>
        </pc:spChg>
        <pc:spChg chg="del">
          <ac:chgData name="이건희" userId="0a994238-b102-4555-836f-34b53b2f3c57" providerId="ADAL" clId="{4B595C7B-8C00-4774-9C53-786ADA0E9A4F}" dt="2023-08-25T13:40:11.788" v="26" actId="478"/>
          <ac:spMkLst>
            <pc:docMk/>
            <pc:sldMk cId="1102151231" sldId="339"/>
            <ac:spMk id="279" creationId="{BC146077-9FC0-DF28-5842-F64D6F4F7D06}"/>
          </ac:spMkLst>
        </pc:spChg>
        <pc:spChg chg="del">
          <ac:chgData name="이건희" userId="0a994238-b102-4555-836f-34b53b2f3c57" providerId="ADAL" clId="{4B595C7B-8C00-4774-9C53-786ADA0E9A4F}" dt="2023-08-25T13:40:06.084" v="24" actId="478"/>
          <ac:spMkLst>
            <pc:docMk/>
            <pc:sldMk cId="1102151231" sldId="339"/>
            <ac:spMk id="281" creationId="{2E058B27-344A-474B-A8DA-D6921C2B9657}"/>
          </ac:spMkLst>
        </pc:spChg>
        <pc:grpChg chg="del">
          <ac:chgData name="이건희" userId="0a994238-b102-4555-836f-34b53b2f3c57" providerId="ADAL" clId="{4B595C7B-8C00-4774-9C53-786ADA0E9A4F}" dt="2023-08-25T13:40:10.644" v="25" actId="478"/>
          <ac:grpSpMkLst>
            <pc:docMk/>
            <pc:sldMk cId="1102151231" sldId="339"/>
            <ac:grpSpMk id="183" creationId="{049D3710-3C16-F771-EA10-A2B7302139AC}"/>
          </ac:grpSpMkLst>
        </pc:grpChg>
        <pc:grpChg chg="del">
          <ac:chgData name="이건희" userId="0a994238-b102-4555-836f-34b53b2f3c57" providerId="ADAL" clId="{4B595C7B-8C00-4774-9C53-786ADA0E9A4F}" dt="2023-08-25T13:40:10.644" v="25" actId="478"/>
          <ac:grpSpMkLst>
            <pc:docMk/>
            <pc:sldMk cId="1102151231" sldId="339"/>
            <ac:grpSpMk id="195" creationId="{DB2B4CF0-6E29-FDAA-CA16-C088C99D6772}"/>
          </ac:grpSpMkLst>
        </pc:grpChg>
        <pc:picChg chg="del">
          <ac:chgData name="이건희" userId="0a994238-b102-4555-836f-34b53b2f3c57" providerId="ADAL" clId="{4B595C7B-8C00-4774-9C53-786ADA0E9A4F}" dt="2023-08-25T13:40:02.932" v="22" actId="478"/>
          <ac:picMkLst>
            <pc:docMk/>
            <pc:sldMk cId="1102151231" sldId="339"/>
            <ac:picMk id="17" creationId="{0CD81995-F832-F1E8-4346-602598B42A87}"/>
          </ac:picMkLst>
        </pc:picChg>
        <pc:picChg chg="del">
          <ac:chgData name="이건희" userId="0a994238-b102-4555-836f-34b53b2f3c57" providerId="ADAL" clId="{4B595C7B-8C00-4774-9C53-786ADA0E9A4F}" dt="2023-08-25T13:40:10.644" v="25" actId="478"/>
          <ac:picMkLst>
            <pc:docMk/>
            <pc:sldMk cId="1102151231" sldId="339"/>
            <ac:picMk id="268" creationId="{55AAFDAD-ABD8-703C-1570-60FC18602336}"/>
          </ac:picMkLst>
        </pc:picChg>
        <pc:cxnChg chg="add mod">
          <ac:chgData name="이건희" userId="0a994238-b102-4555-836f-34b53b2f3c57" providerId="ADAL" clId="{4B595C7B-8C00-4774-9C53-786ADA0E9A4F}" dt="2023-08-25T13:42:09.847" v="52"/>
          <ac:cxnSpMkLst>
            <pc:docMk/>
            <pc:sldMk cId="1102151231" sldId="339"/>
            <ac:cxnSpMk id="6" creationId="{6503EDF0-FD3C-28AA-6939-11AD03D51E23}"/>
          </ac:cxnSpMkLst>
        </pc:cxnChg>
        <pc:cxnChg chg="del">
          <ac:chgData name="이건희" userId="0a994238-b102-4555-836f-34b53b2f3c57" providerId="ADAL" clId="{4B595C7B-8C00-4774-9C53-786ADA0E9A4F}" dt="2023-08-25T13:42:10.820" v="53" actId="478"/>
          <ac:cxnSpMkLst>
            <pc:docMk/>
            <pc:sldMk cId="1102151231" sldId="339"/>
            <ac:cxnSpMk id="238" creationId="{B65681AC-CDE7-0B3F-78BD-9F86375BAA7B}"/>
          </ac:cxnSpMkLst>
        </pc:cxnChg>
      </pc:sldChg>
      <pc:sldChg chg="addSp delSp modSp add mod">
        <pc:chgData name="이건희" userId="0a994238-b102-4555-836f-34b53b2f3c57" providerId="ADAL" clId="{4B595C7B-8C00-4774-9C53-786ADA0E9A4F}" dt="2023-08-25T13:50:23.068" v="324" actId="1076"/>
        <pc:sldMkLst>
          <pc:docMk/>
          <pc:sldMk cId="2964188876" sldId="340"/>
        </pc:sldMkLst>
        <pc:spChg chg="add mod">
          <ac:chgData name="이건희" userId="0a994238-b102-4555-836f-34b53b2f3c57" providerId="ADAL" clId="{4B595C7B-8C00-4774-9C53-786ADA0E9A4F}" dt="2023-08-25T13:41:50.766" v="45"/>
          <ac:spMkLst>
            <pc:docMk/>
            <pc:sldMk cId="2964188876" sldId="340"/>
            <ac:spMk id="3" creationId="{782AE6F7-2CD4-2FB9-8950-16EE899F97AF}"/>
          </ac:spMkLst>
        </pc:spChg>
        <pc:spChg chg="del">
          <ac:chgData name="이건희" userId="0a994238-b102-4555-836f-34b53b2f3c57" providerId="ADAL" clId="{4B595C7B-8C00-4774-9C53-786ADA0E9A4F}" dt="2023-08-25T13:42:00.028" v="48" actId="478"/>
          <ac:spMkLst>
            <pc:docMk/>
            <pc:sldMk cId="2964188876" sldId="340"/>
            <ac:spMk id="7" creationId="{DBB88BDE-46BF-F1F6-325F-BF22C54B67B2}"/>
          </ac:spMkLst>
        </pc:spChg>
        <pc:spChg chg="del">
          <ac:chgData name="이건희" userId="0a994238-b102-4555-836f-34b53b2f3c57" providerId="ADAL" clId="{4B595C7B-8C00-4774-9C53-786ADA0E9A4F}" dt="2023-08-25T13:44:31.484" v="88" actId="478"/>
          <ac:spMkLst>
            <pc:docMk/>
            <pc:sldMk cId="2964188876" sldId="340"/>
            <ac:spMk id="10" creationId="{1EB2F2F3-BFE6-CD11-1108-0D3681E74E00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3" creationId="{87B6874F-50EC-A2F5-5298-F5FF74F3162F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5" creationId="{4FFA8F98-8D99-CDB3-F143-7B7C255B9C53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6" creationId="{8DDEE8B4-4B3A-3CA0-1DD7-85E23F44B76A}"/>
          </ac:spMkLst>
        </pc:spChg>
        <pc:spChg chg="add mod">
          <ac:chgData name="이건희" userId="0a994238-b102-4555-836f-34b53b2f3c57" providerId="ADAL" clId="{4B595C7B-8C00-4774-9C53-786ADA0E9A4F}" dt="2023-08-25T13:50:12.307" v="321" actId="14100"/>
          <ac:spMkLst>
            <pc:docMk/>
            <pc:sldMk cId="2964188876" sldId="340"/>
            <ac:spMk id="17" creationId="{3A3CBFF3-2AC6-85D6-09A2-1EA91922CC10}"/>
          </ac:spMkLst>
        </pc:spChg>
        <pc:spChg chg="add mod">
          <ac:chgData name="이건희" userId="0a994238-b102-4555-836f-34b53b2f3c57" providerId="ADAL" clId="{4B595C7B-8C00-4774-9C53-786ADA0E9A4F}" dt="2023-08-25T13:50:23.068" v="324" actId="1076"/>
          <ac:spMkLst>
            <pc:docMk/>
            <pc:sldMk cId="2964188876" sldId="340"/>
            <ac:spMk id="18" creationId="{ADB5EA87-CF22-E7AD-2F5F-A86002068724}"/>
          </ac:spMkLst>
        </pc:spChg>
        <pc:spChg chg="del">
          <ac:chgData name="이건희" userId="0a994238-b102-4555-836f-34b53b2f3c57" providerId="ADAL" clId="{4B595C7B-8C00-4774-9C53-786ADA0E9A4F}" dt="2023-08-25T13:40:30.444" v="32" actId="478"/>
          <ac:spMkLst>
            <pc:docMk/>
            <pc:sldMk cId="2964188876" sldId="340"/>
            <ac:spMk id="51" creationId="{D5B5F2D5-5195-705E-6468-046E7BC0CE6F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52" creationId="{8FD1696E-3544-A6B2-5C20-C49D9A658F8E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53" creationId="{65405759-657A-14BD-E8AD-B6F75559C344}"/>
          </ac:spMkLst>
        </pc:spChg>
        <pc:spChg chg="del">
          <ac:chgData name="이건희" userId="0a994238-b102-4555-836f-34b53b2f3c57" providerId="ADAL" clId="{4B595C7B-8C00-4774-9C53-786ADA0E9A4F}" dt="2023-08-25T13:50:00.765" v="316" actId="478"/>
          <ac:spMkLst>
            <pc:docMk/>
            <pc:sldMk cId="2964188876" sldId="340"/>
            <ac:spMk id="58" creationId="{0C25955B-688A-41C2-4C23-21ABB2DBEEFE}"/>
          </ac:spMkLst>
        </pc:spChg>
        <pc:spChg chg="del">
          <ac:chgData name="이건희" userId="0a994238-b102-4555-836f-34b53b2f3c57" providerId="ADAL" clId="{4B595C7B-8C00-4774-9C53-786ADA0E9A4F}" dt="2023-08-25T13:50:03.026" v="317" actId="478"/>
          <ac:spMkLst>
            <pc:docMk/>
            <pc:sldMk cId="2964188876" sldId="340"/>
            <ac:spMk id="61" creationId="{C8EFC601-BB65-3667-53F0-B6212DD103BC}"/>
          </ac:spMkLst>
        </pc:spChg>
        <pc:spChg chg="del">
          <ac:chgData name="이건희" userId="0a994238-b102-4555-836f-34b53b2f3c57" providerId="ADAL" clId="{4B595C7B-8C00-4774-9C53-786ADA0E9A4F}" dt="2023-08-25T13:40:29.803" v="31" actId="478"/>
          <ac:spMkLst>
            <pc:docMk/>
            <pc:sldMk cId="2964188876" sldId="340"/>
            <ac:spMk id="62" creationId="{B5E9DFAB-BA3C-2DCE-8C55-B6EBD3616FF6}"/>
          </ac:spMkLst>
        </pc:spChg>
        <pc:spChg chg="del">
          <ac:chgData name="이건희" userId="0a994238-b102-4555-836f-34b53b2f3c57" providerId="ADAL" clId="{4B595C7B-8C00-4774-9C53-786ADA0E9A4F}" dt="2023-08-25T13:40:29.803" v="31" actId="478"/>
          <ac:spMkLst>
            <pc:docMk/>
            <pc:sldMk cId="2964188876" sldId="340"/>
            <ac:spMk id="63" creationId="{07F5D3D3-71AB-E9C1-5B70-BE7516425859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29" creationId="{FFECC5F9-9A88-342D-E285-1CB28DDA3686}"/>
          </ac:spMkLst>
        </pc:spChg>
        <pc:spChg chg="del">
          <ac:chgData name="이건희" userId="0a994238-b102-4555-836f-34b53b2f3c57" providerId="ADAL" clId="{4B595C7B-8C00-4774-9C53-786ADA0E9A4F}" dt="2023-08-25T13:50:03.026" v="317" actId="478"/>
          <ac:spMkLst>
            <pc:docMk/>
            <pc:sldMk cId="2964188876" sldId="340"/>
            <ac:spMk id="131" creationId="{69DCBC10-2EED-1B9F-4F1A-180030D719C6}"/>
          </ac:spMkLst>
        </pc:spChg>
        <pc:spChg chg="del">
          <ac:chgData name="이건희" userId="0a994238-b102-4555-836f-34b53b2f3c57" providerId="ADAL" clId="{4B595C7B-8C00-4774-9C53-786ADA0E9A4F}" dt="2023-08-25T13:50:04.292" v="318" actId="478"/>
          <ac:spMkLst>
            <pc:docMk/>
            <pc:sldMk cId="2964188876" sldId="340"/>
            <ac:spMk id="146" creationId="{B505D06F-DD00-C8D7-71F8-6C39A184A36C}"/>
          </ac:spMkLst>
        </pc:spChg>
        <pc:spChg chg="del">
          <ac:chgData name="이건희" userId="0a994238-b102-4555-836f-34b53b2f3c57" providerId="ADAL" clId="{4B595C7B-8C00-4774-9C53-786ADA0E9A4F}" dt="2023-08-25T13:50:03.026" v="317" actId="478"/>
          <ac:spMkLst>
            <pc:docMk/>
            <pc:sldMk cId="2964188876" sldId="340"/>
            <ac:spMk id="148" creationId="{802FA8C5-E66C-240B-B131-214A7A71104C}"/>
          </ac:spMkLst>
        </pc:spChg>
        <pc:spChg chg="del">
          <ac:chgData name="이건희" userId="0a994238-b102-4555-836f-34b53b2f3c57" providerId="ADAL" clId="{4B595C7B-8C00-4774-9C53-786ADA0E9A4F}" dt="2023-08-25T13:50:03.026" v="317" actId="478"/>
          <ac:spMkLst>
            <pc:docMk/>
            <pc:sldMk cId="2964188876" sldId="340"/>
            <ac:spMk id="149" creationId="{A1FDA25B-A213-D445-53DC-669C4E4B4689}"/>
          </ac:spMkLst>
        </pc:spChg>
        <pc:spChg chg="del">
          <ac:chgData name="이건희" userId="0a994238-b102-4555-836f-34b53b2f3c57" providerId="ADAL" clId="{4B595C7B-8C00-4774-9C53-786ADA0E9A4F}" dt="2023-08-25T13:50:03.026" v="317" actId="478"/>
          <ac:spMkLst>
            <pc:docMk/>
            <pc:sldMk cId="2964188876" sldId="340"/>
            <ac:spMk id="150" creationId="{139C49C9-DF27-D519-7346-79E7857CE161}"/>
          </ac:spMkLst>
        </pc:spChg>
        <pc:spChg chg="del">
          <ac:chgData name="이건희" userId="0a994238-b102-4555-836f-34b53b2f3c57" providerId="ADAL" clId="{4B595C7B-8C00-4774-9C53-786ADA0E9A4F}" dt="2023-08-25T13:50:03.026" v="317" actId="478"/>
          <ac:spMkLst>
            <pc:docMk/>
            <pc:sldMk cId="2964188876" sldId="340"/>
            <ac:spMk id="151" creationId="{8ED7F39C-AFFD-FBE7-FB22-2C4B87814B65}"/>
          </ac:spMkLst>
        </pc:spChg>
        <pc:spChg chg="del">
          <ac:chgData name="이건희" userId="0a994238-b102-4555-836f-34b53b2f3c57" providerId="ADAL" clId="{4B595C7B-8C00-4774-9C53-786ADA0E9A4F}" dt="2023-08-25T13:50:06.267" v="319" actId="478"/>
          <ac:spMkLst>
            <pc:docMk/>
            <pc:sldMk cId="2964188876" sldId="340"/>
            <ac:spMk id="154" creationId="{78B56665-A22F-F04C-5490-B02D146D0252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63" creationId="{F109E23A-7398-E92C-EE1D-18B1169E6AA0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64" creationId="{E0EAA638-8CC1-7405-6D6B-E73C879EC849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66" creationId="{20766CC7-2CA3-7BA4-41FB-4E323CE869A8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67" creationId="{F555F53E-5183-5644-8A85-887B4B8EB39B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68" creationId="{2AFB613B-FD38-9EC4-3A0E-1512D3C0F243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73" creationId="{45F57C4C-944A-E406-107A-D43E845ED164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74" creationId="{78C77044-1B22-7572-6232-45AF68911D35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75" creationId="{63EA3E49-66F0-DAD4-FCAB-F1FBA47E170E}"/>
          </ac:spMkLst>
        </pc:spChg>
        <pc:spChg chg="del">
          <ac:chgData name="이건희" userId="0a994238-b102-4555-836f-34b53b2f3c57" providerId="ADAL" clId="{4B595C7B-8C00-4774-9C53-786ADA0E9A4F}" dt="2023-08-25T13:50:03.026" v="317" actId="478"/>
          <ac:spMkLst>
            <pc:docMk/>
            <pc:sldMk cId="2964188876" sldId="340"/>
            <ac:spMk id="176" creationId="{FBB24C83-57FC-A8C4-B96D-AF9FA966BC0D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77" creationId="{CA9582F3-4043-D783-7AFC-4B2F0E6D473D}"/>
          </ac:spMkLst>
        </pc:spChg>
        <pc:spChg chg="del">
          <ac:chgData name="이건희" userId="0a994238-b102-4555-836f-34b53b2f3c57" providerId="ADAL" clId="{4B595C7B-8C00-4774-9C53-786ADA0E9A4F}" dt="2023-08-25T13:40:27.068" v="30" actId="478"/>
          <ac:spMkLst>
            <pc:docMk/>
            <pc:sldMk cId="2964188876" sldId="340"/>
            <ac:spMk id="178" creationId="{F0348251-74AC-5A73-F25F-363BE24280BF}"/>
          </ac:spMkLst>
        </pc:spChg>
        <pc:spChg chg="del">
          <ac:chgData name="이건희" userId="0a994238-b102-4555-836f-34b53b2f3c57" providerId="ADAL" clId="{4B595C7B-8C00-4774-9C53-786ADA0E9A4F}" dt="2023-08-25T13:49:58.684" v="314" actId="478"/>
          <ac:spMkLst>
            <pc:docMk/>
            <pc:sldMk cId="2964188876" sldId="340"/>
            <ac:spMk id="209" creationId="{8C1FF486-924B-9A59-DF1F-27E4687D0D7A}"/>
          </ac:spMkLst>
        </pc:spChg>
        <pc:spChg chg="del">
          <ac:chgData name="이건희" userId="0a994238-b102-4555-836f-34b53b2f3c57" providerId="ADAL" clId="{4B595C7B-8C00-4774-9C53-786ADA0E9A4F}" dt="2023-08-25T13:49:59.597" v="315" actId="478"/>
          <ac:spMkLst>
            <pc:docMk/>
            <pc:sldMk cId="2964188876" sldId="340"/>
            <ac:spMk id="210" creationId="{487ADB4F-DC12-9132-7612-799D93004478}"/>
          </ac:spMkLst>
        </pc:spChg>
        <pc:grpChg chg="del">
          <ac:chgData name="이건희" userId="0a994238-b102-4555-836f-34b53b2f3c57" providerId="ADAL" clId="{4B595C7B-8C00-4774-9C53-786ADA0E9A4F}" dt="2023-08-25T13:40:27.068" v="30" actId="478"/>
          <ac:grpSpMkLst>
            <pc:docMk/>
            <pc:sldMk cId="2964188876" sldId="340"/>
            <ac:grpSpMk id="54" creationId="{CD39807D-062E-C3EF-F1AA-51F5F8ABD687}"/>
          </ac:grpSpMkLst>
        </pc:grpChg>
        <pc:grpChg chg="del">
          <ac:chgData name="이건희" userId="0a994238-b102-4555-836f-34b53b2f3c57" providerId="ADAL" clId="{4B595C7B-8C00-4774-9C53-786ADA0E9A4F}" dt="2023-08-25T13:40:27.068" v="30" actId="478"/>
          <ac:grpSpMkLst>
            <pc:docMk/>
            <pc:sldMk cId="2964188876" sldId="340"/>
            <ac:grpSpMk id="169" creationId="{96E19002-37A9-6DDC-8B16-60CEA71488AD}"/>
          </ac:grpSpMkLst>
        </pc:grpChg>
        <pc:cxnChg chg="add mod">
          <ac:chgData name="이건희" userId="0a994238-b102-4555-836f-34b53b2f3c57" providerId="ADAL" clId="{4B595C7B-8C00-4774-9C53-786ADA0E9A4F}" dt="2023-08-25T13:41:57.291" v="46" actId="14100"/>
          <ac:cxnSpMkLst>
            <pc:docMk/>
            <pc:sldMk cId="2964188876" sldId="340"/>
            <ac:cxnSpMk id="6" creationId="{C1F74D9F-1366-190C-F6FA-63BD4A6126E9}"/>
          </ac:cxnSpMkLst>
        </pc:cxnChg>
        <pc:cxnChg chg="del">
          <ac:chgData name="이건희" userId="0a994238-b102-4555-836f-34b53b2f3c57" providerId="ADAL" clId="{4B595C7B-8C00-4774-9C53-786ADA0E9A4F}" dt="2023-08-25T13:41:59.379" v="47" actId="478"/>
          <ac:cxnSpMkLst>
            <pc:docMk/>
            <pc:sldMk cId="2964188876" sldId="340"/>
            <ac:cxnSpMk id="238" creationId="{B65681AC-CDE7-0B3F-78BD-9F86375BAA7B}"/>
          </ac:cxnSpMkLst>
        </pc:cxnChg>
      </pc:sldChg>
      <pc:sldChg chg="addSp delSp modSp add mod">
        <pc:chgData name="이건희" userId="0a994238-b102-4555-836f-34b53b2f3c57" providerId="ADAL" clId="{4B595C7B-8C00-4774-9C53-786ADA0E9A4F}" dt="2023-08-25T13:47:35.204" v="157" actId="478"/>
        <pc:sldMkLst>
          <pc:docMk/>
          <pc:sldMk cId="1336481651" sldId="341"/>
        </pc:sldMkLst>
        <pc:spChg chg="add mod">
          <ac:chgData name="이건희" userId="0a994238-b102-4555-836f-34b53b2f3c57" providerId="ADAL" clId="{4B595C7B-8C00-4774-9C53-786ADA0E9A4F}" dt="2023-08-25T13:42:06.751" v="51"/>
          <ac:spMkLst>
            <pc:docMk/>
            <pc:sldMk cId="1336481651" sldId="341"/>
            <ac:spMk id="3" creationId="{3F2459B4-E04A-B830-DD70-F169FC29C161}"/>
          </ac:spMkLst>
        </pc:spChg>
        <pc:spChg chg="del mod">
          <ac:chgData name="이건희" userId="0a994238-b102-4555-836f-34b53b2f3c57" providerId="ADAL" clId="{4B595C7B-8C00-4774-9C53-786ADA0E9A4F}" dt="2023-08-25T13:42:05.708" v="50" actId="478"/>
          <ac:spMkLst>
            <pc:docMk/>
            <pc:sldMk cId="1336481651" sldId="341"/>
            <ac:spMk id="7" creationId="{DBB88BDE-46BF-F1F6-325F-BF22C54B67B2}"/>
          </ac:spMkLst>
        </pc:spChg>
        <pc:spChg chg="del">
          <ac:chgData name="이건희" userId="0a994238-b102-4555-836f-34b53b2f3c57" providerId="ADAL" clId="{4B595C7B-8C00-4774-9C53-786ADA0E9A4F}" dt="2023-08-25T13:44:28.627" v="87" actId="478"/>
          <ac:spMkLst>
            <pc:docMk/>
            <pc:sldMk cId="1336481651" sldId="341"/>
            <ac:spMk id="10" creationId="{1EB2F2F3-BFE6-CD11-1108-0D3681E74E00}"/>
          </ac:spMkLst>
        </pc:spChg>
        <pc:spChg chg="add mod">
          <ac:chgData name="이건희" userId="0a994238-b102-4555-836f-34b53b2f3c57" providerId="ADAL" clId="{4B595C7B-8C00-4774-9C53-786ADA0E9A4F}" dt="2023-08-25T13:46:23.050" v="133" actId="14100"/>
          <ac:spMkLst>
            <pc:docMk/>
            <pc:sldMk cId="1336481651" sldId="341"/>
            <ac:spMk id="11" creationId="{3867AF2B-AC3E-D037-F5B7-B44FC80B934F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2" creationId="{5E21255B-2D9C-820E-92C3-3C2E5293F1D7}"/>
          </ac:spMkLst>
        </pc:spChg>
        <pc:spChg chg="add del mod">
          <ac:chgData name="이건희" userId="0a994238-b102-4555-836f-34b53b2f3c57" providerId="ADAL" clId="{4B595C7B-8C00-4774-9C53-786ADA0E9A4F}" dt="2023-08-25T13:47:35.204" v="157" actId="478"/>
          <ac:spMkLst>
            <pc:docMk/>
            <pc:sldMk cId="1336481651" sldId="341"/>
            <ac:spMk id="13" creationId="{A7C28DBA-DDB4-728B-BE3A-A90F90710503}"/>
          </ac:spMkLst>
        </pc:spChg>
        <pc:spChg chg="add del">
          <ac:chgData name="이건희" userId="0a994238-b102-4555-836f-34b53b2f3c57" providerId="ADAL" clId="{4B595C7B-8C00-4774-9C53-786ADA0E9A4F}" dt="2023-08-25T13:46:42.023" v="135" actId="22"/>
          <ac:spMkLst>
            <pc:docMk/>
            <pc:sldMk cId="1336481651" sldId="341"/>
            <ac:spMk id="16" creationId="{DC93D87F-3724-7EEB-35FC-BB64ED96ACA9}"/>
          </ac:spMkLst>
        </pc:spChg>
        <pc:spChg chg="add mod">
          <ac:chgData name="이건희" userId="0a994238-b102-4555-836f-34b53b2f3c57" providerId="ADAL" clId="{4B595C7B-8C00-4774-9C53-786ADA0E9A4F}" dt="2023-08-25T13:46:59.892" v="138" actId="113"/>
          <ac:spMkLst>
            <pc:docMk/>
            <pc:sldMk cId="1336481651" sldId="341"/>
            <ac:spMk id="17" creationId="{EE0EC35E-2088-F38F-9196-31A9634E4C4D}"/>
          </ac:spMkLst>
        </pc:spChg>
        <pc:spChg chg="del">
          <ac:chgData name="이건희" userId="0a994238-b102-4555-836f-34b53b2f3c57" providerId="ADAL" clId="{4B595C7B-8C00-4774-9C53-786ADA0E9A4F}" dt="2023-08-25T13:41:34.003" v="41" actId="478"/>
          <ac:spMkLst>
            <pc:docMk/>
            <pc:sldMk cId="1336481651" sldId="341"/>
            <ac:spMk id="31" creationId="{556758DC-27EA-D33F-3265-7BB0B99D153A}"/>
          </ac:spMkLst>
        </pc:spChg>
        <pc:spChg chg="del">
          <ac:chgData name="이건희" userId="0a994238-b102-4555-836f-34b53b2f3c57" providerId="ADAL" clId="{4B595C7B-8C00-4774-9C53-786ADA0E9A4F}" dt="2023-08-25T13:41:34.003" v="41" actId="478"/>
          <ac:spMkLst>
            <pc:docMk/>
            <pc:sldMk cId="1336481651" sldId="341"/>
            <ac:spMk id="32" creationId="{F7D2874A-6799-45F0-CFC2-548561D30690}"/>
          </ac:spMkLst>
        </pc:spChg>
        <pc:spChg chg="del">
          <ac:chgData name="이건희" userId="0a994238-b102-4555-836f-34b53b2f3c57" providerId="ADAL" clId="{4B595C7B-8C00-4774-9C53-786ADA0E9A4F}" dt="2023-08-25T13:41:34.003" v="41" actId="478"/>
          <ac:spMkLst>
            <pc:docMk/>
            <pc:sldMk cId="1336481651" sldId="341"/>
            <ac:spMk id="34" creationId="{10A12F65-A652-41D3-6E61-2F01955966FD}"/>
          </ac:spMkLst>
        </pc:spChg>
        <pc:spChg chg="del">
          <ac:chgData name="이건희" userId="0a994238-b102-4555-836f-34b53b2f3c57" providerId="ADAL" clId="{4B595C7B-8C00-4774-9C53-786ADA0E9A4F}" dt="2023-08-25T13:41:34.003" v="41" actId="478"/>
          <ac:spMkLst>
            <pc:docMk/>
            <pc:sldMk cId="1336481651" sldId="341"/>
            <ac:spMk id="35" creationId="{17B2993C-5387-D744-A31D-2CDFED90CA90}"/>
          </ac:spMkLst>
        </pc:spChg>
        <pc:spChg chg="del">
          <ac:chgData name="이건희" userId="0a994238-b102-4555-836f-34b53b2f3c57" providerId="ADAL" clId="{4B595C7B-8C00-4774-9C53-786ADA0E9A4F}" dt="2023-08-25T13:41:39.612" v="42" actId="478"/>
          <ac:spMkLst>
            <pc:docMk/>
            <pc:sldMk cId="1336481651" sldId="341"/>
            <ac:spMk id="46" creationId="{5557086F-DC50-ED6D-6A85-5A878BC564FB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47" creationId="{7754EC7D-D272-4173-D970-053CF2528B4B}"/>
          </ac:spMkLst>
        </pc:spChg>
        <pc:spChg chg="del">
          <ac:chgData name="이건희" userId="0a994238-b102-4555-836f-34b53b2f3c57" providerId="ADAL" clId="{4B595C7B-8C00-4774-9C53-786ADA0E9A4F}" dt="2023-08-25T13:41:34.003" v="41" actId="478"/>
          <ac:spMkLst>
            <pc:docMk/>
            <pc:sldMk cId="1336481651" sldId="341"/>
            <ac:spMk id="48" creationId="{0E581BDA-E03E-A51D-610B-B059631F9B82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58" creationId="{0C25955B-688A-41C2-4C23-21ABB2DBEEFE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61" creationId="{C8EFC601-BB65-3667-53F0-B6212DD103BC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31" creationId="{69DCBC10-2EED-1B9F-4F1A-180030D719C6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39" creationId="{E9A81652-D00C-FE58-658F-5BBCBE235794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46" creationId="{B505D06F-DD00-C8D7-71F8-6C39A184A36C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48" creationId="{802FA8C5-E66C-240B-B131-214A7A71104C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49" creationId="{A1FDA25B-A213-D445-53DC-669C4E4B4689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50" creationId="{139C49C9-DF27-D519-7346-79E7857CE161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51" creationId="{8ED7F39C-AFFD-FBE7-FB22-2C4B87814B65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52" creationId="{8D309638-FD84-FE19-C379-D69DC463AD61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53" creationId="{3C541A47-30B3-9119-ED8B-D28137AC1E72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54" creationId="{78B56665-A22F-F04C-5490-B02D146D0252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55" creationId="{3F185B88-B42C-C95D-394D-6E0553B39330}"/>
          </ac:spMkLst>
        </pc:spChg>
        <pc:spChg chg="del">
          <ac:chgData name="이건희" userId="0a994238-b102-4555-836f-34b53b2f3c57" providerId="ADAL" clId="{4B595C7B-8C00-4774-9C53-786ADA0E9A4F}" dt="2023-08-25T13:40:44.252" v="35" actId="478"/>
          <ac:spMkLst>
            <pc:docMk/>
            <pc:sldMk cId="1336481651" sldId="341"/>
            <ac:spMk id="162" creationId="{4F27482E-66B5-15C7-F8D5-867C7990B532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176" creationId="{FBB24C83-57FC-A8C4-B96D-AF9FA966BC0D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209" creationId="{8C1FF486-924B-9A59-DF1F-27E4687D0D7A}"/>
          </ac:spMkLst>
        </pc:spChg>
        <pc:spChg chg="del">
          <ac:chgData name="이건희" userId="0a994238-b102-4555-836f-34b53b2f3c57" providerId="ADAL" clId="{4B595C7B-8C00-4774-9C53-786ADA0E9A4F}" dt="2023-08-25T13:40:42.324" v="34" actId="478"/>
          <ac:spMkLst>
            <pc:docMk/>
            <pc:sldMk cId="1336481651" sldId="341"/>
            <ac:spMk id="210" creationId="{487ADB4F-DC12-9132-7612-799D93004478}"/>
          </ac:spMkLst>
        </pc:spChg>
        <pc:spChg chg="del">
          <ac:chgData name="이건희" userId="0a994238-b102-4555-836f-34b53b2f3c57" providerId="ADAL" clId="{4B595C7B-8C00-4774-9C53-786ADA0E9A4F}" dt="2023-08-25T13:41:34.003" v="41" actId="478"/>
          <ac:spMkLst>
            <pc:docMk/>
            <pc:sldMk cId="1336481651" sldId="341"/>
            <ac:spMk id="280" creationId="{ED140374-5D75-9F8A-ADC4-E353728411A6}"/>
          </ac:spMkLst>
        </pc:spChg>
        <pc:grpChg chg="del">
          <ac:chgData name="이건희" userId="0a994238-b102-4555-836f-34b53b2f3c57" providerId="ADAL" clId="{4B595C7B-8C00-4774-9C53-786ADA0E9A4F}" dt="2023-08-25T13:40:42.324" v="34" actId="478"/>
          <ac:grpSpMkLst>
            <pc:docMk/>
            <pc:sldMk cId="1336481651" sldId="341"/>
            <ac:grpSpMk id="140" creationId="{91C68175-B9F2-2CB0-BE44-86587BC5DFE0}"/>
          </ac:grpSpMkLst>
        </pc:grpChg>
        <pc:grpChg chg="del">
          <ac:chgData name="이건희" userId="0a994238-b102-4555-836f-34b53b2f3c57" providerId="ADAL" clId="{4B595C7B-8C00-4774-9C53-786ADA0E9A4F}" dt="2023-08-25T13:41:34.003" v="41" actId="478"/>
          <ac:grpSpMkLst>
            <pc:docMk/>
            <pc:sldMk cId="1336481651" sldId="341"/>
            <ac:grpSpMk id="253" creationId="{7D8576B3-572B-17AE-15B8-C1615A393ACA}"/>
          </ac:grpSpMkLst>
        </pc:grpChg>
        <pc:cxnChg chg="add mod">
          <ac:chgData name="이건희" userId="0a994238-b102-4555-836f-34b53b2f3c57" providerId="ADAL" clId="{4B595C7B-8C00-4774-9C53-786ADA0E9A4F}" dt="2023-08-25T13:42:06.751" v="51"/>
          <ac:cxnSpMkLst>
            <pc:docMk/>
            <pc:sldMk cId="1336481651" sldId="341"/>
            <ac:cxnSpMk id="6" creationId="{F026218B-98C1-26AA-2055-737E12F2A87C}"/>
          </ac:cxnSpMkLst>
        </pc:cxnChg>
        <pc:cxnChg chg="del mod">
          <ac:chgData name="이건희" userId="0a994238-b102-4555-836f-34b53b2f3c57" providerId="ADAL" clId="{4B595C7B-8C00-4774-9C53-786ADA0E9A4F}" dt="2023-08-25T13:42:05.091" v="49" actId="478"/>
          <ac:cxnSpMkLst>
            <pc:docMk/>
            <pc:sldMk cId="1336481651" sldId="341"/>
            <ac:cxnSpMk id="238" creationId="{B65681AC-CDE7-0B3F-78BD-9F86375BAA7B}"/>
          </ac:cxnSpMkLst>
        </pc:cxnChg>
      </pc:sldChg>
      <pc:sldChg chg="addSp delSp modSp add mod">
        <pc:chgData name="이건희" userId="0a994238-b102-4555-836f-34b53b2f3c57" providerId="ADAL" clId="{4B595C7B-8C00-4774-9C53-786ADA0E9A4F}" dt="2023-08-25T13:47:22.442" v="156" actId="14100"/>
        <pc:sldMkLst>
          <pc:docMk/>
          <pc:sldMk cId="3826497491" sldId="342"/>
        </pc:sldMkLst>
        <pc:spChg chg="add mod ord">
          <ac:chgData name="이건희" userId="0a994238-b102-4555-836f-34b53b2f3c57" providerId="ADAL" clId="{4B595C7B-8C00-4774-9C53-786ADA0E9A4F}" dt="2023-08-25T13:47:16.844" v="153" actId="14100"/>
          <ac:spMkLst>
            <pc:docMk/>
            <pc:sldMk cId="3826497491" sldId="342"/>
            <ac:spMk id="3" creationId="{0DA2E15D-DB31-3C17-3F5F-76020BEE5F2E}"/>
          </ac:spMkLst>
        </pc:spChg>
        <pc:spChg chg="add del mod">
          <ac:chgData name="이건희" userId="0a994238-b102-4555-836f-34b53b2f3c57" providerId="ADAL" clId="{4B595C7B-8C00-4774-9C53-786ADA0E9A4F}" dt="2023-08-25T13:47:13.996" v="152" actId="478"/>
          <ac:spMkLst>
            <pc:docMk/>
            <pc:sldMk cId="3826497491" sldId="342"/>
            <ac:spMk id="6" creationId="{7069D34D-D13E-056C-0967-409CD3F8B33E}"/>
          </ac:spMkLst>
        </pc:spChg>
        <pc:spChg chg="del">
          <ac:chgData name="이건희" userId="0a994238-b102-4555-836f-34b53b2f3c57" providerId="ADAL" clId="{4B595C7B-8C00-4774-9C53-786ADA0E9A4F}" dt="2023-08-25T13:41:12.228" v="38" actId="478"/>
          <ac:spMkLst>
            <pc:docMk/>
            <pc:sldMk cId="3826497491" sldId="342"/>
            <ac:spMk id="7" creationId="{DBB88BDE-46BF-F1F6-325F-BF22C54B67B2}"/>
          </ac:spMkLst>
        </pc:spChg>
        <pc:spChg chg="del">
          <ac:chgData name="이건희" userId="0a994238-b102-4555-836f-34b53b2f3c57" providerId="ADAL" clId="{4B595C7B-8C00-4774-9C53-786ADA0E9A4F}" dt="2023-08-25T13:44:26.404" v="86" actId="478"/>
          <ac:spMkLst>
            <pc:docMk/>
            <pc:sldMk cId="3826497491" sldId="342"/>
            <ac:spMk id="10" creationId="{1EB2F2F3-BFE6-CD11-1108-0D3681E74E00}"/>
          </ac:spMkLst>
        </pc:spChg>
        <pc:spChg chg="add mod">
          <ac:chgData name="이건희" userId="0a994238-b102-4555-836f-34b53b2f3c57" providerId="ADAL" clId="{4B595C7B-8C00-4774-9C53-786ADA0E9A4F}" dt="2023-08-25T13:47:22.442" v="156" actId="14100"/>
          <ac:spMkLst>
            <pc:docMk/>
            <pc:sldMk cId="3826497491" sldId="342"/>
            <ac:spMk id="11" creationId="{DF656557-D463-0A98-119C-A4DB0F321A10}"/>
          </ac:spMkLst>
        </pc:spChg>
        <pc:spChg chg="del">
          <ac:chgData name="이건희" userId="0a994238-b102-4555-836f-34b53b2f3c57" providerId="ADAL" clId="{4B595C7B-8C00-4774-9C53-786ADA0E9A4F}" dt="2023-08-25T13:41:13.747" v="40" actId="478"/>
          <ac:spMkLst>
            <pc:docMk/>
            <pc:sldMk cId="3826497491" sldId="342"/>
            <ac:spMk id="14" creationId="{D58C78C0-DFEE-0ADA-2095-4B2FF3641DF3}"/>
          </ac:spMkLst>
        </pc:spChg>
        <pc:spChg chg="ord">
          <ac:chgData name="이건희" userId="0a994238-b102-4555-836f-34b53b2f3c57" providerId="ADAL" clId="{4B595C7B-8C00-4774-9C53-786ADA0E9A4F}" dt="2023-08-25T13:45:08.658" v="92" actId="166"/>
          <ac:spMkLst>
            <pc:docMk/>
            <pc:sldMk cId="3826497491" sldId="342"/>
            <ac:spMk id="22" creationId="{2D00D872-9FA7-1282-4706-3AE9A44107E8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27" creationId="{FE7E0AA7-B251-5A4D-6426-E83F8408EE50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28" creationId="{356F5DF5-C4C0-44FF-F47E-31BE93C0EE1D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29" creationId="{75B4E295-6C10-6778-C6DD-F09E4D8A3E2B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30" creationId="{C19CCDDB-F5DF-7118-F10E-470FB5CF01F8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31" creationId="{556758DC-27EA-D33F-3265-7BB0B99D153A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32" creationId="{F7D2874A-6799-45F0-CFC2-548561D30690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33" creationId="{4186BAA7-98C4-5061-9E3D-2A3199C802E0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34" creationId="{10A12F65-A652-41D3-6E61-2F01955966FD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35" creationId="{17B2993C-5387-D744-A31D-2CDFED90CA90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39" creationId="{EF85AA8A-8BE8-0E9B-82A1-79A61A3E0C46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40" creationId="{6C1B1CDE-C0A6-0F31-416E-7B618C683D67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41" creationId="{59E5F293-A097-0867-6028-4959AC8026E4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44" creationId="{6475BF91-CCAC-075F-5F49-9BBB4FFB8A86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45" creationId="{CA7004B9-B9EC-330D-B77A-E0CA1D9834CF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46" creationId="{5557086F-DC50-ED6D-6A85-5A878BC564FB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48" creationId="{0E581BDA-E03E-A51D-610B-B059631F9B82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132" creationId="{C7E27EDA-35EC-50BD-93BC-E8CEEEC62686}"/>
          </ac:spMkLst>
        </pc:spChg>
        <pc:spChg chg="del">
          <ac:chgData name="이건희" userId="0a994238-b102-4555-836f-34b53b2f3c57" providerId="ADAL" clId="{4B595C7B-8C00-4774-9C53-786ADA0E9A4F}" dt="2023-08-25T13:41:10.724" v="37" actId="478"/>
          <ac:spMkLst>
            <pc:docMk/>
            <pc:sldMk cId="3826497491" sldId="342"/>
            <ac:spMk id="280" creationId="{ED140374-5D75-9F8A-ADC4-E353728411A6}"/>
          </ac:spMkLst>
        </pc:spChg>
        <pc:grpChg chg="del">
          <ac:chgData name="이건희" userId="0a994238-b102-4555-836f-34b53b2f3c57" providerId="ADAL" clId="{4B595C7B-8C00-4774-9C53-786ADA0E9A4F}" dt="2023-08-25T13:41:10.724" v="37" actId="478"/>
          <ac:grpSpMkLst>
            <pc:docMk/>
            <pc:sldMk cId="3826497491" sldId="342"/>
            <ac:grpSpMk id="253" creationId="{7D8576B3-572B-17AE-15B8-C1615A393ACA}"/>
          </ac:grpSpMkLst>
        </pc:grpChg>
        <pc:cxnChg chg="del">
          <ac:chgData name="이건희" userId="0a994238-b102-4555-836f-34b53b2f3c57" providerId="ADAL" clId="{4B595C7B-8C00-4774-9C53-786ADA0E9A4F}" dt="2023-08-25T13:41:12.851" v="39" actId="478"/>
          <ac:cxnSpMkLst>
            <pc:docMk/>
            <pc:sldMk cId="3826497491" sldId="342"/>
            <ac:cxnSpMk id="238" creationId="{B65681AC-CDE7-0B3F-78BD-9F86375BAA7B}"/>
          </ac:cxnSpMkLst>
        </pc:cxnChg>
      </pc:sldChg>
      <pc:sldChg chg="addSp delSp modSp add mod">
        <pc:chgData name="이건희" userId="0a994238-b102-4555-836f-34b53b2f3c57" providerId="ADAL" clId="{4B595C7B-8C00-4774-9C53-786ADA0E9A4F}" dt="2023-08-25T13:48:28.946" v="232" actId="14100"/>
        <pc:sldMkLst>
          <pc:docMk/>
          <pc:sldMk cId="379847660" sldId="343"/>
        </pc:sldMkLst>
        <pc:spChg chg="add mod">
          <ac:chgData name="이건희" userId="0a994238-b102-4555-836f-34b53b2f3c57" providerId="ADAL" clId="{4B595C7B-8C00-4774-9C53-786ADA0E9A4F}" dt="2023-08-25T13:47:43.363" v="160" actId="14100"/>
          <ac:spMkLst>
            <pc:docMk/>
            <pc:sldMk cId="379847660" sldId="343"/>
            <ac:spMk id="7" creationId="{C90F921F-B692-4C4C-194C-08DB10D09E78}"/>
          </ac:spMkLst>
        </pc:spChg>
        <pc:spChg chg="del">
          <ac:chgData name="이건희" userId="0a994238-b102-4555-836f-34b53b2f3c57" providerId="ADAL" clId="{4B595C7B-8C00-4774-9C53-786ADA0E9A4F}" dt="2023-08-25T13:48:17.251" v="213" actId="478"/>
          <ac:spMkLst>
            <pc:docMk/>
            <pc:sldMk cId="379847660" sldId="343"/>
            <ac:spMk id="10" creationId="{1EB2F2F3-BFE6-CD11-1108-0D3681E74E00}"/>
          </ac:spMkLst>
        </pc:spChg>
        <pc:spChg chg="add mod">
          <ac:chgData name="이건희" userId="0a994238-b102-4555-836f-34b53b2f3c57" providerId="ADAL" clId="{4B595C7B-8C00-4774-9C53-786ADA0E9A4F}" dt="2023-08-25T13:48:28.946" v="232" actId="14100"/>
          <ac:spMkLst>
            <pc:docMk/>
            <pc:sldMk cId="379847660" sldId="343"/>
            <ac:spMk id="11" creationId="{3BF9E2F0-F39D-2FB0-4DA2-12430D796E3A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2" creationId="{5E21255B-2D9C-820E-92C3-3C2E5293F1D7}"/>
          </ac:spMkLst>
        </pc:spChg>
        <pc:spChg chg="mod">
          <ac:chgData name="이건희" userId="0a994238-b102-4555-836f-34b53b2f3c57" providerId="ADAL" clId="{4B595C7B-8C00-4774-9C53-786ADA0E9A4F}" dt="2023-08-25T13:43:25.215" v="78" actId="14100"/>
          <ac:spMkLst>
            <pc:docMk/>
            <pc:sldMk cId="379847660" sldId="343"/>
            <ac:spMk id="32" creationId="{F7D2874A-6799-45F0-CFC2-548561D30690}"/>
          </ac:spMkLst>
        </pc:spChg>
        <pc:spChg chg="del">
          <ac:chgData name="이건희" userId="0a994238-b102-4555-836f-34b53b2f3c57" providerId="ADAL" clId="{4B595C7B-8C00-4774-9C53-786ADA0E9A4F}" dt="2023-08-25T13:43:19.981" v="64" actId="478"/>
          <ac:spMkLst>
            <pc:docMk/>
            <pc:sldMk cId="379847660" sldId="343"/>
            <ac:spMk id="47" creationId="{7754EC7D-D272-4173-D970-053CF2528B4B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58" creationId="{0C25955B-688A-41C2-4C23-21ABB2DBEEFE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61" creationId="{C8EFC601-BB65-3667-53F0-B6212DD103BC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31" creationId="{69DCBC10-2EED-1B9F-4F1A-180030D719C6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39" creationId="{E9A81652-D00C-FE58-658F-5BBCBE235794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46" creationId="{B505D06F-DD00-C8D7-71F8-6C39A184A36C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48" creationId="{802FA8C5-E66C-240B-B131-214A7A71104C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49" creationId="{A1FDA25B-A213-D445-53DC-669C4E4B4689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50" creationId="{139C49C9-DF27-D519-7346-79E7857CE161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51" creationId="{8ED7F39C-AFFD-FBE7-FB22-2C4B87814B65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52" creationId="{8D309638-FD84-FE19-C379-D69DC463AD61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53" creationId="{3C541A47-30B3-9119-ED8B-D28137AC1E72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54" creationId="{78B56665-A22F-F04C-5490-B02D146D0252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55" creationId="{3F185B88-B42C-C95D-394D-6E0553B39330}"/>
          </ac:spMkLst>
        </pc:spChg>
        <pc:spChg chg="del">
          <ac:chgData name="이건희" userId="0a994238-b102-4555-836f-34b53b2f3c57" providerId="ADAL" clId="{4B595C7B-8C00-4774-9C53-786ADA0E9A4F}" dt="2023-08-25T13:43:18.443" v="63" actId="478"/>
          <ac:spMkLst>
            <pc:docMk/>
            <pc:sldMk cId="379847660" sldId="343"/>
            <ac:spMk id="162" creationId="{4F27482E-66B5-15C7-F8D5-867C7990B532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176" creationId="{FBB24C83-57FC-A8C4-B96D-AF9FA966BC0D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209" creationId="{8C1FF486-924B-9A59-DF1F-27E4687D0D7A}"/>
          </ac:spMkLst>
        </pc:spChg>
        <pc:spChg chg="del">
          <ac:chgData name="이건희" userId="0a994238-b102-4555-836f-34b53b2f3c57" providerId="ADAL" clId="{4B595C7B-8C00-4774-9C53-786ADA0E9A4F}" dt="2023-08-25T13:43:16.744" v="62" actId="478"/>
          <ac:spMkLst>
            <pc:docMk/>
            <pc:sldMk cId="379847660" sldId="343"/>
            <ac:spMk id="210" creationId="{487ADB4F-DC12-9132-7612-799D93004478}"/>
          </ac:spMkLst>
        </pc:spChg>
        <pc:grpChg chg="del">
          <ac:chgData name="이건희" userId="0a994238-b102-4555-836f-34b53b2f3c57" providerId="ADAL" clId="{4B595C7B-8C00-4774-9C53-786ADA0E9A4F}" dt="2023-08-25T13:43:16.744" v="62" actId="478"/>
          <ac:grpSpMkLst>
            <pc:docMk/>
            <pc:sldMk cId="379847660" sldId="343"/>
            <ac:grpSpMk id="140" creationId="{91C68175-B9F2-2CB0-BE44-86587BC5DFE0}"/>
          </ac:grpSpMkLst>
        </pc:grpChg>
      </pc:sldChg>
    </pc:docChg>
  </pc:docChgLst>
  <pc:docChgLst>
    <pc:chgData name="이건희" userId="0a994238-b102-4555-836f-34b53b2f3c57" providerId="ADAL" clId="{9CE2BAD3-1FCB-4372-8458-8655AF381FFF}"/>
    <pc:docChg chg="undo redo custSel addSld delSld modSld modMainMaster">
      <pc:chgData name="이건희" userId="0a994238-b102-4555-836f-34b53b2f3c57" providerId="ADAL" clId="{9CE2BAD3-1FCB-4372-8458-8655AF381FFF}" dt="2023-08-25T07:06:29.557" v="1175"/>
      <pc:docMkLst>
        <pc:docMk/>
      </pc:docMkLst>
      <pc:sldChg chg="modSp add del mod">
        <pc:chgData name="이건희" userId="0a994238-b102-4555-836f-34b53b2f3c57" providerId="ADAL" clId="{9CE2BAD3-1FCB-4372-8458-8655AF381FFF}" dt="2023-08-25T07:00:59.101" v="988" actId="47"/>
        <pc:sldMkLst>
          <pc:docMk/>
          <pc:sldMk cId="2348087221" sldId="256"/>
        </pc:sldMkLst>
        <pc:spChg chg="mod">
          <ac:chgData name="이건희" userId="0a994238-b102-4555-836f-34b53b2f3c57" providerId="ADAL" clId="{9CE2BAD3-1FCB-4372-8458-8655AF381FFF}" dt="2023-08-25T04:57:30.074" v="799"/>
          <ac:spMkLst>
            <pc:docMk/>
            <pc:sldMk cId="2348087221" sldId="256"/>
            <ac:spMk id="6" creationId="{BF9CA57B-F84E-8B10-BA62-CDEA9D041B48}"/>
          </ac:spMkLst>
        </pc:spChg>
      </pc:sldChg>
      <pc:sldChg chg="modSp mod">
        <pc:chgData name="이건희" userId="0a994238-b102-4555-836f-34b53b2f3c57" providerId="ADAL" clId="{9CE2BAD3-1FCB-4372-8458-8655AF381FFF}" dt="2023-08-25T04:56:33.873" v="750"/>
        <pc:sldMkLst>
          <pc:docMk/>
          <pc:sldMk cId="531455970" sldId="258"/>
        </pc:sldMkLst>
        <pc:spChg chg="mod">
          <ac:chgData name="이건희" userId="0a994238-b102-4555-836f-34b53b2f3c57" providerId="ADAL" clId="{9CE2BAD3-1FCB-4372-8458-8655AF381FFF}" dt="2023-08-25T04:56:25.719" v="738"/>
          <ac:spMkLst>
            <pc:docMk/>
            <pc:sldMk cId="531455970" sldId="258"/>
            <ac:spMk id="4" creationId="{26C915AB-B943-6DAD-FC98-04CBC3F4EC99}"/>
          </ac:spMkLst>
        </pc:spChg>
        <pc:spChg chg="mod">
          <ac:chgData name="이건희" userId="0a994238-b102-4555-836f-34b53b2f3c57" providerId="ADAL" clId="{9CE2BAD3-1FCB-4372-8458-8655AF381FFF}" dt="2023-08-25T04:56:29.219" v="742"/>
          <ac:spMkLst>
            <pc:docMk/>
            <pc:sldMk cId="531455970" sldId="258"/>
            <ac:spMk id="6" creationId="{054C4CB6-DF2E-4B5B-277F-73627C5BBAB4}"/>
          </ac:spMkLst>
        </pc:spChg>
        <pc:spChg chg="mod">
          <ac:chgData name="이건희" userId="0a994238-b102-4555-836f-34b53b2f3c57" providerId="ADAL" clId="{9CE2BAD3-1FCB-4372-8458-8655AF381FFF}" dt="2023-08-25T04:56:33.873" v="750"/>
          <ac:spMkLst>
            <pc:docMk/>
            <pc:sldMk cId="531455970" sldId="258"/>
            <ac:spMk id="11" creationId="{AADD7768-F383-59E5-C508-21820F25AC65}"/>
          </ac:spMkLst>
        </pc:spChg>
      </pc:sldChg>
      <pc:sldChg chg="modSp mod">
        <pc:chgData name="이건희" userId="0a994238-b102-4555-836f-34b53b2f3c57" providerId="ADAL" clId="{9CE2BAD3-1FCB-4372-8458-8655AF381FFF}" dt="2023-08-25T04:55:09.653" v="652"/>
        <pc:sldMkLst>
          <pc:docMk/>
          <pc:sldMk cId="567678956" sldId="259"/>
        </pc:sldMkLst>
        <pc:spChg chg="mod">
          <ac:chgData name="이건희" userId="0a994238-b102-4555-836f-34b53b2f3c57" providerId="ADAL" clId="{9CE2BAD3-1FCB-4372-8458-8655AF381FFF}" dt="2023-08-25T04:53:59.069" v="635" actId="20577"/>
          <ac:spMkLst>
            <pc:docMk/>
            <pc:sldMk cId="567678956" sldId="259"/>
            <ac:spMk id="5" creationId="{DFFD5F85-16DF-8579-5DCF-F06F6E87AA40}"/>
          </ac:spMkLst>
        </pc:spChg>
        <pc:spChg chg="mod">
          <ac:chgData name="이건희" userId="0a994238-b102-4555-836f-34b53b2f3c57" providerId="ADAL" clId="{9CE2BAD3-1FCB-4372-8458-8655AF381FFF}" dt="2023-08-25T04:54:53.772" v="644" actId="20577"/>
          <ac:spMkLst>
            <pc:docMk/>
            <pc:sldMk cId="567678956" sldId="259"/>
            <ac:spMk id="8" creationId="{8448505C-B72C-0E1F-1CA7-ACE2529C89DE}"/>
          </ac:spMkLst>
        </pc:spChg>
        <pc:spChg chg="mod">
          <ac:chgData name="이건희" userId="0a994238-b102-4555-836f-34b53b2f3c57" providerId="ADAL" clId="{9CE2BAD3-1FCB-4372-8458-8655AF381FFF}" dt="2023-08-25T00:19:59.989" v="220" actId="14100"/>
          <ac:spMkLst>
            <pc:docMk/>
            <pc:sldMk cId="567678956" sldId="259"/>
            <ac:spMk id="31" creationId="{6A193EAA-6CAD-EF6F-F89E-1B3D7DAEB29F}"/>
          </ac:spMkLst>
        </pc:spChg>
        <pc:spChg chg="mod">
          <ac:chgData name="이건희" userId="0a994238-b102-4555-836f-34b53b2f3c57" providerId="ADAL" clId="{9CE2BAD3-1FCB-4372-8458-8655AF381FFF}" dt="2023-08-25T04:55:09.653" v="652"/>
          <ac:spMkLst>
            <pc:docMk/>
            <pc:sldMk cId="567678956" sldId="259"/>
            <ac:spMk id="171" creationId="{3D49A621-69E8-ED78-5260-A69E4F2A6376}"/>
          </ac:spMkLst>
        </pc:spChg>
      </pc:sldChg>
      <pc:sldChg chg="modSp mod">
        <pc:chgData name="이건희" userId="0a994238-b102-4555-836f-34b53b2f3c57" providerId="ADAL" clId="{9CE2BAD3-1FCB-4372-8458-8655AF381FFF}" dt="2023-08-25T04:57:42.699" v="807"/>
        <pc:sldMkLst>
          <pc:docMk/>
          <pc:sldMk cId="2089478684" sldId="262"/>
        </pc:sldMkLst>
        <pc:spChg chg="mod">
          <ac:chgData name="이건희" userId="0a994238-b102-4555-836f-34b53b2f3c57" providerId="ADAL" clId="{9CE2BAD3-1FCB-4372-8458-8655AF381FFF}" dt="2023-08-25T04:57:42.699" v="807"/>
          <ac:spMkLst>
            <pc:docMk/>
            <pc:sldMk cId="2089478684" sldId="262"/>
            <ac:spMk id="7" creationId="{3CF5AE1C-8AE3-97D1-24A8-280DEC19F00C}"/>
          </ac:spMkLst>
        </pc:spChg>
      </pc:sldChg>
      <pc:sldChg chg="modSp mod">
        <pc:chgData name="이건희" userId="0a994238-b102-4555-836f-34b53b2f3c57" providerId="ADAL" clId="{9CE2BAD3-1FCB-4372-8458-8655AF381FFF}" dt="2023-08-25T04:55:57.699" v="704"/>
        <pc:sldMkLst>
          <pc:docMk/>
          <pc:sldMk cId="968551551" sldId="268"/>
        </pc:sldMkLst>
        <pc:spChg chg="mod">
          <ac:chgData name="이건희" userId="0a994238-b102-4555-836f-34b53b2f3c57" providerId="ADAL" clId="{9CE2BAD3-1FCB-4372-8458-8655AF381FFF}" dt="2023-08-25T04:55:57.699" v="704"/>
          <ac:spMkLst>
            <pc:docMk/>
            <pc:sldMk cId="968551551" sldId="268"/>
            <ac:spMk id="2" creationId="{4AFE6BAD-0462-EAE1-07A5-9CD4540E66CE}"/>
          </ac:spMkLst>
        </pc:spChg>
        <pc:spChg chg="mod">
          <ac:chgData name="이건희" userId="0a994238-b102-4555-836f-34b53b2f3c57" providerId="ADAL" clId="{9CE2BAD3-1FCB-4372-8458-8655AF381FFF}" dt="2023-08-25T04:55:56.550" v="700"/>
          <ac:spMkLst>
            <pc:docMk/>
            <pc:sldMk cId="968551551" sldId="268"/>
            <ac:spMk id="5" creationId="{FD50C6D4-F10E-AF39-EF35-0F8DFABB51F9}"/>
          </ac:spMkLst>
        </pc:spChg>
      </pc:sldChg>
      <pc:sldChg chg="modSp mod">
        <pc:chgData name="이건희" userId="0a994238-b102-4555-836f-34b53b2f3c57" providerId="ADAL" clId="{9CE2BAD3-1FCB-4372-8458-8655AF381FFF}" dt="2023-08-25T04:54:52.042" v="643"/>
        <pc:sldMkLst>
          <pc:docMk/>
          <pc:sldMk cId="1164726469" sldId="272"/>
        </pc:sldMkLst>
        <pc:spChg chg="mod">
          <ac:chgData name="이건희" userId="0a994238-b102-4555-836f-34b53b2f3c57" providerId="ADAL" clId="{9CE2BAD3-1FCB-4372-8458-8655AF381FFF}" dt="2023-08-25T04:54:52.042" v="643"/>
          <ac:spMkLst>
            <pc:docMk/>
            <pc:sldMk cId="1164726469" sldId="272"/>
            <ac:spMk id="7" creationId="{E45F75A8-BEE5-B72C-01EB-232F23D73B37}"/>
          </ac:spMkLst>
        </pc:spChg>
      </pc:sldChg>
      <pc:sldChg chg="modSp mod">
        <pc:chgData name="이건희" userId="0a994238-b102-4555-836f-34b53b2f3c57" providerId="ADAL" clId="{9CE2BAD3-1FCB-4372-8458-8655AF381FFF}" dt="2023-08-25T04:58:33.923" v="846"/>
        <pc:sldMkLst>
          <pc:docMk/>
          <pc:sldMk cId="2382229779" sldId="280"/>
        </pc:sldMkLst>
        <pc:spChg chg="mod">
          <ac:chgData name="이건희" userId="0a994238-b102-4555-836f-34b53b2f3c57" providerId="ADAL" clId="{9CE2BAD3-1FCB-4372-8458-8655AF381FFF}" dt="2023-08-25T04:58:33.923" v="846"/>
          <ac:spMkLst>
            <pc:docMk/>
            <pc:sldMk cId="2382229779" sldId="280"/>
            <ac:spMk id="5" creationId="{B7743E73-E4BE-9E7A-00A2-0E06381E0F8A}"/>
          </ac:spMkLst>
        </pc:spChg>
        <pc:spChg chg="mod">
          <ac:chgData name="이건희" userId="0a994238-b102-4555-836f-34b53b2f3c57" providerId="ADAL" clId="{9CE2BAD3-1FCB-4372-8458-8655AF381FFF}" dt="2023-08-25T00:25:30.903" v="300"/>
          <ac:spMkLst>
            <pc:docMk/>
            <pc:sldMk cId="2382229779" sldId="280"/>
            <ac:spMk id="75" creationId="{3EFC0D41-1145-AD52-B3A6-77D32205B286}"/>
          </ac:spMkLst>
        </pc:spChg>
      </pc:sldChg>
      <pc:sldChg chg="modSp mod">
        <pc:chgData name="이건희" userId="0a994238-b102-4555-836f-34b53b2f3c57" providerId="ADAL" clId="{9CE2BAD3-1FCB-4372-8458-8655AF381FFF}" dt="2023-08-25T04:57:47.471" v="815"/>
        <pc:sldMkLst>
          <pc:docMk/>
          <pc:sldMk cId="2652523742" sldId="293"/>
        </pc:sldMkLst>
        <pc:spChg chg="mod">
          <ac:chgData name="이건희" userId="0a994238-b102-4555-836f-34b53b2f3c57" providerId="ADAL" clId="{9CE2BAD3-1FCB-4372-8458-8655AF381FFF}" dt="2023-08-25T04:57:47.471" v="815"/>
          <ac:spMkLst>
            <pc:docMk/>
            <pc:sldMk cId="2652523742" sldId="293"/>
            <ac:spMk id="2" creationId="{077B34AE-44F9-6858-ADCD-DAADB3A3288A}"/>
          </ac:spMkLst>
        </pc:spChg>
      </pc:sldChg>
      <pc:sldChg chg="modSp mod">
        <pc:chgData name="이건희" userId="0a994238-b102-4555-836f-34b53b2f3c57" providerId="ADAL" clId="{9CE2BAD3-1FCB-4372-8458-8655AF381FFF}" dt="2023-08-25T00:43:39.251" v="518" actId="14100"/>
        <pc:sldMkLst>
          <pc:docMk/>
          <pc:sldMk cId="2205832989" sldId="314"/>
        </pc:sldMkLst>
        <pc:spChg chg="mod">
          <ac:chgData name="이건희" userId="0a994238-b102-4555-836f-34b53b2f3c57" providerId="ADAL" clId="{9CE2BAD3-1FCB-4372-8458-8655AF381FFF}" dt="2023-08-25T00:37:30.339" v="422"/>
          <ac:spMkLst>
            <pc:docMk/>
            <pc:sldMk cId="2205832989" sldId="314"/>
            <ac:spMk id="3" creationId="{711AFC0E-8BB5-A5F1-1CC7-CE9DFCE8D3B7}"/>
          </ac:spMkLst>
        </pc:spChg>
        <pc:spChg chg="mod">
          <ac:chgData name="이건희" userId="0a994238-b102-4555-836f-34b53b2f3c57" providerId="ADAL" clId="{9CE2BAD3-1FCB-4372-8458-8655AF381FFF}" dt="2023-08-25T00:41:49.982" v="460"/>
          <ac:spMkLst>
            <pc:docMk/>
            <pc:sldMk cId="2205832989" sldId="314"/>
            <ac:spMk id="5" creationId="{B682EA93-4FEA-3577-5B76-6947799F9DDF}"/>
          </ac:spMkLst>
        </pc:spChg>
        <pc:spChg chg="mod">
          <ac:chgData name="이건희" userId="0a994238-b102-4555-836f-34b53b2f3c57" providerId="ADAL" clId="{9CE2BAD3-1FCB-4372-8458-8655AF381FFF}" dt="2023-08-25T00:43:39.251" v="518" actId="14100"/>
          <ac:spMkLst>
            <pc:docMk/>
            <pc:sldMk cId="2205832989" sldId="314"/>
            <ac:spMk id="8" creationId="{CDF39132-ABF2-C455-814F-50FD94AB73A6}"/>
          </ac:spMkLst>
        </pc:spChg>
      </pc:sldChg>
      <pc:sldChg chg="modSp mod">
        <pc:chgData name="이건희" userId="0a994238-b102-4555-836f-34b53b2f3c57" providerId="ADAL" clId="{9CE2BAD3-1FCB-4372-8458-8655AF381FFF}" dt="2023-08-25T04:57:57.037" v="819"/>
        <pc:sldMkLst>
          <pc:docMk/>
          <pc:sldMk cId="903797211" sldId="317"/>
        </pc:sldMkLst>
        <pc:spChg chg="mod">
          <ac:chgData name="이건희" userId="0a994238-b102-4555-836f-34b53b2f3c57" providerId="ADAL" clId="{9CE2BAD3-1FCB-4372-8458-8655AF381FFF}" dt="2023-08-25T04:56:00.357" v="708"/>
          <ac:spMkLst>
            <pc:docMk/>
            <pc:sldMk cId="903797211" sldId="317"/>
            <ac:spMk id="2" creationId="{4AFE6BAD-0462-EAE1-07A5-9CD4540E66CE}"/>
          </ac:spMkLst>
        </pc:spChg>
        <pc:spChg chg="mod">
          <ac:chgData name="이건희" userId="0a994238-b102-4555-836f-34b53b2f3c57" providerId="ADAL" clId="{9CE2BAD3-1FCB-4372-8458-8655AF381FFF}" dt="2023-08-25T04:57:57.037" v="819"/>
          <ac:spMkLst>
            <pc:docMk/>
            <pc:sldMk cId="903797211" sldId="317"/>
            <ac:spMk id="5" creationId="{FD50C6D4-F10E-AF39-EF35-0F8DFABB51F9}"/>
          </ac:spMkLst>
        </pc:spChg>
      </pc:sldChg>
      <pc:sldChg chg="modSp mod">
        <pc:chgData name="이건희" userId="0a994238-b102-4555-836f-34b53b2f3c57" providerId="ADAL" clId="{9CE2BAD3-1FCB-4372-8458-8655AF381FFF}" dt="2023-08-25T04:55:36.665" v="680"/>
        <pc:sldMkLst>
          <pc:docMk/>
          <pc:sldMk cId="2816973779" sldId="318"/>
        </pc:sldMkLst>
        <pc:spChg chg="mod">
          <ac:chgData name="이건희" userId="0a994238-b102-4555-836f-34b53b2f3c57" providerId="ADAL" clId="{9CE2BAD3-1FCB-4372-8458-8655AF381FFF}" dt="2023-08-25T04:55:36.665" v="680"/>
          <ac:spMkLst>
            <pc:docMk/>
            <pc:sldMk cId="2816973779" sldId="318"/>
            <ac:spMk id="5" creationId="{D9093327-3BD4-12D7-3B40-CDA7256E2421}"/>
          </ac:spMkLst>
        </pc:spChg>
      </pc:sldChg>
      <pc:sldChg chg="modSp mod">
        <pc:chgData name="이건희" userId="0a994238-b102-4555-836f-34b53b2f3c57" providerId="ADAL" clId="{9CE2BAD3-1FCB-4372-8458-8655AF381FFF}" dt="2023-08-25T04:55:48.132" v="696"/>
        <pc:sldMkLst>
          <pc:docMk/>
          <pc:sldMk cId="3021466618" sldId="319"/>
        </pc:sldMkLst>
        <pc:spChg chg="mod">
          <ac:chgData name="이건희" userId="0a994238-b102-4555-836f-34b53b2f3c57" providerId="ADAL" clId="{9CE2BAD3-1FCB-4372-8458-8655AF381FFF}" dt="2023-08-25T04:55:48.132" v="696"/>
          <ac:spMkLst>
            <pc:docMk/>
            <pc:sldMk cId="3021466618" sldId="319"/>
            <ac:spMk id="5" creationId="{65310C0F-5E4E-3E32-1889-1372B891B097}"/>
          </ac:spMkLst>
        </pc:spChg>
      </pc:sldChg>
      <pc:sldChg chg="modSp mod">
        <pc:chgData name="이건희" userId="0a994238-b102-4555-836f-34b53b2f3c57" providerId="ADAL" clId="{9CE2BAD3-1FCB-4372-8458-8655AF381FFF}" dt="2023-08-25T04:53:25.117" v="614" actId="20577"/>
        <pc:sldMkLst>
          <pc:docMk/>
          <pc:sldMk cId="324186103" sldId="321"/>
        </pc:sldMkLst>
        <pc:spChg chg="mod">
          <ac:chgData name="이건희" userId="0a994238-b102-4555-836f-34b53b2f3c57" providerId="ADAL" clId="{9CE2BAD3-1FCB-4372-8458-8655AF381FFF}" dt="2023-08-25T04:53:25.117" v="614" actId="20577"/>
          <ac:spMkLst>
            <pc:docMk/>
            <pc:sldMk cId="324186103" sldId="321"/>
            <ac:spMk id="5" creationId="{B7743E73-E4BE-9E7A-00A2-0E06381E0F8A}"/>
          </ac:spMkLst>
        </pc:spChg>
        <pc:spChg chg="mod">
          <ac:chgData name="이건희" userId="0a994238-b102-4555-836f-34b53b2f3c57" providerId="ADAL" clId="{9CE2BAD3-1FCB-4372-8458-8655AF381FFF}" dt="2023-08-25T00:27:08.831" v="321"/>
          <ac:spMkLst>
            <pc:docMk/>
            <pc:sldMk cId="324186103" sldId="321"/>
            <ac:spMk id="47" creationId="{32C9B943-D515-F297-7706-FC800F6E0E63}"/>
          </ac:spMkLst>
        </pc:spChg>
      </pc:sldChg>
      <pc:sldChg chg="modSp mod">
        <pc:chgData name="이건희" userId="0a994238-b102-4555-836f-34b53b2f3c57" providerId="ADAL" clId="{9CE2BAD3-1FCB-4372-8458-8655AF381FFF}" dt="2023-08-25T04:58:14.214" v="832" actId="404"/>
        <pc:sldMkLst>
          <pc:docMk/>
          <pc:sldMk cId="3497201781" sldId="322"/>
        </pc:sldMkLst>
        <pc:spChg chg="mod">
          <ac:chgData name="이건희" userId="0a994238-b102-4555-836f-34b53b2f3c57" providerId="ADAL" clId="{9CE2BAD3-1FCB-4372-8458-8655AF381FFF}" dt="2023-08-25T04:58:14.214" v="832" actId="404"/>
          <ac:spMkLst>
            <pc:docMk/>
            <pc:sldMk cId="3497201781" sldId="322"/>
            <ac:spMk id="5" creationId="{B93CB839-4EA9-671A-4417-A66C5EB31FC6}"/>
          </ac:spMkLst>
        </pc:spChg>
      </pc:sldChg>
      <pc:sldChg chg="modSp mod">
        <pc:chgData name="이건희" userId="0a994238-b102-4555-836f-34b53b2f3c57" providerId="ADAL" clId="{9CE2BAD3-1FCB-4372-8458-8655AF381FFF}" dt="2023-08-25T04:56:17.011" v="730"/>
        <pc:sldMkLst>
          <pc:docMk/>
          <pc:sldMk cId="3833808949" sldId="323"/>
        </pc:sldMkLst>
        <pc:spChg chg="mod">
          <ac:chgData name="이건희" userId="0a994238-b102-4555-836f-34b53b2f3c57" providerId="ADAL" clId="{9CE2BAD3-1FCB-4372-8458-8655AF381FFF}" dt="2023-08-25T04:56:17.011" v="730"/>
          <ac:spMkLst>
            <pc:docMk/>
            <pc:sldMk cId="3833808949" sldId="323"/>
            <ac:spMk id="6" creationId="{6C928098-2883-899A-59B6-73BAC1C5DDB1}"/>
          </ac:spMkLst>
        </pc:spChg>
      </pc:sldChg>
      <pc:sldChg chg="modSp mod">
        <pc:chgData name="이건희" userId="0a994238-b102-4555-836f-34b53b2f3c57" providerId="ADAL" clId="{9CE2BAD3-1FCB-4372-8458-8655AF381FFF}" dt="2023-08-25T04:57:21.953" v="791"/>
        <pc:sldMkLst>
          <pc:docMk/>
          <pc:sldMk cId="2735098485" sldId="324"/>
        </pc:sldMkLst>
        <pc:spChg chg="mod">
          <ac:chgData name="이건희" userId="0a994238-b102-4555-836f-34b53b2f3c57" providerId="ADAL" clId="{9CE2BAD3-1FCB-4372-8458-8655AF381FFF}" dt="2023-08-25T04:56:12.362" v="722"/>
          <ac:spMkLst>
            <pc:docMk/>
            <pc:sldMk cId="2735098485" sldId="324"/>
            <ac:spMk id="7" creationId="{3CF5AE1C-8AE3-97D1-24A8-280DEC19F00C}"/>
          </ac:spMkLst>
        </pc:spChg>
        <pc:spChg chg="mod">
          <ac:chgData name="이건희" userId="0a994238-b102-4555-836f-34b53b2f3c57" providerId="ADAL" clId="{9CE2BAD3-1FCB-4372-8458-8655AF381FFF}" dt="2023-08-25T04:57:21.953" v="791"/>
          <ac:spMkLst>
            <pc:docMk/>
            <pc:sldMk cId="2735098485" sldId="324"/>
            <ac:spMk id="10" creationId="{6C16C72D-FE7F-8280-E439-BBB1B59F9BE2}"/>
          </ac:spMkLst>
        </pc:spChg>
        <pc:spChg chg="mod">
          <ac:chgData name="이건희" userId="0a994238-b102-4555-836f-34b53b2f3c57" providerId="ADAL" clId="{9CE2BAD3-1FCB-4372-8458-8655AF381FFF}" dt="2023-08-25T04:49:31.902" v="600" actId="20577"/>
          <ac:spMkLst>
            <pc:docMk/>
            <pc:sldMk cId="2735098485" sldId="324"/>
            <ac:spMk id="30" creationId="{4DFB2F3B-B3D2-18A8-9376-0BE25386F295}"/>
          </ac:spMkLst>
        </pc:spChg>
      </pc:sldChg>
      <pc:sldChg chg="delSp modSp mod">
        <pc:chgData name="이건희" userId="0a994238-b102-4555-836f-34b53b2f3c57" providerId="ADAL" clId="{9CE2BAD3-1FCB-4372-8458-8655AF381FFF}" dt="2023-08-25T04:56:05.477" v="714" actId="20577"/>
        <pc:sldMkLst>
          <pc:docMk/>
          <pc:sldMk cId="105283773" sldId="325"/>
        </pc:sldMkLst>
        <pc:spChg chg="mod">
          <ac:chgData name="이건희" userId="0a994238-b102-4555-836f-34b53b2f3c57" providerId="ADAL" clId="{9CE2BAD3-1FCB-4372-8458-8655AF381FFF}" dt="2023-08-25T04:56:05.477" v="714" actId="20577"/>
          <ac:spMkLst>
            <pc:docMk/>
            <pc:sldMk cId="105283773" sldId="325"/>
            <ac:spMk id="2" creationId="{16BF3E9E-2DB9-802B-8C59-F32C6EBCA440}"/>
          </ac:spMkLst>
        </pc:spChg>
        <pc:spChg chg="mod">
          <ac:chgData name="이건희" userId="0a994238-b102-4555-836f-34b53b2f3c57" providerId="ADAL" clId="{9CE2BAD3-1FCB-4372-8458-8655AF381FFF}" dt="2023-08-25T00:14:22.527" v="79" actId="1035"/>
          <ac:spMkLst>
            <pc:docMk/>
            <pc:sldMk cId="105283773" sldId="325"/>
            <ac:spMk id="3" creationId="{15C8870A-61D4-CE8A-A294-1E7500920519}"/>
          </ac:spMkLst>
        </pc:spChg>
        <pc:spChg chg="del">
          <ac:chgData name="이건희" userId="0a994238-b102-4555-836f-34b53b2f3c57" providerId="ADAL" clId="{9CE2BAD3-1FCB-4372-8458-8655AF381FFF}" dt="2023-08-25T00:14:07.069" v="2" actId="478"/>
          <ac:spMkLst>
            <pc:docMk/>
            <pc:sldMk cId="105283773" sldId="325"/>
            <ac:spMk id="10" creationId="{053D9418-9CA7-1D09-1EF0-BA20D60E4F10}"/>
          </ac:spMkLst>
        </pc:spChg>
        <pc:spChg chg="mod">
          <ac:chgData name="이건희" userId="0a994238-b102-4555-836f-34b53b2f3c57" providerId="ADAL" clId="{9CE2BAD3-1FCB-4372-8458-8655AF381FFF}" dt="2023-08-25T00:14:27.923" v="114" actId="1036"/>
          <ac:spMkLst>
            <pc:docMk/>
            <pc:sldMk cId="105283773" sldId="325"/>
            <ac:spMk id="11" creationId="{391C9D5D-1FA4-1699-1092-D05A2E70E48B}"/>
          </ac:spMkLst>
        </pc:spChg>
        <pc:grpChg chg="mod">
          <ac:chgData name="이건희" userId="0a994238-b102-4555-836f-34b53b2f3c57" providerId="ADAL" clId="{9CE2BAD3-1FCB-4372-8458-8655AF381FFF}" dt="2023-08-25T00:14:22.527" v="79" actId="1035"/>
          <ac:grpSpMkLst>
            <pc:docMk/>
            <pc:sldMk cId="105283773" sldId="325"/>
            <ac:grpSpMk id="18" creationId="{4727593F-E681-6ADB-C331-D1CAD0F40C57}"/>
          </ac:grpSpMkLst>
        </pc:grpChg>
        <pc:grpChg chg="mod">
          <ac:chgData name="이건희" userId="0a994238-b102-4555-836f-34b53b2f3c57" providerId="ADAL" clId="{9CE2BAD3-1FCB-4372-8458-8655AF381FFF}" dt="2023-08-25T00:14:22.527" v="79" actId="1035"/>
          <ac:grpSpMkLst>
            <pc:docMk/>
            <pc:sldMk cId="105283773" sldId="325"/>
            <ac:grpSpMk id="19" creationId="{4844AFBA-3C26-8BCD-7D65-9911256E370F}"/>
          </ac:grpSpMkLst>
        </pc:grpChg>
        <pc:grpChg chg="mod">
          <ac:chgData name="이건희" userId="0a994238-b102-4555-836f-34b53b2f3c57" providerId="ADAL" clId="{9CE2BAD3-1FCB-4372-8458-8655AF381FFF}" dt="2023-08-25T00:14:22.527" v="79" actId="1035"/>
          <ac:grpSpMkLst>
            <pc:docMk/>
            <pc:sldMk cId="105283773" sldId="325"/>
            <ac:grpSpMk id="20" creationId="{410FA7C5-8622-9B9C-BA3B-3B0450BAECB3}"/>
          </ac:grpSpMkLst>
        </pc:grpChg>
        <pc:grpChg chg="mod">
          <ac:chgData name="이건희" userId="0a994238-b102-4555-836f-34b53b2f3c57" providerId="ADAL" clId="{9CE2BAD3-1FCB-4372-8458-8655AF381FFF}" dt="2023-08-25T00:14:27.923" v="114" actId="1036"/>
          <ac:grpSpMkLst>
            <pc:docMk/>
            <pc:sldMk cId="105283773" sldId="325"/>
            <ac:grpSpMk id="42" creationId="{337E5950-389D-2C3C-3983-DE48022E1B6E}"/>
          </ac:grpSpMkLst>
        </pc:grpChg>
        <pc:picChg chg="del">
          <ac:chgData name="이건희" userId="0a994238-b102-4555-836f-34b53b2f3c57" providerId="ADAL" clId="{9CE2BAD3-1FCB-4372-8458-8655AF381FFF}" dt="2023-08-25T00:14:08.218" v="3" actId="478"/>
          <ac:picMkLst>
            <pc:docMk/>
            <pc:sldMk cId="105283773" sldId="325"/>
            <ac:picMk id="6" creationId="{6267C4F3-4CB3-3D05-C7FC-0399C49F25BB}"/>
          </ac:picMkLst>
        </pc:picChg>
        <pc:picChg chg="mod">
          <ac:chgData name="이건희" userId="0a994238-b102-4555-836f-34b53b2f3c57" providerId="ADAL" clId="{9CE2BAD3-1FCB-4372-8458-8655AF381FFF}" dt="2023-08-25T00:14:22.527" v="79" actId="1035"/>
          <ac:picMkLst>
            <pc:docMk/>
            <pc:sldMk cId="105283773" sldId="325"/>
            <ac:picMk id="7" creationId="{A6CB1C0C-40FE-0D5E-259B-ED7883939514}"/>
          </ac:picMkLst>
        </pc:picChg>
        <pc:picChg chg="mod">
          <ac:chgData name="이건희" userId="0a994238-b102-4555-836f-34b53b2f3c57" providerId="ADAL" clId="{9CE2BAD3-1FCB-4372-8458-8655AF381FFF}" dt="2023-08-25T00:14:22.527" v="79" actId="1035"/>
          <ac:picMkLst>
            <pc:docMk/>
            <pc:sldMk cId="105283773" sldId="325"/>
            <ac:picMk id="8" creationId="{3A350471-3801-A8F3-7D1C-59854AD8FDB9}"/>
          </ac:picMkLst>
        </pc:picChg>
        <pc:picChg chg="mod">
          <ac:chgData name="이건희" userId="0a994238-b102-4555-836f-34b53b2f3c57" providerId="ADAL" clId="{9CE2BAD3-1FCB-4372-8458-8655AF381FFF}" dt="2023-08-25T00:14:22.527" v="79" actId="1035"/>
          <ac:picMkLst>
            <pc:docMk/>
            <pc:sldMk cId="105283773" sldId="325"/>
            <ac:picMk id="13" creationId="{4F53830A-5D48-8994-836D-A9AEB2FA269D}"/>
          </ac:picMkLst>
        </pc:picChg>
        <pc:picChg chg="mod">
          <ac:chgData name="이건희" userId="0a994238-b102-4555-836f-34b53b2f3c57" providerId="ADAL" clId="{9CE2BAD3-1FCB-4372-8458-8655AF381FFF}" dt="2023-08-25T00:14:22.527" v="79" actId="1035"/>
          <ac:picMkLst>
            <pc:docMk/>
            <pc:sldMk cId="105283773" sldId="325"/>
            <ac:picMk id="14" creationId="{A712E7E0-ABAF-47A3-7D1B-C5B24924A535}"/>
          </ac:picMkLst>
        </pc:picChg>
        <pc:picChg chg="mod">
          <ac:chgData name="이건희" userId="0a994238-b102-4555-836f-34b53b2f3c57" providerId="ADAL" clId="{9CE2BAD3-1FCB-4372-8458-8655AF381FFF}" dt="2023-08-25T00:14:22.527" v="79" actId="1035"/>
          <ac:picMkLst>
            <pc:docMk/>
            <pc:sldMk cId="105283773" sldId="325"/>
            <ac:picMk id="2050" creationId="{9AEA94BF-0C7A-FEA5-EAA7-7C27C6B34F9B}"/>
          </ac:picMkLst>
        </pc:picChg>
        <pc:picChg chg="mod">
          <ac:chgData name="이건희" userId="0a994238-b102-4555-836f-34b53b2f3c57" providerId="ADAL" clId="{9CE2BAD3-1FCB-4372-8458-8655AF381FFF}" dt="2023-08-25T00:14:22.527" v="79" actId="1035"/>
          <ac:picMkLst>
            <pc:docMk/>
            <pc:sldMk cId="105283773" sldId="325"/>
            <ac:picMk id="2058" creationId="{A7D49D27-CA70-6A52-C2C8-E36B2DC87349}"/>
          </ac:picMkLst>
        </pc:picChg>
        <pc:cxnChg chg="del">
          <ac:chgData name="이건희" userId="0a994238-b102-4555-836f-34b53b2f3c57" providerId="ADAL" clId="{9CE2BAD3-1FCB-4372-8458-8655AF381FFF}" dt="2023-08-25T00:14:07.069" v="2" actId="478"/>
          <ac:cxnSpMkLst>
            <pc:docMk/>
            <pc:sldMk cId="105283773" sldId="325"/>
            <ac:cxnSpMk id="44" creationId="{7A772562-279E-C290-F537-57DECBDA5989}"/>
          </ac:cxnSpMkLst>
        </pc:cxnChg>
        <pc:cxnChg chg="mod">
          <ac:chgData name="이건희" userId="0a994238-b102-4555-836f-34b53b2f3c57" providerId="ADAL" clId="{9CE2BAD3-1FCB-4372-8458-8655AF381FFF}" dt="2023-08-25T00:14:25.026" v="95" actId="1036"/>
          <ac:cxnSpMkLst>
            <pc:docMk/>
            <pc:sldMk cId="105283773" sldId="325"/>
            <ac:cxnSpMk id="45" creationId="{E9D7127B-FB1E-2A2E-0311-8611AEF38863}"/>
          </ac:cxnSpMkLst>
        </pc:cxnChg>
      </pc:sldChg>
      <pc:sldChg chg="modSp mod">
        <pc:chgData name="이건희" userId="0a994238-b102-4555-836f-34b53b2f3c57" providerId="ADAL" clId="{9CE2BAD3-1FCB-4372-8458-8655AF381FFF}" dt="2023-08-25T04:58:18.463" v="834" actId="1035"/>
        <pc:sldMkLst>
          <pc:docMk/>
          <pc:sldMk cId="689764768" sldId="326"/>
        </pc:sldMkLst>
        <pc:spChg chg="mod">
          <ac:chgData name="이건희" userId="0a994238-b102-4555-836f-34b53b2f3c57" providerId="ADAL" clId="{9CE2BAD3-1FCB-4372-8458-8655AF381FFF}" dt="2023-08-25T04:58:18.463" v="834" actId="1035"/>
          <ac:spMkLst>
            <pc:docMk/>
            <pc:sldMk cId="689764768" sldId="326"/>
            <ac:spMk id="5" creationId="{DFFD5F85-16DF-8579-5DCF-F06F6E87AA40}"/>
          </ac:spMkLst>
        </pc:spChg>
        <pc:spChg chg="mod">
          <ac:chgData name="이건희" userId="0a994238-b102-4555-836f-34b53b2f3c57" providerId="ADAL" clId="{9CE2BAD3-1FCB-4372-8458-8655AF381FFF}" dt="2023-08-25T00:32:29.568" v="366" actId="313"/>
          <ac:spMkLst>
            <pc:docMk/>
            <pc:sldMk cId="689764768" sldId="326"/>
            <ac:spMk id="18" creationId="{7EB7D028-1180-AAAF-7E15-CF57F99EE238}"/>
          </ac:spMkLst>
        </pc:spChg>
        <pc:spChg chg="mod">
          <ac:chgData name="이건희" userId="0a994238-b102-4555-836f-34b53b2f3c57" providerId="ADAL" clId="{9CE2BAD3-1FCB-4372-8458-8655AF381FFF}" dt="2023-08-25T00:18:08.327" v="187"/>
          <ac:spMkLst>
            <pc:docMk/>
            <pc:sldMk cId="689764768" sldId="326"/>
            <ac:spMk id="21" creationId="{E4F8A20A-1199-4B3B-C319-0E5406F4DEEA}"/>
          </ac:spMkLst>
        </pc:spChg>
        <pc:spChg chg="mod">
          <ac:chgData name="이건희" userId="0a994238-b102-4555-836f-34b53b2f3c57" providerId="ADAL" clId="{9CE2BAD3-1FCB-4372-8458-8655AF381FFF}" dt="2023-08-25T04:55:22.285" v="664"/>
          <ac:spMkLst>
            <pc:docMk/>
            <pc:sldMk cId="689764768" sldId="326"/>
            <ac:spMk id="171" creationId="{3D49A621-69E8-ED78-5260-A69E4F2A6376}"/>
          </ac:spMkLst>
        </pc:spChg>
      </pc:sldChg>
      <pc:sldChg chg="modSp mod">
        <pc:chgData name="이건희" userId="0a994238-b102-4555-836f-34b53b2f3c57" providerId="ADAL" clId="{9CE2BAD3-1FCB-4372-8458-8655AF381FFF}" dt="2023-08-25T04:53:53.471" v="633" actId="20577"/>
        <pc:sldMkLst>
          <pc:docMk/>
          <pc:sldMk cId="758259977" sldId="328"/>
        </pc:sldMkLst>
        <pc:spChg chg="mod">
          <ac:chgData name="이건희" userId="0a994238-b102-4555-836f-34b53b2f3c57" providerId="ADAL" clId="{9CE2BAD3-1FCB-4372-8458-8655AF381FFF}" dt="2023-08-25T00:32:33.232" v="367" actId="313"/>
          <ac:spMkLst>
            <pc:docMk/>
            <pc:sldMk cId="758259977" sldId="328"/>
            <ac:spMk id="29" creationId="{0B19E547-FB5E-3BE9-86CB-BB848539E6F1}"/>
          </ac:spMkLst>
        </pc:spChg>
        <pc:spChg chg="mod">
          <ac:chgData name="이건희" userId="0a994238-b102-4555-836f-34b53b2f3c57" providerId="ADAL" clId="{9CE2BAD3-1FCB-4372-8458-8655AF381FFF}" dt="2023-08-25T04:53:53.471" v="633" actId="20577"/>
          <ac:spMkLst>
            <pc:docMk/>
            <pc:sldMk cId="758259977" sldId="328"/>
            <ac:spMk id="39" creationId="{EFD3B630-4378-785F-BCEB-A54040F38CAF}"/>
          </ac:spMkLst>
        </pc:spChg>
      </pc:sldChg>
      <pc:sldChg chg="modSp mod">
        <pc:chgData name="이건희" userId="0a994238-b102-4555-836f-34b53b2f3c57" providerId="ADAL" clId="{9CE2BAD3-1FCB-4372-8458-8655AF381FFF}" dt="2023-08-25T04:52:39.021" v="604"/>
        <pc:sldMkLst>
          <pc:docMk/>
          <pc:sldMk cId="1258484718" sldId="330"/>
        </pc:sldMkLst>
        <pc:spChg chg="mod">
          <ac:chgData name="이건희" userId="0a994238-b102-4555-836f-34b53b2f3c57" providerId="ADAL" clId="{9CE2BAD3-1FCB-4372-8458-8655AF381FFF}" dt="2023-08-25T04:52:39.021" v="604"/>
          <ac:spMkLst>
            <pc:docMk/>
            <pc:sldMk cId="1258484718" sldId="330"/>
            <ac:spMk id="12" creationId="{B66B78E3-5EF7-8A10-5371-DBF1A1C9E16A}"/>
          </ac:spMkLst>
        </pc:spChg>
        <pc:spChg chg="mod">
          <ac:chgData name="이건희" userId="0a994238-b102-4555-836f-34b53b2f3c57" providerId="ADAL" clId="{9CE2BAD3-1FCB-4372-8458-8655AF381FFF}" dt="2023-08-25T00:24:55.923" v="297" actId="20577"/>
          <ac:spMkLst>
            <pc:docMk/>
            <pc:sldMk cId="1258484718" sldId="330"/>
            <ac:spMk id="13" creationId="{D0B6D178-A629-2FAF-F52D-6CBED405DC8A}"/>
          </ac:spMkLst>
        </pc:spChg>
        <pc:spChg chg="mod">
          <ac:chgData name="이건희" userId="0a994238-b102-4555-836f-34b53b2f3c57" providerId="ADAL" clId="{9CE2BAD3-1FCB-4372-8458-8655AF381FFF}" dt="2023-08-25T00:24:10.657" v="287" actId="20577"/>
          <ac:spMkLst>
            <pc:docMk/>
            <pc:sldMk cId="1258484718" sldId="330"/>
            <ac:spMk id="14" creationId="{6F681C39-3D41-65F3-2329-47E089B5D9FB}"/>
          </ac:spMkLst>
        </pc:spChg>
        <pc:spChg chg="mod">
          <ac:chgData name="이건희" userId="0a994238-b102-4555-836f-34b53b2f3c57" providerId="ADAL" clId="{9CE2BAD3-1FCB-4372-8458-8655AF381FFF}" dt="2023-08-25T00:47:37.641" v="549" actId="108"/>
          <ac:spMkLst>
            <pc:docMk/>
            <pc:sldMk cId="1258484718" sldId="330"/>
            <ac:spMk id="15" creationId="{CAD5B6A3-5EC7-B9F1-C02D-9FAB02EE54A5}"/>
          </ac:spMkLst>
        </pc:spChg>
      </pc:sldChg>
      <pc:sldChg chg="modSp mod">
        <pc:chgData name="이건희" userId="0a994238-b102-4555-836f-34b53b2f3c57" providerId="ADAL" clId="{9CE2BAD3-1FCB-4372-8458-8655AF381FFF}" dt="2023-08-25T00:51:28.593" v="599" actId="1037"/>
        <pc:sldMkLst>
          <pc:docMk/>
          <pc:sldMk cId="3944317029" sldId="331"/>
        </pc:sldMkLst>
        <pc:spChg chg="mod">
          <ac:chgData name="이건희" userId="0a994238-b102-4555-836f-34b53b2f3c57" providerId="ADAL" clId="{9CE2BAD3-1FCB-4372-8458-8655AF381FFF}" dt="2023-08-25T00:47:59.519" v="554" actId="108"/>
          <ac:spMkLst>
            <pc:docMk/>
            <pc:sldMk cId="3944317029" sldId="331"/>
            <ac:spMk id="5" creationId="{B7743E73-E4BE-9E7A-00A2-0E06381E0F8A}"/>
          </ac:spMkLst>
        </pc:spChg>
        <pc:spChg chg="mod">
          <ac:chgData name="이건희" userId="0a994238-b102-4555-836f-34b53b2f3c57" providerId="ADAL" clId="{9CE2BAD3-1FCB-4372-8458-8655AF381FFF}" dt="2023-08-25T00:38:30.758" v="426"/>
          <ac:spMkLst>
            <pc:docMk/>
            <pc:sldMk cId="3944317029" sldId="331"/>
            <ac:spMk id="24" creationId="{0D4E58CD-79E6-40D4-53FA-18D52E6E78E3}"/>
          </ac:spMkLst>
        </pc:spChg>
        <pc:spChg chg="mod">
          <ac:chgData name="이건희" userId="0a994238-b102-4555-836f-34b53b2f3c57" providerId="ADAL" clId="{9CE2BAD3-1FCB-4372-8458-8655AF381FFF}" dt="2023-08-25T00:38:42.886" v="427"/>
          <ac:spMkLst>
            <pc:docMk/>
            <pc:sldMk cId="3944317029" sldId="331"/>
            <ac:spMk id="25" creationId="{5D0F6A48-57B4-0FE2-F8D5-434D6985CC54}"/>
          </ac:spMkLst>
        </pc:spChg>
        <pc:spChg chg="mod">
          <ac:chgData name="이건희" userId="0a994238-b102-4555-836f-34b53b2f3c57" providerId="ADAL" clId="{9CE2BAD3-1FCB-4372-8458-8655AF381FFF}" dt="2023-08-25T00:41:38.771" v="459"/>
          <ac:spMkLst>
            <pc:docMk/>
            <pc:sldMk cId="3944317029" sldId="331"/>
            <ac:spMk id="47" creationId="{32C9B943-D515-F297-7706-FC800F6E0E63}"/>
          </ac:spMkLst>
        </pc:spChg>
        <pc:grpChg chg="mod">
          <ac:chgData name="이건희" userId="0a994238-b102-4555-836f-34b53b2f3c57" providerId="ADAL" clId="{9CE2BAD3-1FCB-4372-8458-8655AF381FFF}" dt="2023-08-25T00:51:28.593" v="599" actId="1037"/>
          <ac:grpSpMkLst>
            <pc:docMk/>
            <pc:sldMk cId="3944317029" sldId="331"/>
            <ac:grpSpMk id="26" creationId="{329B0302-336C-0811-8D78-8FD1ACBB58F1}"/>
          </ac:grpSpMkLst>
        </pc:grpChg>
        <pc:grpChg chg="mod">
          <ac:chgData name="이건희" userId="0a994238-b102-4555-836f-34b53b2f3c57" providerId="ADAL" clId="{9CE2BAD3-1FCB-4372-8458-8655AF381FFF}" dt="2023-08-25T00:51:28.593" v="599" actId="1037"/>
          <ac:grpSpMkLst>
            <pc:docMk/>
            <pc:sldMk cId="3944317029" sldId="331"/>
            <ac:grpSpMk id="27" creationId="{64C075D0-8FE5-78AA-5D5C-66FE332D0489}"/>
          </ac:grpSpMkLst>
        </pc:grpChg>
      </pc:sldChg>
      <pc:sldChg chg="modSp mod">
        <pc:chgData name="이건희" userId="0a994238-b102-4555-836f-34b53b2f3c57" providerId="ADAL" clId="{9CE2BAD3-1FCB-4372-8458-8655AF381FFF}" dt="2023-08-25T04:58:52.469" v="868"/>
        <pc:sldMkLst>
          <pc:docMk/>
          <pc:sldMk cId="1060313922" sldId="333"/>
        </pc:sldMkLst>
        <pc:spChg chg="mod">
          <ac:chgData name="이건희" userId="0a994238-b102-4555-836f-34b53b2f3c57" providerId="ADAL" clId="{9CE2BAD3-1FCB-4372-8458-8655AF381FFF}" dt="2023-08-25T04:58:52.469" v="868"/>
          <ac:spMkLst>
            <pc:docMk/>
            <pc:sldMk cId="1060313922" sldId="333"/>
            <ac:spMk id="5" creationId="{B7743E73-E4BE-9E7A-00A2-0E06381E0F8A}"/>
          </ac:spMkLst>
        </pc:spChg>
        <pc:spChg chg="mod">
          <ac:chgData name="이건희" userId="0a994238-b102-4555-836f-34b53b2f3c57" providerId="ADAL" clId="{9CE2BAD3-1FCB-4372-8458-8655AF381FFF}" dt="2023-08-25T00:27:35.517" v="323"/>
          <ac:spMkLst>
            <pc:docMk/>
            <pc:sldMk cId="1060313922" sldId="333"/>
            <ac:spMk id="25" creationId="{6A3D0A51-6719-48B5-3775-C7A4DB860B0C}"/>
          </ac:spMkLst>
        </pc:spChg>
        <pc:spChg chg="mod">
          <ac:chgData name="이건희" userId="0a994238-b102-4555-836f-34b53b2f3c57" providerId="ADAL" clId="{9CE2BAD3-1FCB-4372-8458-8655AF381FFF}" dt="2023-08-25T04:53:40.724" v="626"/>
          <ac:spMkLst>
            <pc:docMk/>
            <pc:sldMk cId="1060313922" sldId="333"/>
            <ac:spMk id="36" creationId="{9973A7CB-31B6-882F-D0D9-BE412AFAF7EE}"/>
          </ac:spMkLst>
        </pc:spChg>
        <pc:spChg chg="mod">
          <ac:chgData name="이건희" userId="0a994238-b102-4555-836f-34b53b2f3c57" providerId="ADAL" clId="{9CE2BAD3-1FCB-4372-8458-8655AF381FFF}" dt="2023-08-25T00:28:14.795" v="328" actId="20577"/>
          <ac:spMkLst>
            <pc:docMk/>
            <pc:sldMk cId="1060313922" sldId="333"/>
            <ac:spMk id="47" creationId="{32C9B943-D515-F297-7706-FC800F6E0E63}"/>
          </ac:spMkLst>
        </pc:spChg>
      </pc:sldChg>
      <pc:sldChg chg="modSp add del mod">
        <pc:chgData name="이건희" userId="0a994238-b102-4555-836f-34b53b2f3c57" providerId="ADAL" clId="{9CE2BAD3-1FCB-4372-8458-8655AF381FFF}" dt="2023-08-25T00:44:57.758" v="546"/>
        <pc:sldMkLst>
          <pc:docMk/>
          <pc:sldMk cId="1883126099" sldId="334"/>
        </pc:sldMkLst>
        <pc:spChg chg="mod">
          <ac:chgData name="이건희" userId="0a994238-b102-4555-836f-34b53b2f3c57" providerId="ADAL" clId="{9CE2BAD3-1FCB-4372-8458-8655AF381FFF}" dt="2023-08-25T00:44:08.477" v="520"/>
          <ac:spMkLst>
            <pc:docMk/>
            <pc:sldMk cId="1883126099" sldId="334"/>
            <ac:spMk id="2" creationId="{0DC65C3A-4B61-C12C-2067-16BDFA2D4EC8}"/>
          </ac:spMkLst>
        </pc:spChg>
        <pc:spChg chg="mod">
          <ac:chgData name="이건희" userId="0a994238-b102-4555-836f-34b53b2f3c57" providerId="ADAL" clId="{9CE2BAD3-1FCB-4372-8458-8655AF381FFF}" dt="2023-08-25T00:43:59.007" v="519"/>
          <ac:spMkLst>
            <pc:docMk/>
            <pc:sldMk cId="1883126099" sldId="334"/>
            <ac:spMk id="9" creationId="{0747DD61-0894-618F-1F4D-DF4CE2898AFA}"/>
          </ac:spMkLst>
        </pc:spChg>
        <pc:spChg chg="mod">
          <ac:chgData name="이건희" userId="0a994238-b102-4555-836f-34b53b2f3c57" providerId="ADAL" clId="{9CE2BAD3-1FCB-4372-8458-8655AF381FFF}" dt="2023-08-25T00:44:21.721" v="522" actId="20577"/>
          <ac:spMkLst>
            <pc:docMk/>
            <pc:sldMk cId="1883126099" sldId="334"/>
            <ac:spMk id="74" creationId="{B82546FD-8ED8-3C82-8068-82F0B13B52AA}"/>
          </ac:spMkLst>
        </pc:spChg>
        <pc:spChg chg="mod">
          <ac:chgData name="이건희" userId="0a994238-b102-4555-836f-34b53b2f3c57" providerId="ADAL" clId="{9CE2BAD3-1FCB-4372-8458-8655AF381FFF}" dt="2023-08-25T00:44:32.950" v="523"/>
          <ac:spMkLst>
            <pc:docMk/>
            <pc:sldMk cId="1883126099" sldId="334"/>
            <ac:spMk id="77" creationId="{66E6F9BA-D3D2-0260-E97F-59FE34C2453D}"/>
          </ac:spMkLst>
        </pc:spChg>
        <pc:spChg chg="mod">
          <ac:chgData name="이건희" userId="0a994238-b102-4555-836f-34b53b2f3c57" providerId="ADAL" clId="{9CE2BAD3-1FCB-4372-8458-8655AF381FFF}" dt="2023-08-25T00:44:42.809" v="544"/>
          <ac:spMkLst>
            <pc:docMk/>
            <pc:sldMk cId="1883126099" sldId="334"/>
            <ac:spMk id="83" creationId="{10280A32-45CB-B351-A2FE-40219706F346}"/>
          </ac:spMkLst>
        </pc:spChg>
        <pc:spChg chg="mod">
          <ac:chgData name="이건희" userId="0a994238-b102-4555-836f-34b53b2f3c57" providerId="ADAL" clId="{9CE2BAD3-1FCB-4372-8458-8655AF381FFF}" dt="2023-08-25T00:44:50.449" v="545"/>
          <ac:spMkLst>
            <pc:docMk/>
            <pc:sldMk cId="1883126099" sldId="334"/>
            <ac:spMk id="101" creationId="{AD995530-03BD-003C-15D0-F0BF0BBD7F8E}"/>
          </ac:spMkLst>
        </pc:spChg>
        <pc:spChg chg="mod">
          <ac:chgData name="이건희" userId="0a994238-b102-4555-836f-34b53b2f3c57" providerId="ADAL" clId="{9CE2BAD3-1FCB-4372-8458-8655AF381FFF}" dt="2023-08-25T00:44:57.758" v="546"/>
          <ac:spMkLst>
            <pc:docMk/>
            <pc:sldMk cId="1883126099" sldId="334"/>
            <ac:spMk id="103" creationId="{2CA51FB5-2E93-02E9-AF89-DDF27D516018}"/>
          </ac:spMkLst>
        </pc:spChg>
      </pc:sldChg>
      <pc:sldChg chg="modSp mod">
        <pc:chgData name="이건희" userId="0a994238-b102-4555-836f-34b53b2f3c57" providerId="ADAL" clId="{9CE2BAD3-1FCB-4372-8458-8655AF381FFF}" dt="2023-08-25T00:47:43.850" v="551" actId="108"/>
        <pc:sldMkLst>
          <pc:docMk/>
          <pc:sldMk cId="4172918257" sldId="335"/>
        </pc:sldMkLst>
        <pc:spChg chg="mod">
          <ac:chgData name="이건희" userId="0a994238-b102-4555-836f-34b53b2f3c57" providerId="ADAL" clId="{9CE2BAD3-1FCB-4372-8458-8655AF381FFF}" dt="2023-08-25T00:47:43.850" v="551" actId="108"/>
          <ac:spMkLst>
            <pc:docMk/>
            <pc:sldMk cId="4172918257" sldId="335"/>
            <ac:spMk id="5" creationId="{B7743E73-E4BE-9E7A-00A2-0E06381E0F8A}"/>
          </ac:spMkLst>
        </pc:spChg>
        <pc:spChg chg="mod">
          <ac:chgData name="이건희" userId="0a994238-b102-4555-836f-34b53b2f3c57" providerId="ADAL" clId="{9CE2BAD3-1FCB-4372-8458-8655AF381FFF}" dt="2023-08-25T00:25:42.935" v="301"/>
          <ac:spMkLst>
            <pc:docMk/>
            <pc:sldMk cId="4172918257" sldId="335"/>
            <ac:spMk id="47" creationId="{32C9B943-D515-F297-7706-FC800F6E0E63}"/>
          </ac:spMkLst>
        </pc:spChg>
      </pc:sldChg>
      <pc:sldChg chg="addSp delSp modSp new mod">
        <pc:chgData name="이건희" userId="0a994238-b102-4555-836f-34b53b2f3c57" providerId="ADAL" clId="{9CE2BAD3-1FCB-4372-8458-8655AF381FFF}" dt="2023-08-25T07:06:29.557" v="1175"/>
        <pc:sldMkLst>
          <pc:docMk/>
          <pc:sldMk cId="656168274" sldId="336"/>
        </pc:sldMkLst>
        <pc:spChg chg="mod">
          <ac:chgData name="이건희" userId="0a994238-b102-4555-836f-34b53b2f3c57" providerId="ADAL" clId="{9CE2BAD3-1FCB-4372-8458-8655AF381FFF}" dt="2023-08-25T07:03:29.307" v="1023" actId="21"/>
          <ac:spMkLst>
            <pc:docMk/>
            <pc:sldMk cId="656168274" sldId="336"/>
            <ac:spMk id="2" creationId="{EF4881C0-87F7-6DD2-2EEC-FBD77E1B4D09}"/>
          </ac:spMkLst>
        </pc:spChg>
        <pc:spChg chg="add del mod">
          <ac:chgData name="이건희" userId="0a994238-b102-4555-836f-34b53b2f3c57" providerId="ADAL" clId="{9CE2BAD3-1FCB-4372-8458-8655AF381FFF}" dt="2023-08-25T07:05:14.864" v="1070" actId="1035"/>
          <ac:spMkLst>
            <pc:docMk/>
            <pc:sldMk cId="656168274" sldId="336"/>
            <ac:spMk id="3" creationId="{E6DB6F75-FC94-92A6-540D-0183BF741446}"/>
          </ac:spMkLst>
        </pc:spChg>
        <pc:spChg chg="add mod">
          <ac:chgData name="이건희" userId="0a994238-b102-4555-836f-34b53b2f3c57" providerId="ADAL" clId="{9CE2BAD3-1FCB-4372-8458-8655AF381FFF}" dt="2023-08-25T07:06:03.663" v="1145"/>
          <ac:spMkLst>
            <pc:docMk/>
            <pc:sldMk cId="656168274" sldId="336"/>
            <ac:spMk id="4" creationId="{F4A9B321-5B76-5907-EC11-97C0A015CD4A}"/>
          </ac:spMkLst>
        </pc:spChg>
        <pc:spChg chg="add mod">
          <ac:chgData name="이건희" userId="0a994238-b102-4555-836f-34b53b2f3c57" providerId="ADAL" clId="{9CE2BAD3-1FCB-4372-8458-8655AF381FFF}" dt="2023-08-25T07:06:29.557" v="1175"/>
          <ac:spMkLst>
            <pc:docMk/>
            <pc:sldMk cId="656168274" sldId="336"/>
            <ac:spMk id="5" creationId="{65EABBB2-8C38-450D-3BEF-EBAAE114B568}"/>
          </ac:spMkLst>
        </pc:spChg>
        <pc:spChg chg="add del mod">
          <ac:chgData name="이건희" userId="0a994238-b102-4555-836f-34b53b2f3c57" providerId="ADAL" clId="{9CE2BAD3-1FCB-4372-8458-8655AF381FFF}" dt="2023-08-25T07:05:08.629" v="1041" actId="478"/>
          <ac:spMkLst>
            <pc:docMk/>
            <pc:sldMk cId="656168274" sldId="336"/>
            <ac:spMk id="7" creationId="{479F2DC1-EA8E-B1CA-F57F-DC1E4608565B}"/>
          </ac:spMkLst>
        </pc:spChg>
        <pc:spChg chg="add del mod">
          <ac:chgData name="이건희" userId="0a994238-b102-4555-836f-34b53b2f3c57" providerId="ADAL" clId="{9CE2BAD3-1FCB-4372-8458-8655AF381FFF}" dt="2023-08-25T07:05:08.195" v="1040"/>
          <ac:spMkLst>
            <pc:docMk/>
            <pc:sldMk cId="656168274" sldId="336"/>
            <ac:spMk id="8" creationId="{C18D8BBD-4271-B041-16BB-802387088521}"/>
          </ac:spMkLst>
        </pc:spChg>
      </pc:sldChg>
      <pc:sldChg chg="add del">
        <pc:chgData name="이건희" userId="0a994238-b102-4555-836f-34b53b2f3c57" providerId="ADAL" clId="{9CE2BAD3-1FCB-4372-8458-8655AF381FFF}" dt="2023-08-25T07:01:50.905" v="990" actId="47"/>
        <pc:sldMkLst>
          <pc:docMk/>
          <pc:sldMk cId="691726046" sldId="336"/>
        </pc:sldMkLst>
      </pc:sldChg>
      <pc:sldChg chg="add del">
        <pc:chgData name="이건희" userId="0a994238-b102-4555-836f-34b53b2f3c57" providerId="ADAL" clId="{9CE2BAD3-1FCB-4372-8458-8655AF381FFF}" dt="2023-08-25T06:58:48.045" v="872"/>
        <pc:sldMkLst>
          <pc:docMk/>
          <pc:sldMk cId="2383372100" sldId="336"/>
        </pc:sldMkLst>
      </pc:sldChg>
      <pc:sldChg chg="add del">
        <pc:chgData name="이건희" userId="0a994238-b102-4555-836f-34b53b2f3c57" providerId="ADAL" clId="{9CE2BAD3-1FCB-4372-8458-8655AF381FFF}" dt="2023-08-25T00:45:15.592" v="547" actId="47"/>
        <pc:sldMkLst>
          <pc:docMk/>
          <pc:sldMk cId="2810046121" sldId="336"/>
        </pc:sldMkLst>
      </pc:sldChg>
      <pc:sldChg chg="add del">
        <pc:chgData name="이건희" userId="0a994238-b102-4555-836f-34b53b2f3c57" providerId="ADAL" clId="{9CE2BAD3-1FCB-4372-8458-8655AF381FFF}" dt="2023-08-25T06:58:29.846" v="870"/>
        <pc:sldMkLst>
          <pc:docMk/>
          <pc:sldMk cId="2875471261" sldId="336"/>
        </pc:sldMkLst>
      </pc:sldChg>
      <pc:sldChg chg="add del">
        <pc:chgData name="이건희" userId="0a994238-b102-4555-836f-34b53b2f3c57" providerId="ADAL" clId="{9CE2BAD3-1FCB-4372-8458-8655AF381FFF}" dt="2023-08-25T06:58:59.376" v="874"/>
        <pc:sldMkLst>
          <pc:docMk/>
          <pc:sldMk cId="3221651467" sldId="336"/>
        </pc:sldMkLst>
      </pc:sldChg>
      <pc:sldMasterChg chg="modSldLayout">
        <pc:chgData name="이건희" userId="0a994238-b102-4555-836f-34b53b2f3c57" providerId="ADAL" clId="{9CE2BAD3-1FCB-4372-8458-8655AF381FFF}" dt="2023-08-25T07:01:07.320" v="989"/>
        <pc:sldMasterMkLst>
          <pc:docMk/>
          <pc:sldMasterMk cId="3231394205" sldId="2147483660"/>
        </pc:sldMasterMkLst>
        <pc:sldLayoutChg chg="delSp modSp mod">
          <pc:chgData name="이건희" userId="0a994238-b102-4555-836f-34b53b2f3c57" providerId="ADAL" clId="{9CE2BAD3-1FCB-4372-8458-8655AF381FFF}" dt="2023-08-25T07:00:03.169" v="984" actId="1035"/>
          <pc:sldLayoutMkLst>
            <pc:docMk/>
            <pc:sldMasterMk cId="3231394205" sldId="2147483660"/>
            <pc:sldLayoutMk cId="2384255156" sldId="2147483661"/>
          </pc:sldLayoutMkLst>
          <pc:spChg chg="del">
            <ac:chgData name="이건희" userId="0a994238-b102-4555-836f-34b53b2f3c57" providerId="ADAL" clId="{9CE2BAD3-1FCB-4372-8458-8655AF381FFF}" dt="2023-08-25T06:59:15.585" v="875" actId="478"/>
            <ac:spMkLst>
              <pc:docMk/>
              <pc:sldMasterMk cId="3231394205" sldId="2147483660"/>
              <pc:sldLayoutMk cId="2384255156" sldId="2147483661"/>
              <ac:spMk id="23" creationId="{C3D7960C-017A-2C67-993D-9F4B6BB8C4AC}"/>
            </ac:spMkLst>
          </pc:spChg>
          <pc:grpChg chg="mod">
            <ac:chgData name="이건희" userId="0a994238-b102-4555-836f-34b53b2f3c57" providerId="ADAL" clId="{9CE2BAD3-1FCB-4372-8458-8655AF381FFF}" dt="2023-08-25T07:00:03.169" v="984" actId="1035"/>
            <ac:grpSpMkLst>
              <pc:docMk/>
              <pc:sldMasterMk cId="3231394205" sldId="2147483660"/>
              <pc:sldLayoutMk cId="2384255156" sldId="2147483661"/>
              <ac:grpSpMk id="10" creationId="{68521722-0646-14A5-F154-5F49D081AB74}"/>
            </ac:grpSpMkLst>
          </pc:grpChg>
          <pc:picChg chg="mod">
            <ac:chgData name="이건희" userId="0a994238-b102-4555-836f-34b53b2f3c57" providerId="ADAL" clId="{9CE2BAD3-1FCB-4372-8458-8655AF381FFF}" dt="2023-08-25T07:00:03.169" v="984" actId="1035"/>
            <ac:picMkLst>
              <pc:docMk/>
              <pc:sldMasterMk cId="3231394205" sldId="2147483660"/>
              <pc:sldLayoutMk cId="2384255156" sldId="2147483661"/>
              <ac:picMk id="14" creationId="{350A17ED-418C-BE1B-52B8-855E4295334D}"/>
            </ac:picMkLst>
          </pc:picChg>
          <pc:picChg chg="mod">
            <ac:chgData name="이건희" userId="0a994238-b102-4555-836f-34b53b2f3c57" providerId="ADAL" clId="{9CE2BAD3-1FCB-4372-8458-8655AF381FFF}" dt="2023-08-25T07:00:03.169" v="984" actId="1035"/>
            <ac:picMkLst>
              <pc:docMk/>
              <pc:sldMasterMk cId="3231394205" sldId="2147483660"/>
              <pc:sldLayoutMk cId="2384255156" sldId="2147483661"/>
              <ac:picMk id="15" creationId="{DA9869ED-E48D-E4FA-9DF3-FE699500F041}"/>
            </ac:picMkLst>
          </pc:picChg>
          <pc:picChg chg="mod">
            <ac:chgData name="이건희" userId="0a994238-b102-4555-836f-34b53b2f3c57" providerId="ADAL" clId="{9CE2BAD3-1FCB-4372-8458-8655AF381FFF}" dt="2023-08-25T07:00:03.169" v="984" actId="1035"/>
            <ac:picMkLst>
              <pc:docMk/>
              <pc:sldMasterMk cId="3231394205" sldId="2147483660"/>
              <pc:sldLayoutMk cId="2384255156" sldId="2147483661"/>
              <ac:picMk id="16" creationId="{C35E02B0-99AB-9611-B17E-82474B0B5456}"/>
            </ac:picMkLst>
          </pc:picChg>
          <pc:picChg chg="mod">
            <ac:chgData name="이건희" userId="0a994238-b102-4555-836f-34b53b2f3c57" providerId="ADAL" clId="{9CE2BAD3-1FCB-4372-8458-8655AF381FFF}" dt="2023-08-25T07:00:03.169" v="984" actId="1035"/>
            <ac:picMkLst>
              <pc:docMk/>
              <pc:sldMasterMk cId="3231394205" sldId="2147483660"/>
              <pc:sldLayoutMk cId="2384255156" sldId="2147483661"/>
              <ac:picMk id="17" creationId="{06AABED8-698F-5CCA-F662-56A836414AAB}"/>
            </ac:picMkLst>
          </pc:picChg>
          <pc:picChg chg="mod">
            <ac:chgData name="이건희" userId="0a994238-b102-4555-836f-34b53b2f3c57" providerId="ADAL" clId="{9CE2BAD3-1FCB-4372-8458-8655AF381FFF}" dt="2023-08-25T07:00:03.169" v="984" actId="1035"/>
            <ac:picMkLst>
              <pc:docMk/>
              <pc:sldMasterMk cId="3231394205" sldId="2147483660"/>
              <pc:sldLayoutMk cId="2384255156" sldId="2147483661"/>
              <ac:picMk id="18" creationId="{9C34A707-25F5-59D0-9284-6EF9A82D5601}"/>
            </ac:picMkLst>
          </pc:picChg>
        </pc:sldLayoutChg>
        <pc:sldLayoutChg chg="addSp delSp modSp">
          <pc:chgData name="이건희" userId="0a994238-b102-4555-836f-34b53b2f3c57" providerId="ADAL" clId="{9CE2BAD3-1FCB-4372-8458-8655AF381FFF}" dt="2023-08-25T07:01:07.320" v="989"/>
          <pc:sldLayoutMkLst>
            <pc:docMk/>
            <pc:sldMasterMk cId="3231394205" sldId="2147483660"/>
            <pc:sldLayoutMk cId="1924908314" sldId="2147483684"/>
          </pc:sldLayoutMkLst>
          <pc:grpChg chg="add del mod">
            <ac:chgData name="이건희" userId="0a994238-b102-4555-836f-34b53b2f3c57" providerId="ADAL" clId="{9CE2BAD3-1FCB-4372-8458-8655AF381FFF}" dt="2023-08-25T07:01:07.320" v="989"/>
            <ac:grpSpMkLst>
              <pc:docMk/>
              <pc:sldMasterMk cId="3231394205" sldId="2147483660"/>
              <pc:sldLayoutMk cId="1924908314" sldId="2147483684"/>
              <ac:grpSpMk id="7" creationId="{93B9457E-6414-1385-22DF-92EE926121B1}"/>
            </ac:grpSpMkLst>
          </pc:grpChg>
          <pc:picChg chg="mod">
            <ac:chgData name="이건희" userId="0a994238-b102-4555-836f-34b53b2f3c57" providerId="ADAL" clId="{9CE2BAD3-1FCB-4372-8458-8655AF381FFF}" dt="2023-08-25T07:00:43.893" v="986"/>
            <ac:picMkLst>
              <pc:docMk/>
              <pc:sldMasterMk cId="3231394205" sldId="2147483660"/>
              <pc:sldLayoutMk cId="1924908314" sldId="2147483684"/>
              <ac:picMk id="8" creationId="{C9A9486E-1BE9-1B96-1455-4FC920141E79}"/>
            </ac:picMkLst>
          </pc:picChg>
          <pc:picChg chg="mod">
            <ac:chgData name="이건희" userId="0a994238-b102-4555-836f-34b53b2f3c57" providerId="ADAL" clId="{9CE2BAD3-1FCB-4372-8458-8655AF381FFF}" dt="2023-08-25T07:00:43.893" v="986"/>
            <ac:picMkLst>
              <pc:docMk/>
              <pc:sldMasterMk cId="3231394205" sldId="2147483660"/>
              <pc:sldLayoutMk cId="1924908314" sldId="2147483684"/>
              <ac:picMk id="9" creationId="{C127AF22-7E2E-375E-19E3-6FC6198CFC94}"/>
            </ac:picMkLst>
          </pc:picChg>
          <pc:picChg chg="mod">
            <ac:chgData name="이건희" userId="0a994238-b102-4555-836f-34b53b2f3c57" providerId="ADAL" clId="{9CE2BAD3-1FCB-4372-8458-8655AF381FFF}" dt="2023-08-25T07:00:43.893" v="986"/>
            <ac:picMkLst>
              <pc:docMk/>
              <pc:sldMasterMk cId="3231394205" sldId="2147483660"/>
              <pc:sldLayoutMk cId="1924908314" sldId="2147483684"/>
              <ac:picMk id="12" creationId="{575BE6F8-D0A1-3844-4238-552799282768}"/>
            </ac:picMkLst>
          </pc:picChg>
          <pc:picChg chg="mod">
            <ac:chgData name="이건희" userId="0a994238-b102-4555-836f-34b53b2f3c57" providerId="ADAL" clId="{9CE2BAD3-1FCB-4372-8458-8655AF381FFF}" dt="2023-08-25T07:00:43.893" v="986"/>
            <ac:picMkLst>
              <pc:docMk/>
              <pc:sldMasterMk cId="3231394205" sldId="2147483660"/>
              <pc:sldLayoutMk cId="1924908314" sldId="2147483684"/>
              <ac:picMk id="14" creationId="{C845AEC4-0111-D028-E9BB-333DCAD5330E}"/>
            </ac:picMkLst>
          </pc:picChg>
          <pc:picChg chg="mod">
            <ac:chgData name="이건희" userId="0a994238-b102-4555-836f-34b53b2f3c57" providerId="ADAL" clId="{9CE2BAD3-1FCB-4372-8458-8655AF381FFF}" dt="2023-08-25T07:00:43.893" v="986"/>
            <ac:picMkLst>
              <pc:docMk/>
              <pc:sldMasterMk cId="3231394205" sldId="2147483660"/>
              <pc:sldLayoutMk cId="1924908314" sldId="2147483684"/>
              <ac:picMk id="17" creationId="{C0F99BD8-B66B-9ECF-4CF7-6A8EB2BF91F1}"/>
            </ac:picMkLst>
          </pc:picChg>
        </pc:sldLayoutChg>
      </pc:sldMasterChg>
    </pc:docChg>
  </pc:docChgLst>
  <pc:docChgLst>
    <pc:chgData name="이건희/22138005" userId="aabe95a3-5fc9-405c-b337-538f705fda9d" providerId="ADAL" clId="{F3987A5E-27A5-487C-83B5-4CF686EE527C}"/>
    <pc:docChg chg="undo custSel modSld modMainMaster">
      <pc:chgData name="이건희/22138005" userId="aabe95a3-5fc9-405c-b337-538f705fda9d" providerId="ADAL" clId="{F3987A5E-27A5-487C-83B5-4CF686EE527C}" dt="2023-08-25T02:32:03.649" v="38" actId="20577"/>
      <pc:docMkLst>
        <pc:docMk/>
      </pc:docMkLst>
      <pc:sldChg chg="modSp mod">
        <pc:chgData name="이건희/22138005" userId="aabe95a3-5fc9-405c-b337-538f705fda9d" providerId="ADAL" clId="{F3987A5E-27A5-487C-83B5-4CF686EE527C}" dt="2023-08-25T02:11:31.303" v="6" actId="207"/>
        <pc:sldMkLst>
          <pc:docMk/>
          <pc:sldMk cId="531455970" sldId="258"/>
        </pc:sldMkLst>
        <pc:spChg chg="mod">
          <ac:chgData name="이건희/22138005" userId="aabe95a3-5fc9-405c-b337-538f705fda9d" providerId="ADAL" clId="{F3987A5E-27A5-487C-83B5-4CF686EE527C}" dt="2023-08-25T02:11:31.303" v="6" actId="207"/>
          <ac:spMkLst>
            <pc:docMk/>
            <pc:sldMk cId="531455970" sldId="258"/>
            <ac:spMk id="4" creationId="{26C915AB-B943-6DAD-FC98-04CBC3F4EC99}"/>
          </ac:spMkLst>
        </pc:spChg>
        <pc:spChg chg="mod">
          <ac:chgData name="이건희/22138005" userId="aabe95a3-5fc9-405c-b337-538f705fda9d" providerId="ADAL" clId="{F3987A5E-27A5-487C-83B5-4CF686EE527C}" dt="2023-08-25T02:11:13.367" v="4" actId="207"/>
          <ac:spMkLst>
            <pc:docMk/>
            <pc:sldMk cId="531455970" sldId="258"/>
            <ac:spMk id="6" creationId="{054C4CB6-DF2E-4B5B-277F-73627C5BBAB4}"/>
          </ac:spMkLst>
        </pc:spChg>
        <pc:spChg chg="mod">
          <ac:chgData name="이건희/22138005" userId="aabe95a3-5fc9-405c-b337-538f705fda9d" providerId="ADAL" clId="{F3987A5E-27A5-487C-83B5-4CF686EE527C}" dt="2023-08-25T02:11:31.303" v="6" actId="207"/>
          <ac:spMkLst>
            <pc:docMk/>
            <pc:sldMk cId="531455970" sldId="258"/>
            <ac:spMk id="7" creationId="{AE21B74A-BA73-0F74-66E1-041EDE2365AA}"/>
          </ac:spMkLst>
        </pc:spChg>
        <pc:spChg chg="mod">
          <ac:chgData name="이건희/22138005" userId="aabe95a3-5fc9-405c-b337-538f705fda9d" providerId="ADAL" clId="{F3987A5E-27A5-487C-83B5-4CF686EE527C}" dt="2023-08-25T02:11:13.955" v="5" actId="207"/>
          <ac:spMkLst>
            <pc:docMk/>
            <pc:sldMk cId="531455970" sldId="258"/>
            <ac:spMk id="8" creationId="{E84E99C1-591A-02EE-4B4B-2C3727009D2A}"/>
          </ac:spMkLst>
        </pc:spChg>
        <pc:spChg chg="mod">
          <ac:chgData name="이건희/22138005" userId="aabe95a3-5fc9-405c-b337-538f705fda9d" providerId="ADAL" clId="{F3987A5E-27A5-487C-83B5-4CF686EE527C}" dt="2023-08-25T02:11:31.303" v="6" actId="207"/>
          <ac:spMkLst>
            <pc:docMk/>
            <pc:sldMk cId="531455970" sldId="258"/>
            <ac:spMk id="11" creationId="{AADD7768-F383-59E5-C508-21820F25AC65}"/>
          </ac:spMkLst>
        </pc:spChg>
      </pc:sldChg>
      <pc:sldChg chg="modSp mod">
        <pc:chgData name="이건희/22138005" userId="aabe95a3-5fc9-405c-b337-538f705fda9d" providerId="ADAL" clId="{F3987A5E-27A5-487C-83B5-4CF686EE527C}" dt="2023-08-25T02:32:03.649" v="38" actId="20577"/>
        <pc:sldMkLst>
          <pc:docMk/>
          <pc:sldMk cId="689764768" sldId="326"/>
        </pc:sldMkLst>
        <pc:spChg chg="mod">
          <ac:chgData name="이건희/22138005" userId="aabe95a3-5fc9-405c-b337-538f705fda9d" providerId="ADAL" clId="{F3987A5E-27A5-487C-83B5-4CF686EE527C}" dt="2023-08-25T02:32:03.649" v="38" actId="20577"/>
          <ac:spMkLst>
            <pc:docMk/>
            <pc:sldMk cId="689764768" sldId="326"/>
            <ac:spMk id="171" creationId="{3D49A621-69E8-ED78-5260-A69E4F2A6376}"/>
          </ac:spMkLst>
        </pc:spChg>
      </pc:sldChg>
      <pc:sldMasterChg chg="modSldLayout">
        <pc:chgData name="이건희/22138005" userId="aabe95a3-5fc9-405c-b337-538f705fda9d" providerId="ADAL" clId="{F3987A5E-27A5-487C-83B5-4CF686EE527C}" dt="2023-08-25T02:13:55.520" v="25" actId="1036"/>
        <pc:sldMasterMkLst>
          <pc:docMk/>
          <pc:sldMasterMk cId="3231394205" sldId="2147483660"/>
        </pc:sldMasterMkLst>
        <pc:sldLayoutChg chg="modSp">
          <pc:chgData name="이건희/22138005" userId="aabe95a3-5fc9-405c-b337-538f705fda9d" providerId="ADAL" clId="{F3987A5E-27A5-487C-83B5-4CF686EE527C}" dt="2023-08-25T02:13:55.520" v="25" actId="1036"/>
          <pc:sldLayoutMkLst>
            <pc:docMk/>
            <pc:sldMasterMk cId="3231394205" sldId="2147483660"/>
            <pc:sldLayoutMk cId="2299847306" sldId="2147483662"/>
          </pc:sldLayoutMkLst>
          <pc:grpChg chg="mod">
            <ac:chgData name="이건희/22138005" userId="aabe95a3-5fc9-405c-b337-538f705fda9d" providerId="ADAL" clId="{F3987A5E-27A5-487C-83B5-4CF686EE527C}" dt="2023-08-25T02:13:55.520" v="25" actId="1036"/>
            <ac:grpSpMkLst>
              <pc:docMk/>
              <pc:sldMasterMk cId="3231394205" sldId="2147483660"/>
              <pc:sldLayoutMk cId="2299847306" sldId="2147483662"/>
              <ac:grpSpMk id="32" creationId="{AC96DB72-3646-9D6E-31C7-526673A37473}"/>
            </ac:grpSpMkLst>
          </pc:grpChg>
          <pc:picChg chg="mod">
            <ac:chgData name="이건희/22138005" userId="aabe95a3-5fc9-405c-b337-538f705fda9d" providerId="ADAL" clId="{F3987A5E-27A5-487C-83B5-4CF686EE527C}" dt="2023-08-25T02:13:55.520" v="25" actId="1036"/>
            <ac:picMkLst>
              <pc:docMk/>
              <pc:sldMasterMk cId="3231394205" sldId="2147483660"/>
              <pc:sldLayoutMk cId="2299847306" sldId="2147483662"/>
              <ac:picMk id="33" creationId="{65DF18F1-D89B-C85C-8566-C93554578320}"/>
            </ac:picMkLst>
          </pc:picChg>
          <pc:picChg chg="mod">
            <ac:chgData name="이건희/22138005" userId="aabe95a3-5fc9-405c-b337-538f705fda9d" providerId="ADAL" clId="{F3987A5E-27A5-487C-83B5-4CF686EE527C}" dt="2023-08-25T02:13:55.520" v="25" actId="1036"/>
            <ac:picMkLst>
              <pc:docMk/>
              <pc:sldMasterMk cId="3231394205" sldId="2147483660"/>
              <pc:sldLayoutMk cId="2299847306" sldId="2147483662"/>
              <ac:picMk id="34" creationId="{1CE204D3-F017-6592-D3F8-9FD4CD82AE3F}"/>
            </ac:picMkLst>
          </pc:picChg>
          <pc:picChg chg="mod">
            <ac:chgData name="이건희/22138005" userId="aabe95a3-5fc9-405c-b337-538f705fda9d" providerId="ADAL" clId="{F3987A5E-27A5-487C-83B5-4CF686EE527C}" dt="2023-08-25T02:13:55.520" v="25" actId="1036"/>
            <ac:picMkLst>
              <pc:docMk/>
              <pc:sldMasterMk cId="3231394205" sldId="2147483660"/>
              <pc:sldLayoutMk cId="2299847306" sldId="2147483662"/>
              <ac:picMk id="35" creationId="{AE7C7F08-5581-E20A-982A-1D75F9BABF37}"/>
            </ac:picMkLst>
          </pc:picChg>
          <pc:picChg chg="mod">
            <ac:chgData name="이건희/22138005" userId="aabe95a3-5fc9-405c-b337-538f705fda9d" providerId="ADAL" clId="{F3987A5E-27A5-487C-83B5-4CF686EE527C}" dt="2023-08-25T02:13:55.520" v="25" actId="1036"/>
            <ac:picMkLst>
              <pc:docMk/>
              <pc:sldMasterMk cId="3231394205" sldId="2147483660"/>
              <pc:sldLayoutMk cId="2299847306" sldId="2147483662"/>
              <ac:picMk id="36" creationId="{AD29F395-0B01-A097-B92F-F6A4440B668B}"/>
            </ac:picMkLst>
          </pc:picChg>
          <pc:picChg chg="mod">
            <ac:chgData name="이건희/22138005" userId="aabe95a3-5fc9-405c-b337-538f705fda9d" providerId="ADAL" clId="{F3987A5E-27A5-487C-83B5-4CF686EE527C}" dt="2023-08-25T02:13:55.520" v="25" actId="1036"/>
            <ac:picMkLst>
              <pc:docMk/>
              <pc:sldMasterMk cId="3231394205" sldId="2147483660"/>
              <pc:sldLayoutMk cId="2299847306" sldId="2147483662"/>
              <ac:picMk id="37" creationId="{1AF1D319-6FBB-FA4D-13B5-68479AC5FB8C}"/>
            </ac:picMkLst>
          </pc:picChg>
        </pc:sldLayoutChg>
      </pc:sldMasterChg>
    </pc:docChg>
  </pc:docChgLst>
  <pc:docChgLst>
    <pc:chgData name="이건희" userId="0a994238-b102-4555-836f-34b53b2f3c57" providerId="ADAL" clId="{773C3BFB-0E37-4149-8F89-3D2AC528EC70}"/>
    <pc:docChg chg="undo custSel addSld delSld modSld">
      <pc:chgData name="이건희" userId="0a994238-b102-4555-836f-34b53b2f3c57" providerId="ADAL" clId="{773C3BFB-0E37-4149-8F89-3D2AC528EC70}" dt="2023-10-20T00:27:05.622" v="34" actId="164"/>
      <pc:docMkLst>
        <pc:docMk/>
      </pc:docMkLst>
      <pc:sldChg chg="addSp delSp mod">
        <pc:chgData name="이건희" userId="0a994238-b102-4555-836f-34b53b2f3c57" providerId="ADAL" clId="{773C3BFB-0E37-4149-8F89-3D2AC528EC70}" dt="2023-09-19T10:36:43.888" v="14" actId="21"/>
        <pc:sldMkLst>
          <pc:docMk/>
          <pc:sldMk cId="1164726469" sldId="272"/>
        </pc:sldMkLst>
        <pc:picChg chg="add del">
          <ac:chgData name="이건희" userId="0a994238-b102-4555-836f-34b53b2f3c57" providerId="ADAL" clId="{773C3BFB-0E37-4149-8F89-3D2AC528EC70}" dt="2023-09-19T10:36:43.888" v="14" actId="21"/>
          <ac:picMkLst>
            <pc:docMk/>
            <pc:sldMk cId="1164726469" sldId="272"/>
            <ac:picMk id="2" creationId="{4B8E1F56-B294-CA9A-7F53-F61C54BDC1F0}"/>
          </ac:picMkLst>
        </pc:picChg>
      </pc:sldChg>
      <pc:sldChg chg="modSp mod">
        <pc:chgData name="이건희" userId="0a994238-b102-4555-836f-34b53b2f3c57" providerId="ADAL" clId="{773C3BFB-0E37-4149-8F89-3D2AC528EC70}" dt="2023-10-03T09:06:30.067" v="22" actId="1036"/>
        <pc:sldMkLst>
          <pc:docMk/>
          <pc:sldMk cId="2735098485" sldId="324"/>
        </pc:sldMkLst>
        <pc:grpChg chg="mod">
          <ac:chgData name="이건희" userId="0a994238-b102-4555-836f-34b53b2f3c57" providerId="ADAL" clId="{773C3BFB-0E37-4149-8F89-3D2AC528EC70}" dt="2023-10-03T09:06:30.067" v="22" actId="1036"/>
          <ac:grpSpMkLst>
            <pc:docMk/>
            <pc:sldMk cId="2735098485" sldId="324"/>
            <ac:grpSpMk id="16" creationId="{58E3E84B-B271-6076-9336-C1BB7476C5DF}"/>
          </ac:grpSpMkLst>
        </pc:grpChg>
        <pc:grpChg chg="mod">
          <ac:chgData name="이건희" userId="0a994238-b102-4555-836f-34b53b2f3c57" providerId="ADAL" clId="{773C3BFB-0E37-4149-8F89-3D2AC528EC70}" dt="2023-10-03T09:06:30.067" v="22" actId="1036"/>
          <ac:grpSpMkLst>
            <pc:docMk/>
            <pc:sldMk cId="2735098485" sldId="324"/>
            <ac:grpSpMk id="20" creationId="{B1F0C76F-E630-3666-7491-FE4D50E4D600}"/>
          </ac:grpSpMkLst>
        </pc:grpChg>
      </pc:sldChg>
      <pc:sldChg chg="addSp delSp modSp mod">
        <pc:chgData name="이건희" userId="0a994238-b102-4555-836f-34b53b2f3c57" providerId="ADAL" clId="{773C3BFB-0E37-4149-8F89-3D2AC528EC70}" dt="2023-10-03T10:24:22.015" v="33" actId="1076"/>
        <pc:sldMkLst>
          <pc:docMk/>
          <pc:sldMk cId="2440790817" sldId="329"/>
        </pc:sldMkLst>
        <pc:grpChg chg="mod">
          <ac:chgData name="이건희" userId="0a994238-b102-4555-836f-34b53b2f3c57" providerId="ADAL" clId="{773C3BFB-0E37-4149-8F89-3D2AC528EC70}" dt="2023-10-03T10:24:19.302" v="31" actId="1076"/>
          <ac:grpSpMkLst>
            <pc:docMk/>
            <pc:sldMk cId="2440790817" sldId="329"/>
            <ac:grpSpMk id="24" creationId="{A312C063-A702-50F6-DAEF-033BB8459167}"/>
          </ac:grpSpMkLst>
        </pc:grpChg>
        <pc:grpChg chg="mod">
          <ac:chgData name="이건희" userId="0a994238-b102-4555-836f-34b53b2f3c57" providerId="ADAL" clId="{773C3BFB-0E37-4149-8F89-3D2AC528EC70}" dt="2023-10-03T10:24:22.015" v="33" actId="1076"/>
          <ac:grpSpMkLst>
            <pc:docMk/>
            <pc:sldMk cId="2440790817" sldId="329"/>
            <ac:grpSpMk id="27" creationId="{4384895C-2EE2-ED98-BAD2-D65148DEC543}"/>
          </ac:grpSpMkLst>
        </pc:grpChg>
        <pc:picChg chg="mod">
          <ac:chgData name="이건희" userId="0a994238-b102-4555-836f-34b53b2f3c57" providerId="ADAL" clId="{773C3BFB-0E37-4149-8F89-3D2AC528EC70}" dt="2023-10-03T07:36:39.653" v="21" actId="1076"/>
          <ac:picMkLst>
            <pc:docMk/>
            <pc:sldMk cId="2440790817" sldId="329"/>
            <ac:picMk id="3" creationId="{3A8D44F6-9A1D-CE39-936A-BA33159238E5}"/>
          </ac:picMkLst>
        </pc:picChg>
        <pc:picChg chg="add del">
          <ac:chgData name="이건희" userId="0a994238-b102-4555-836f-34b53b2f3c57" providerId="ADAL" clId="{773C3BFB-0E37-4149-8F89-3D2AC528EC70}" dt="2023-09-19T10:35:53.312" v="12" actId="21"/>
          <ac:picMkLst>
            <pc:docMk/>
            <pc:sldMk cId="2440790817" sldId="329"/>
            <ac:picMk id="6" creationId="{AE040114-D48A-E698-C953-334BFA2C0D18}"/>
          </ac:picMkLst>
        </pc:picChg>
        <pc:picChg chg="mod">
          <ac:chgData name="이건희" userId="0a994238-b102-4555-836f-34b53b2f3c57" providerId="ADAL" clId="{773C3BFB-0E37-4149-8F89-3D2AC528EC70}" dt="2023-10-03T10:24:19.302" v="31" actId="1076"/>
          <ac:picMkLst>
            <pc:docMk/>
            <pc:sldMk cId="2440790817" sldId="329"/>
            <ac:picMk id="25" creationId="{DD2B2C9E-78ED-B793-2F67-C51845EAEABB}"/>
          </ac:picMkLst>
        </pc:picChg>
        <pc:picChg chg="mod">
          <ac:chgData name="이건희" userId="0a994238-b102-4555-836f-34b53b2f3c57" providerId="ADAL" clId="{773C3BFB-0E37-4149-8F89-3D2AC528EC70}" dt="2023-10-03T10:24:19.302" v="31" actId="1076"/>
          <ac:picMkLst>
            <pc:docMk/>
            <pc:sldMk cId="2440790817" sldId="329"/>
            <ac:picMk id="26" creationId="{F25521F0-1A1B-F413-CDB1-945458DB0179}"/>
          </ac:picMkLst>
        </pc:picChg>
        <pc:picChg chg="mod">
          <ac:chgData name="이건희" userId="0a994238-b102-4555-836f-34b53b2f3c57" providerId="ADAL" clId="{773C3BFB-0E37-4149-8F89-3D2AC528EC70}" dt="2023-10-03T10:24:22.015" v="33" actId="1076"/>
          <ac:picMkLst>
            <pc:docMk/>
            <pc:sldMk cId="2440790817" sldId="329"/>
            <ac:picMk id="28" creationId="{03CA6AED-A3DB-A134-739B-BF73BB77BFDC}"/>
          </ac:picMkLst>
        </pc:picChg>
        <pc:picChg chg="mod">
          <ac:chgData name="이건희" userId="0a994238-b102-4555-836f-34b53b2f3c57" providerId="ADAL" clId="{773C3BFB-0E37-4149-8F89-3D2AC528EC70}" dt="2023-10-03T10:24:22.015" v="33" actId="1076"/>
          <ac:picMkLst>
            <pc:docMk/>
            <pc:sldMk cId="2440790817" sldId="329"/>
            <ac:picMk id="29" creationId="{72736269-C053-B584-F2B6-863F3F66C073}"/>
          </ac:picMkLst>
        </pc:picChg>
      </pc:sldChg>
      <pc:sldChg chg="addSp delSp modSp mod">
        <pc:chgData name="이건희" userId="0a994238-b102-4555-836f-34b53b2f3c57" providerId="ADAL" clId="{773C3BFB-0E37-4149-8F89-3D2AC528EC70}" dt="2023-09-19T10:38:48.185" v="20" actId="21"/>
        <pc:sldMkLst>
          <pc:docMk/>
          <pc:sldMk cId="3944317029" sldId="331"/>
        </pc:sldMkLst>
        <pc:spChg chg="add del mod">
          <ac:chgData name="이건희" userId="0a994238-b102-4555-836f-34b53b2f3c57" providerId="ADAL" clId="{773C3BFB-0E37-4149-8F89-3D2AC528EC70}" dt="2023-09-19T10:38:43.032" v="18" actId="21"/>
          <ac:spMkLst>
            <pc:docMk/>
            <pc:sldMk cId="3944317029" sldId="331"/>
            <ac:spMk id="13" creationId="{57A4868A-3E56-B40D-BC8F-61BF95514D0E}"/>
          </ac:spMkLst>
        </pc:spChg>
        <pc:spChg chg="add del mod">
          <ac:chgData name="이건희" userId="0a994238-b102-4555-836f-34b53b2f3c57" providerId="ADAL" clId="{773C3BFB-0E37-4149-8F89-3D2AC528EC70}" dt="2023-09-19T10:38:43.032" v="18" actId="21"/>
          <ac:spMkLst>
            <pc:docMk/>
            <pc:sldMk cId="3944317029" sldId="331"/>
            <ac:spMk id="16" creationId="{726475BC-D13C-A1F5-7412-99C56BD61B76}"/>
          </ac:spMkLst>
        </pc:spChg>
        <pc:spChg chg="add del mod">
          <ac:chgData name="이건희" userId="0a994238-b102-4555-836f-34b53b2f3c57" providerId="ADAL" clId="{773C3BFB-0E37-4149-8F89-3D2AC528EC70}" dt="2023-09-19T10:38:43.032" v="18" actId="21"/>
          <ac:spMkLst>
            <pc:docMk/>
            <pc:sldMk cId="3944317029" sldId="331"/>
            <ac:spMk id="17" creationId="{280A0819-08AA-4298-42C2-027ADDC3E98E}"/>
          </ac:spMkLst>
        </pc:spChg>
        <pc:spChg chg="add del mod">
          <ac:chgData name="이건희" userId="0a994238-b102-4555-836f-34b53b2f3c57" providerId="ADAL" clId="{773C3BFB-0E37-4149-8F89-3D2AC528EC70}" dt="2023-09-19T10:38:43.032" v="18" actId="21"/>
          <ac:spMkLst>
            <pc:docMk/>
            <pc:sldMk cId="3944317029" sldId="331"/>
            <ac:spMk id="18" creationId="{19FE20A3-6E58-BD46-AB63-AB974156B1CC}"/>
          </ac:spMkLst>
        </pc:spChg>
        <pc:spChg chg="add del mod">
          <ac:chgData name="이건희" userId="0a994238-b102-4555-836f-34b53b2f3c57" providerId="ADAL" clId="{773C3BFB-0E37-4149-8F89-3D2AC528EC70}" dt="2023-09-19T10:38:43.032" v="18" actId="21"/>
          <ac:spMkLst>
            <pc:docMk/>
            <pc:sldMk cId="3944317029" sldId="331"/>
            <ac:spMk id="19" creationId="{A9C383A7-8154-A69D-29D5-9BE33B798A81}"/>
          </ac:spMkLst>
        </pc:spChg>
        <pc:spChg chg="add del mod">
          <ac:chgData name="이건희" userId="0a994238-b102-4555-836f-34b53b2f3c57" providerId="ADAL" clId="{773C3BFB-0E37-4149-8F89-3D2AC528EC70}" dt="2023-09-19T10:38:43.032" v="18" actId="21"/>
          <ac:spMkLst>
            <pc:docMk/>
            <pc:sldMk cId="3944317029" sldId="331"/>
            <ac:spMk id="31" creationId="{D38DCFD3-33B5-1FFD-9816-A619D84B4064}"/>
          </ac:spMkLst>
        </pc:spChg>
        <pc:spChg chg="mod">
          <ac:chgData name="이건희" userId="0a994238-b102-4555-836f-34b53b2f3c57" providerId="ADAL" clId="{773C3BFB-0E37-4149-8F89-3D2AC528EC70}" dt="2023-09-19T10:38:33.482" v="15"/>
          <ac:spMkLst>
            <pc:docMk/>
            <pc:sldMk cId="3944317029" sldId="331"/>
            <ac:spMk id="33" creationId="{4637ED87-6F1A-7C52-F4B4-8933E49D3E24}"/>
          </ac:spMkLst>
        </pc:spChg>
        <pc:spChg chg="mod">
          <ac:chgData name="이건희" userId="0a994238-b102-4555-836f-34b53b2f3c57" providerId="ADAL" clId="{773C3BFB-0E37-4149-8F89-3D2AC528EC70}" dt="2023-09-19T10:38:33.482" v="15"/>
          <ac:spMkLst>
            <pc:docMk/>
            <pc:sldMk cId="3944317029" sldId="331"/>
            <ac:spMk id="34" creationId="{C26DA56E-7310-1875-CE33-C7E0B1A7B321}"/>
          </ac:spMkLst>
        </pc:spChg>
        <pc:spChg chg="mod">
          <ac:chgData name="이건희" userId="0a994238-b102-4555-836f-34b53b2f3c57" providerId="ADAL" clId="{773C3BFB-0E37-4149-8F89-3D2AC528EC70}" dt="2023-09-19T10:38:33.482" v="15"/>
          <ac:spMkLst>
            <pc:docMk/>
            <pc:sldMk cId="3944317029" sldId="331"/>
            <ac:spMk id="36" creationId="{93391305-53A7-0DC2-78F3-44B0B14C4981}"/>
          </ac:spMkLst>
        </pc:spChg>
        <pc:spChg chg="mod">
          <ac:chgData name="이건희" userId="0a994238-b102-4555-836f-34b53b2f3c57" providerId="ADAL" clId="{773C3BFB-0E37-4149-8F89-3D2AC528EC70}" dt="2023-09-19T10:38:33.482" v="15"/>
          <ac:spMkLst>
            <pc:docMk/>
            <pc:sldMk cId="3944317029" sldId="331"/>
            <ac:spMk id="37" creationId="{D0E5040C-87DD-9B03-C534-98CF539BB69E}"/>
          </ac:spMkLst>
        </pc:spChg>
        <pc:spChg chg="add del mod">
          <ac:chgData name="이건희" userId="0a994238-b102-4555-836f-34b53b2f3c57" providerId="ADAL" clId="{773C3BFB-0E37-4149-8F89-3D2AC528EC70}" dt="2023-09-19T10:38:43.032" v="18" actId="21"/>
          <ac:spMkLst>
            <pc:docMk/>
            <pc:sldMk cId="3944317029" sldId="331"/>
            <ac:spMk id="39" creationId="{6F6F186C-817D-D3BC-A134-114702BBA2A0}"/>
          </ac:spMkLst>
        </pc:spChg>
        <pc:spChg chg="add del mod">
          <ac:chgData name="이건희" userId="0a994238-b102-4555-836f-34b53b2f3c57" providerId="ADAL" clId="{773C3BFB-0E37-4149-8F89-3D2AC528EC70}" dt="2023-09-19T10:38:43.032" v="18" actId="21"/>
          <ac:spMkLst>
            <pc:docMk/>
            <pc:sldMk cId="3944317029" sldId="331"/>
            <ac:spMk id="40" creationId="{2FADAC7B-236F-9AC5-3006-E9CCF61A7CDA}"/>
          </ac:spMkLst>
        </pc:spChg>
        <pc:grpChg chg="add del mod">
          <ac:chgData name="이건희" userId="0a994238-b102-4555-836f-34b53b2f3c57" providerId="ADAL" clId="{773C3BFB-0E37-4149-8F89-3D2AC528EC70}" dt="2023-09-19T10:38:43.032" v="18" actId="21"/>
          <ac:grpSpMkLst>
            <pc:docMk/>
            <pc:sldMk cId="3944317029" sldId="331"/>
            <ac:grpSpMk id="32" creationId="{80AA85BC-5E3E-D16C-8AA5-7F043EABC020}"/>
          </ac:grpSpMkLst>
        </pc:grpChg>
        <pc:grpChg chg="add del mod">
          <ac:chgData name="이건희" userId="0a994238-b102-4555-836f-34b53b2f3c57" providerId="ADAL" clId="{773C3BFB-0E37-4149-8F89-3D2AC528EC70}" dt="2023-09-19T10:38:43.032" v="18" actId="21"/>
          <ac:grpSpMkLst>
            <pc:docMk/>
            <pc:sldMk cId="3944317029" sldId="331"/>
            <ac:grpSpMk id="35" creationId="{6293DC95-8384-70AC-762B-7E3A8904F171}"/>
          </ac:grpSpMkLst>
        </pc:grpChg>
        <pc:picChg chg="add del mod">
          <ac:chgData name="이건희" userId="0a994238-b102-4555-836f-34b53b2f3c57" providerId="ADAL" clId="{773C3BFB-0E37-4149-8F89-3D2AC528EC70}" dt="2023-09-19T10:38:43.032" v="18" actId="21"/>
          <ac:picMkLst>
            <pc:docMk/>
            <pc:sldMk cId="3944317029" sldId="331"/>
            <ac:picMk id="9" creationId="{0D2BC3B5-94CA-B8BB-2CA6-28488C2AC89B}"/>
          </ac:picMkLst>
        </pc:picChg>
        <pc:picChg chg="add del mod">
          <ac:chgData name="이건희" userId="0a994238-b102-4555-836f-34b53b2f3c57" providerId="ADAL" clId="{773C3BFB-0E37-4149-8F89-3D2AC528EC70}" dt="2023-09-19T10:38:43.032" v="18" actId="21"/>
          <ac:picMkLst>
            <pc:docMk/>
            <pc:sldMk cId="3944317029" sldId="331"/>
            <ac:picMk id="10" creationId="{698ED3FA-D816-FC87-0EE9-956E3265B10A}"/>
          </ac:picMkLst>
        </pc:picChg>
        <pc:picChg chg="add del mod">
          <ac:chgData name="이건희" userId="0a994238-b102-4555-836f-34b53b2f3c57" providerId="ADAL" clId="{773C3BFB-0E37-4149-8F89-3D2AC528EC70}" dt="2023-09-19T10:38:43.032" v="18" actId="21"/>
          <ac:picMkLst>
            <pc:docMk/>
            <pc:sldMk cId="3944317029" sldId="331"/>
            <ac:picMk id="11" creationId="{5FA7E8F1-F1E9-F333-08CD-AECC3BEA7BE7}"/>
          </ac:picMkLst>
        </pc:picChg>
        <pc:picChg chg="add del mod">
          <ac:chgData name="이건희" userId="0a994238-b102-4555-836f-34b53b2f3c57" providerId="ADAL" clId="{773C3BFB-0E37-4149-8F89-3D2AC528EC70}" dt="2023-09-19T10:38:43.032" v="18" actId="21"/>
          <ac:picMkLst>
            <pc:docMk/>
            <pc:sldMk cId="3944317029" sldId="331"/>
            <ac:picMk id="38" creationId="{96062C1D-57BE-FB24-15A8-9AEECC93D9EF}"/>
          </ac:picMkLst>
        </pc:picChg>
        <pc:picChg chg="add del">
          <ac:chgData name="이건희" userId="0a994238-b102-4555-836f-34b53b2f3c57" providerId="ADAL" clId="{773C3BFB-0E37-4149-8F89-3D2AC528EC70}" dt="2023-09-19T10:38:48.185" v="20" actId="21"/>
          <ac:picMkLst>
            <pc:docMk/>
            <pc:sldMk cId="3944317029" sldId="331"/>
            <ac:picMk id="41" creationId="{FBAB507E-6B8C-CAD5-8DCD-F9A05B3AA473}"/>
          </ac:picMkLst>
        </pc:picChg>
      </pc:sldChg>
      <pc:sldChg chg="addSp modSp">
        <pc:chgData name="이건희" userId="0a994238-b102-4555-836f-34b53b2f3c57" providerId="ADAL" clId="{773C3BFB-0E37-4149-8F89-3D2AC528EC70}" dt="2023-10-20T00:27:05.622" v="34" actId="164"/>
        <pc:sldMkLst>
          <pc:docMk/>
          <pc:sldMk cId="4172918257" sldId="335"/>
        </pc:sldMkLst>
        <pc:spChg chg="mod">
          <ac:chgData name="이건희" userId="0a994238-b102-4555-836f-34b53b2f3c57" providerId="ADAL" clId="{773C3BFB-0E37-4149-8F89-3D2AC528EC70}" dt="2023-10-20T00:27:05.622" v="34" actId="164"/>
          <ac:spMkLst>
            <pc:docMk/>
            <pc:sldMk cId="4172918257" sldId="335"/>
            <ac:spMk id="98" creationId="{63811E1E-5724-7A04-EE50-D5266606160A}"/>
          </ac:spMkLst>
        </pc:spChg>
        <pc:grpChg chg="add mod">
          <ac:chgData name="이건희" userId="0a994238-b102-4555-836f-34b53b2f3c57" providerId="ADAL" clId="{773C3BFB-0E37-4149-8F89-3D2AC528EC70}" dt="2023-10-20T00:27:05.622" v="34" actId="164"/>
          <ac:grpSpMkLst>
            <pc:docMk/>
            <pc:sldMk cId="4172918257" sldId="335"/>
            <ac:grpSpMk id="11" creationId="{4E5C30BD-0859-290A-33BD-FDDFB40F0F79}"/>
          </ac:grpSpMkLst>
        </pc:grpChg>
        <pc:picChg chg="mod">
          <ac:chgData name="이건희" userId="0a994238-b102-4555-836f-34b53b2f3c57" providerId="ADAL" clId="{773C3BFB-0E37-4149-8F89-3D2AC528EC70}" dt="2023-10-20T00:27:05.622" v="34" actId="164"/>
          <ac:picMkLst>
            <pc:docMk/>
            <pc:sldMk cId="4172918257" sldId="335"/>
            <ac:picMk id="6" creationId="{86E58EF0-F770-5A41-D589-FFC78D65660C}"/>
          </ac:picMkLst>
        </pc:picChg>
      </pc:sldChg>
      <pc:sldChg chg="modSp mod">
        <pc:chgData name="이건희" userId="0a994238-b102-4555-836f-34b53b2f3c57" providerId="ADAL" clId="{773C3BFB-0E37-4149-8F89-3D2AC528EC70}" dt="2023-10-03T09:40:28.771" v="30" actId="1076"/>
        <pc:sldMkLst>
          <pc:docMk/>
          <pc:sldMk cId="3674900385" sldId="337"/>
        </pc:sldMkLst>
        <pc:spChg chg="mod">
          <ac:chgData name="이건희" userId="0a994238-b102-4555-836f-34b53b2f3c57" providerId="ADAL" clId="{773C3BFB-0E37-4149-8F89-3D2AC528EC70}" dt="2023-10-03T09:33:16.026" v="28" actId="1076"/>
          <ac:spMkLst>
            <pc:docMk/>
            <pc:sldMk cId="3674900385" sldId="337"/>
            <ac:spMk id="280" creationId="{ED140374-5D75-9F8A-ADC4-E353728411A6}"/>
          </ac:spMkLst>
        </pc:spChg>
        <pc:picChg chg="mod">
          <ac:chgData name="이건희" userId="0a994238-b102-4555-836f-34b53b2f3c57" providerId="ADAL" clId="{773C3BFB-0E37-4149-8F89-3D2AC528EC70}" dt="2023-10-03T09:40:28.771" v="30" actId="1076"/>
          <ac:picMkLst>
            <pc:docMk/>
            <pc:sldMk cId="3674900385" sldId="337"/>
            <ac:picMk id="17" creationId="{0CD81995-F832-F1E8-4346-602598B42A87}"/>
          </ac:picMkLst>
        </pc:picChg>
      </pc:sldChg>
      <pc:sldChg chg="modSp mod">
        <pc:chgData name="이건희" userId="0a994238-b102-4555-836f-34b53b2f3c57" providerId="ADAL" clId="{773C3BFB-0E37-4149-8F89-3D2AC528EC70}" dt="2023-10-03T09:23:32.341" v="26" actId="1076"/>
        <pc:sldMkLst>
          <pc:docMk/>
          <pc:sldMk cId="4259813927" sldId="338"/>
        </pc:sldMkLst>
        <pc:spChg chg="mod">
          <ac:chgData name="이건희" userId="0a994238-b102-4555-836f-34b53b2f3c57" providerId="ADAL" clId="{773C3BFB-0E37-4149-8F89-3D2AC528EC70}" dt="2023-10-03T09:23:32.341" v="26" actId="1076"/>
          <ac:spMkLst>
            <pc:docMk/>
            <pc:sldMk cId="4259813927" sldId="338"/>
            <ac:spMk id="23" creationId="{EB056618-241F-DD58-A6DB-1D439D424B05}"/>
          </ac:spMkLst>
        </pc:spChg>
        <pc:picChg chg="mod">
          <ac:chgData name="이건희" userId="0a994238-b102-4555-836f-34b53b2f3c57" providerId="ADAL" clId="{773C3BFB-0E37-4149-8F89-3D2AC528EC70}" dt="2023-10-03T09:22:52.308" v="24" actId="1076"/>
          <ac:picMkLst>
            <pc:docMk/>
            <pc:sldMk cId="4259813927" sldId="338"/>
            <ac:picMk id="17" creationId="{0CD81995-F832-F1E8-4346-602598B42A87}"/>
          </ac:picMkLst>
        </pc:picChg>
      </pc:sldChg>
      <pc:sldChg chg="addSp delSp modSp new del mod">
        <pc:chgData name="이건희" userId="0a994238-b102-4555-836f-34b53b2f3c57" providerId="ADAL" clId="{773C3BFB-0E37-4149-8F89-3D2AC528EC70}" dt="2023-09-19T10:07:55.040" v="10" actId="47"/>
        <pc:sldMkLst>
          <pc:docMk/>
          <pc:sldMk cId="4197884325" sldId="344"/>
        </pc:sldMkLst>
        <pc:spChg chg="del">
          <ac:chgData name="이건희" userId="0a994238-b102-4555-836f-34b53b2f3c57" providerId="ADAL" clId="{773C3BFB-0E37-4149-8F89-3D2AC528EC70}" dt="2023-09-19T06:29:42.113" v="1" actId="478"/>
          <ac:spMkLst>
            <pc:docMk/>
            <pc:sldMk cId="4197884325" sldId="344"/>
            <ac:spMk id="2" creationId="{2AF06819-A50D-44AD-6527-C06F2EDE86C8}"/>
          </ac:spMkLst>
        </pc:spChg>
        <pc:spChg chg="del">
          <ac:chgData name="이건희" userId="0a994238-b102-4555-836f-34b53b2f3c57" providerId="ADAL" clId="{773C3BFB-0E37-4149-8F89-3D2AC528EC70}" dt="2023-09-19T06:29:42.113" v="1" actId="478"/>
          <ac:spMkLst>
            <pc:docMk/>
            <pc:sldMk cId="4197884325" sldId="344"/>
            <ac:spMk id="3" creationId="{82E1D7A8-9839-4860-13E3-CB72453E3062}"/>
          </ac:spMkLst>
        </pc:spChg>
        <pc:spChg chg="del">
          <ac:chgData name="이건희" userId="0a994238-b102-4555-836f-34b53b2f3c57" providerId="ADAL" clId="{773C3BFB-0E37-4149-8F89-3D2AC528EC70}" dt="2023-09-19T06:29:42.113" v="1" actId="478"/>
          <ac:spMkLst>
            <pc:docMk/>
            <pc:sldMk cId="4197884325" sldId="344"/>
            <ac:spMk id="5" creationId="{AE60746C-4D37-298C-EE78-DF6C595ACC6B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7" creationId="{461C36AC-40C1-B735-9C02-7151F9E3F33D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9" creationId="{7A677168-F331-3C18-42B6-051FB35DA575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0" creationId="{09168415-1D53-C937-F6CD-17380DAD8896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1" creationId="{69485A47-D27A-2095-F2B5-7131CB945A5B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2" creationId="{FCC27F95-4AAE-5941-EB7A-CE219020394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3" creationId="{6266BDC8-D85B-2C42-C77D-D8B12B2C2C3A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4" creationId="{DD03CD43-64C5-736F-9F4C-48D1BF91FF66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5" creationId="{33589888-8623-8796-0595-C7E969D6F687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6" creationId="{F8A63C1A-7869-F69E-BDDF-3894BDC7A22C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7" creationId="{8E4A7100-24E4-2B84-DFDF-2DAF660656BF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8" creationId="{65818E45-FAF3-4C57-548F-FD01F1E35BC1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9" creationId="{6D95A054-C3A7-1443-45CE-78662D682FDC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0" creationId="{EE3048FB-85CA-E078-B44B-1BFF1C712A5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1" creationId="{C4598A9C-15CF-B46B-4AF9-13E8A26372EC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2" creationId="{2D5442A6-39E1-EDE4-95DD-775C55ECFD1F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3" creationId="{D176FC48-1D79-7ED1-9797-1E7E4188D48F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4" creationId="{CF35BAB5-E594-2255-2579-6986813BB9A1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5" creationId="{EA790889-CC7B-9136-7FDF-BF7BD4F4D4A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6" creationId="{1DCB7755-C2F7-7E12-EFBA-864E08E2984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7" creationId="{70FC6032-FDD7-3BC9-5132-4EF6F951637F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8" creationId="{FB315C79-1BCE-E0EA-3FD8-F63CEA4F792E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29" creationId="{55E509C2-E0E7-C4B3-6F20-B096AC51E6B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0" creationId="{AC1273A5-1243-1B61-C7C6-6F100402C3FA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1" creationId="{17E10472-D877-DC71-B970-9DA86A36955E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2" creationId="{ECAA0752-8E22-8DA1-5C5C-D15FB8AB8687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3" creationId="{F8FBFCD2-850D-9714-CF86-4701E865DE4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4" creationId="{B9D9296C-8AB5-5932-DAF8-B1DC42610C83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5" creationId="{903CED39-B9DE-10EC-F938-DCFBA1E63675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6" creationId="{5F8FD93F-1C42-46ED-6F1B-B6A685B9A39F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7" creationId="{06A36ACC-3915-026D-7AE1-7609043B9122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8" creationId="{A6CFFE07-42A6-AF4A-56B4-4AF1ABC1F21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39" creationId="{75BCDBC3-4B8A-24FA-96CB-70ECCB89B4D6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40" creationId="{405D94FE-5F14-3FF0-3A3C-43B1734B0B7D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41" creationId="{AE413573-FD82-C468-82DD-3AEBCCF17B15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43" creationId="{F403D2FC-ACF7-26DA-FA87-C30FAED427B5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44" creationId="{658DBBB2-4C54-ED4E-1AEF-E80ED45A54BF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45" creationId="{9594606E-904F-B2AA-717B-341261DDB732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46" creationId="{6303E5F1-71EC-A18A-BE53-FF0588EC3BE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47" creationId="{ECDB5232-1DB9-042F-9B21-8C8C6C31E4B1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48" creationId="{6DA059E5-E7BC-FD32-EE4B-7F154C833ABE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49" creationId="{98588663-253F-7F0A-BC8B-1E188A2001AB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50" creationId="{D6CE429C-963D-39DD-8DDC-F24BCBD0D318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51" creationId="{0E0E38A4-7590-356F-4644-DBF5B34E1B57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52" creationId="{50430CC7-D5C5-9630-41CE-493C3C0443A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53" creationId="{9892C584-CC4A-877E-3C18-D22BA25A713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54" creationId="{A13AFA07-F8E5-21E2-B90C-B7865C2B5E62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55" creationId="{1536DED5-44EF-3680-D861-0ABAD1A76AA6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56" creationId="{BDF27D69-5A48-BFB0-F662-5669DADA760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57" creationId="{A65530D2-EE6B-BE0B-680B-0F14791F4D44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59" creationId="{09A3559F-4A17-AB96-A629-1425A5F49D26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60" creationId="{538BB439-FD68-1A72-269F-34D503A6BA13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1" creationId="{171FC2D4-17D9-55CF-40CE-7E4660191B9D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2" creationId="{08B95D0A-1FA5-24A2-B90D-C0DF5FF4D716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3" creationId="{3521AD07-8AB6-ABEA-2EE5-D2EF12B6F06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4" creationId="{76E5241E-21CC-D915-5DB1-CD1F54E2F56E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5" creationId="{E647A65A-3AB2-4D24-E807-792449388BD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6" creationId="{31C95CA2-4FCE-879D-6856-6D46245738E5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7" creationId="{BBC915BE-EBE4-B17F-CCF8-A1958B8658D1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8" creationId="{96F38ADC-FE30-B508-AEA5-0C9677E284F3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69" creationId="{7F49249E-E8F0-AA23-9517-93E1AC37652E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70" creationId="{C6315D1C-BC65-5081-77E5-83B264AC59E5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71" creationId="{6F44555F-C014-BCB7-A165-42F51BC2757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72" creationId="{58FD0514-4524-015B-340E-322BACFABF3E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73" creationId="{5205576E-234C-8DD4-1819-FEFCB652727C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74" creationId="{C890C29A-5AEB-0B58-552F-7C6372D1B632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75" creationId="{58A56BCC-521C-0195-3198-5104F9614A54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77" creationId="{2D49D5E1-7BB7-6367-55A6-A578CB321ECB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78" creationId="{93B50956-85B7-0DC5-7420-E359F7EEA535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79" creationId="{D9A6FEBE-27CB-A20A-4EC6-B7B099F87FEC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0" creationId="{592714C5-A650-E95F-C560-0FB8F9A89CD3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1" creationId="{17AC8613-F87B-3F71-DBC2-362E5604A83D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2" creationId="{B3259709-A9B7-4145-DCDC-8F8F6E9F93AE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3" creationId="{D38D20EB-556B-C513-EB38-F66E29223E1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4" creationId="{B2E7A306-DCFA-376C-F69F-ED12BA274183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5" creationId="{02C35044-B981-8731-DD39-050FDE6E4E92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6" creationId="{AD5D2B84-905A-6DCF-F11E-5EEEB7034F3E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7" creationId="{2D8A3B23-C99A-46D4-3814-C0786536FA46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88" creationId="{81872144-FC20-7130-43A5-9DE25EF80C6F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92" creationId="{5D92BA43-A0AF-647F-0643-E4CE5EFC032C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93" creationId="{F3314958-D2E6-B481-13D9-90FBE994FC3C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94" creationId="{0C64C796-61F7-AD13-4B41-8959BD7A25B4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95" creationId="{2C759C20-805C-F1A7-7464-E1D354E66556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96" creationId="{36A7F578-1080-17A7-BA5B-E7D7F682F022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97" creationId="{2F7780E0-CB6C-6AF7-7C36-A4DE604A739A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98" creationId="{87AAB67B-826F-09BB-0472-F67F94E3AD32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99" creationId="{84DCAFD3-0A47-986D-0A78-CB3208F4C5F2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00" creationId="{D3463DCA-0396-23F1-6266-80A82509C2C4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04" creationId="{C34C8676-0AD6-CFFF-FFE5-54DBA3206318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05" creationId="{42641E1A-131F-C752-533F-B7E2B776580F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06" creationId="{AEF97A88-23CA-4A20-43DB-ABE625345C63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07" creationId="{66215816-E269-4B7A-AF33-E7DB92FEBB83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08" creationId="{D77C6445-CBDF-BAEE-55B6-E63447583751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09" creationId="{9B62A6D5-563D-86D1-76A9-B60186AEED04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10" creationId="{942BEDDF-94A1-763D-77F3-001098A30623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11" creationId="{42F99893-3810-35DA-F742-3E598B16B102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12" creationId="{306BD18F-19D3-56F9-9ED2-1EE88D074F0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13" creationId="{55E970EB-9A0E-78E4-9485-A576EC5224C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14" creationId="{294A5068-28D6-6862-B615-B721085A78C5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15" creationId="{FD1706AE-9C24-AFDF-A00A-080DDB861884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16" creationId="{BC0147CB-A23A-1273-4DCC-406533481ACF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17" creationId="{68F744D1-AC12-D336-B8CE-4647847A9C5E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19" creationId="{EA74007E-92CF-9605-C045-71DF76DA0A12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20" creationId="{588D0815-D72F-45D3-22BD-4B7DFF64C671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24" creationId="{304B8269-609C-E596-AD9B-3A69843C7EC1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25" creationId="{8E15B4F0-D083-26E8-734E-357D14A0544C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30" creationId="{543AEFAB-D3D9-6EAB-A44D-FEC506719917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31" creationId="{476FE4CB-F0A6-CCC5-EA1F-D16F201E8CFC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34" creationId="{CB662C37-3261-1B5B-6E08-DFD264D465A9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35" creationId="{DD345A49-B790-FFCD-7CF4-B4B802494BBB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36" creationId="{462CB0B0-224C-7360-419F-FAC6257D06E3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37" creationId="{034443C1-C5A7-D1E5-E597-80CCDCC31C4D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38" creationId="{82DAA71C-6065-AABB-A41E-4E12CFBC8B3B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39" creationId="{6A7F1594-1492-F84D-53AC-C5F9AB8DAE47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0" creationId="{35AA145F-5FD3-1C45-72AD-D94004D65ECE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1" creationId="{FDD1D676-4C2A-8A45-1F54-EE1DB9B1FBB9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2" creationId="{3A0A4F15-6EAD-FA73-E6C3-954BEA92DD44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3" creationId="{AF5C149B-078B-8514-4F40-1F418FD54D8D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4" creationId="{8351B0FB-9808-A9D1-2C10-2EDFDE0B3708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5" creationId="{518E8BA9-9DB8-1576-53BE-FC763CBA107D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6" creationId="{E9FE577C-1540-28A5-03DD-546918E6A1C6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7" creationId="{8A4D791D-DB52-F4B3-A397-D9D282D61FAF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49" creationId="{387BB321-643A-C448-E9A3-37167F41177C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51" creationId="{B4C8ABB0-4347-EC5C-6770-908747E24413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52" creationId="{FC03F9E8-55B1-C1E8-0866-C75F92A6BF4D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53" creationId="{4B992984-1A27-089D-2DF8-88C732245EE1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54" creationId="{DE2D101B-9D05-DDF8-615A-24FB12EF1DA2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55" creationId="{307896CA-B84B-BEE5-12C7-85AA52216DCC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57" creationId="{4F9A79AD-68CA-3C81-72D1-07450F9D0A84}"/>
          </ac:spMkLst>
        </pc:spChg>
        <pc:spChg chg="mod">
          <ac:chgData name="이건희" userId="0a994238-b102-4555-836f-34b53b2f3c57" providerId="ADAL" clId="{773C3BFB-0E37-4149-8F89-3D2AC528EC70}" dt="2023-09-19T06:29:43.161" v="2"/>
          <ac:spMkLst>
            <pc:docMk/>
            <pc:sldMk cId="4197884325" sldId="344"/>
            <ac:spMk id="158" creationId="{7D679E24-DC51-063F-A91F-67C8FA3E5371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59" creationId="{A9DDA70E-1B86-61E7-4EEF-20AE83AAC641}"/>
          </ac:spMkLst>
        </pc:spChg>
        <pc:spChg chg="add del mod">
          <ac:chgData name="이건희" userId="0a994238-b102-4555-836f-34b53b2f3c57" providerId="ADAL" clId="{773C3BFB-0E37-4149-8F89-3D2AC528EC70}" dt="2023-09-19T06:29:53.139" v="4" actId="478"/>
          <ac:spMkLst>
            <pc:docMk/>
            <pc:sldMk cId="4197884325" sldId="344"/>
            <ac:spMk id="161" creationId="{34D1E853-4606-C30B-27D1-6BC95041C669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62" creationId="{D7DA7A70-5349-BDD8-2E04-D3B5C02815C1}"/>
          </ac:spMkLst>
        </pc:spChg>
        <pc:spChg chg="add del mod">
          <ac:chgData name="이건희" userId="0a994238-b102-4555-836f-34b53b2f3c57" providerId="ADAL" clId="{773C3BFB-0E37-4149-8F89-3D2AC528EC70}" dt="2023-09-19T06:30:10.862" v="8" actId="478"/>
          <ac:spMkLst>
            <pc:docMk/>
            <pc:sldMk cId="4197884325" sldId="344"/>
            <ac:spMk id="163" creationId="{4EEF6108-79BA-2F58-A1A0-CD5FEE7FC951}"/>
          </ac:spMkLst>
        </pc:spChg>
        <pc:grpChg chg="add del mod">
          <ac:chgData name="이건희" userId="0a994238-b102-4555-836f-34b53b2f3c57" providerId="ADAL" clId="{773C3BFB-0E37-4149-8F89-3D2AC528EC70}" dt="2023-09-19T06:30:10.862" v="8" actId="478"/>
          <ac:grpSpMkLst>
            <pc:docMk/>
            <pc:sldMk cId="4197884325" sldId="344"/>
            <ac:grpSpMk id="42" creationId="{482C45B1-5A17-2924-5BE0-0B03AEDD2D1A}"/>
          </ac:grpSpMkLst>
        </pc:grpChg>
        <pc:grpChg chg="add del mod">
          <ac:chgData name="이건희" userId="0a994238-b102-4555-836f-34b53b2f3c57" providerId="ADAL" clId="{773C3BFB-0E37-4149-8F89-3D2AC528EC70}" dt="2023-09-19T06:30:10.862" v="8" actId="478"/>
          <ac:grpSpMkLst>
            <pc:docMk/>
            <pc:sldMk cId="4197884325" sldId="344"/>
            <ac:grpSpMk id="58" creationId="{AF67202F-1ED5-9464-D3B6-825C1ACF717D}"/>
          </ac:grpSpMkLst>
        </pc:grpChg>
        <pc:grpChg chg="add del mod">
          <ac:chgData name="이건희" userId="0a994238-b102-4555-836f-34b53b2f3c57" providerId="ADAL" clId="{773C3BFB-0E37-4149-8F89-3D2AC528EC70}" dt="2023-09-19T06:30:10.862" v="8" actId="478"/>
          <ac:grpSpMkLst>
            <pc:docMk/>
            <pc:sldMk cId="4197884325" sldId="344"/>
            <ac:grpSpMk id="76" creationId="{2FD32BC2-3947-F9B6-EA8D-05A436F9F44C}"/>
          </ac:grpSpMkLst>
        </pc:grpChg>
        <pc:grpChg chg="add del mod">
          <ac:chgData name="이건희" userId="0a994238-b102-4555-836f-34b53b2f3c57" providerId="ADAL" clId="{773C3BFB-0E37-4149-8F89-3D2AC528EC70}" dt="2023-09-19T06:30:10.862" v="8" actId="478"/>
          <ac:grpSpMkLst>
            <pc:docMk/>
            <pc:sldMk cId="4197884325" sldId="344"/>
            <ac:grpSpMk id="89" creationId="{D8689888-932F-26DE-F374-479F9B8B9DDB}"/>
          </ac:grpSpMkLst>
        </pc:grpChg>
        <pc:grpChg chg="mod">
          <ac:chgData name="이건희" userId="0a994238-b102-4555-836f-34b53b2f3c57" providerId="ADAL" clId="{773C3BFB-0E37-4149-8F89-3D2AC528EC70}" dt="2023-09-19T06:29:43.161" v="2"/>
          <ac:grpSpMkLst>
            <pc:docMk/>
            <pc:sldMk cId="4197884325" sldId="344"/>
            <ac:grpSpMk id="90" creationId="{482EE3DE-2341-59CB-BE27-C7CD646FD294}"/>
          </ac:grpSpMkLst>
        </pc:grpChg>
        <pc:grpChg chg="mod">
          <ac:chgData name="이건희" userId="0a994238-b102-4555-836f-34b53b2f3c57" providerId="ADAL" clId="{773C3BFB-0E37-4149-8F89-3D2AC528EC70}" dt="2023-09-19T06:29:43.161" v="2"/>
          <ac:grpSpMkLst>
            <pc:docMk/>
            <pc:sldMk cId="4197884325" sldId="344"/>
            <ac:grpSpMk id="91" creationId="{D60F38FB-EBA2-915A-DB6B-44F824B210E7}"/>
          </ac:grpSpMkLst>
        </pc:grpChg>
        <pc:grpChg chg="add del mod">
          <ac:chgData name="이건희" userId="0a994238-b102-4555-836f-34b53b2f3c57" providerId="ADAL" clId="{773C3BFB-0E37-4149-8F89-3D2AC528EC70}" dt="2023-09-19T06:30:10.862" v="8" actId="478"/>
          <ac:grpSpMkLst>
            <pc:docMk/>
            <pc:sldMk cId="4197884325" sldId="344"/>
            <ac:grpSpMk id="101" creationId="{5501751C-9DFC-6808-1843-641CD9CEF585}"/>
          </ac:grpSpMkLst>
        </pc:grpChg>
        <pc:grpChg chg="mod">
          <ac:chgData name="이건희" userId="0a994238-b102-4555-836f-34b53b2f3c57" providerId="ADAL" clId="{773C3BFB-0E37-4149-8F89-3D2AC528EC70}" dt="2023-09-19T06:29:43.161" v="2"/>
          <ac:grpSpMkLst>
            <pc:docMk/>
            <pc:sldMk cId="4197884325" sldId="344"/>
            <ac:grpSpMk id="102" creationId="{A07202DF-CBB9-F6C4-EA32-2DEB021897E7}"/>
          </ac:grpSpMkLst>
        </pc:grpChg>
        <pc:grpChg chg="mod">
          <ac:chgData name="이건희" userId="0a994238-b102-4555-836f-34b53b2f3c57" providerId="ADAL" clId="{773C3BFB-0E37-4149-8F89-3D2AC528EC70}" dt="2023-09-19T06:29:43.161" v="2"/>
          <ac:grpSpMkLst>
            <pc:docMk/>
            <pc:sldMk cId="4197884325" sldId="344"/>
            <ac:grpSpMk id="103" creationId="{42470A17-B9C0-4257-03A7-3517C53F014A}"/>
          </ac:grpSpMkLst>
        </pc:grpChg>
        <pc:grpChg chg="add del mod">
          <ac:chgData name="이건희" userId="0a994238-b102-4555-836f-34b53b2f3c57" providerId="ADAL" clId="{773C3BFB-0E37-4149-8F89-3D2AC528EC70}" dt="2023-09-19T06:30:10.862" v="8" actId="478"/>
          <ac:grpSpMkLst>
            <pc:docMk/>
            <pc:sldMk cId="4197884325" sldId="344"/>
            <ac:grpSpMk id="118" creationId="{01954777-146D-4CF2-C638-64A02308DE10}"/>
          </ac:grpSpMkLst>
        </pc:grpChg>
        <pc:grpChg chg="add del mod">
          <ac:chgData name="이건희" userId="0a994238-b102-4555-836f-34b53b2f3c57" providerId="ADAL" clId="{773C3BFB-0E37-4149-8F89-3D2AC528EC70}" dt="2023-09-19T06:30:10.862" v="8" actId="478"/>
          <ac:grpSpMkLst>
            <pc:docMk/>
            <pc:sldMk cId="4197884325" sldId="344"/>
            <ac:grpSpMk id="127" creationId="{D3BAA6BA-261E-6D60-E45E-8E050D347B49}"/>
          </ac:grpSpMkLst>
        </pc:grpChg>
        <pc:grpChg chg="mod">
          <ac:chgData name="이건희" userId="0a994238-b102-4555-836f-34b53b2f3c57" providerId="ADAL" clId="{773C3BFB-0E37-4149-8F89-3D2AC528EC70}" dt="2023-09-19T06:29:43.161" v="2"/>
          <ac:grpSpMkLst>
            <pc:docMk/>
            <pc:sldMk cId="4197884325" sldId="344"/>
            <ac:grpSpMk id="128" creationId="{5C989B9E-68A7-0702-B1A9-59760483B860}"/>
          </ac:grpSpMkLst>
        </pc:grpChg>
        <pc:grpChg chg="mod">
          <ac:chgData name="이건희" userId="0a994238-b102-4555-836f-34b53b2f3c57" providerId="ADAL" clId="{773C3BFB-0E37-4149-8F89-3D2AC528EC70}" dt="2023-09-19T06:29:43.161" v="2"/>
          <ac:grpSpMkLst>
            <pc:docMk/>
            <pc:sldMk cId="4197884325" sldId="344"/>
            <ac:grpSpMk id="129" creationId="{9D7C81FD-917F-05E9-A432-8339356D4C0D}"/>
          </ac:grpSpMkLst>
        </pc:grpChg>
        <pc:picChg chg="add del mod">
          <ac:chgData name="이건희" userId="0a994238-b102-4555-836f-34b53b2f3c57" providerId="ADAL" clId="{773C3BFB-0E37-4149-8F89-3D2AC528EC70}" dt="2023-09-19T06:30:10.862" v="8" actId="478"/>
          <ac:picMkLst>
            <pc:docMk/>
            <pc:sldMk cId="4197884325" sldId="344"/>
            <ac:picMk id="6" creationId="{F465CD63-6E8E-EE41-D01A-88B02464FF45}"/>
          </ac:picMkLst>
        </pc:picChg>
        <pc:picChg chg="add del mod">
          <ac:chgData name="이건희" userId="0a994238-b102-4555-836f-34b53b2f3c57" providerId="ADAL" clId="{773C3BFB-0E37-4149-8F89-3D2AC528EC70}" dt="2023-09-19T06:30:10.862" v="8" actId="478"/>
          <ac:picMkLst>
            <pc:docMk/>
            <pc:sldMk cId="4197884325" sldId="344"/>
            <ac:picMk id="121" creationId="{114E0504-6F5F-33AF-6763-DD8FBA4A8069}"/>
          </ac:picMkLst>
        </pc:picChg>
        <pc:picChg chg="add del mod">
          <ac:chgData name="이건희" userId="0a994238-b102-4555-836f-34b53b2f3c57" providerId="ADAL" clId="{773C3BFB-0E37-4149-8F89-3D2AC528EC70}" dt="2023-09-19T06:30:10.862" v="8" actId="478"/>
          <ac:picMkLst>
            <pc:docMk/>
            <pc:sldMk cId="4197884325" sldId="344"/>
            <ac:picMk id="122" creationId="{F71C4DC3-FA2D-7171-4DA1-9F8762591542}"/>
          </ac:picMkLst>
        </pc:picChg>
        <pc:picChg chg="add del mod">
          <ac:chgData name="이건희" userId="0a994238-b102-4555-836f-34b53b2f3c57" providerId="ADAL" clId="{773C3BFB-0E37-4149-8F89-3D2AC528EC70}" dt="2023-09-19T06:30:10.862" v="8" actId="478"/>
          <ac:picMkLst>
            <pc:docMk/>
            <pc:sldMk cId="4197884325" sldId="344"/>
            <ac:picMk id="123" creationId="{12174C05-4CBD-39AD-3337-36DE9DBE7CE4}"/>
          </ac:picMkLst>
        </pc:picChg>
        <pc:picChg chg="add del mod">
          <ac:chgData name="이건희" userId="0a994238-b102-4555-836f-34b53b2f3c57" providerId="ADAL" clId="{773C3BFB-0E37-4149-8F89-3D2AC528EC70}" dt="2023-09-19T06:30:10.862" v="8" actId="478"/>
          <ac:picMkLst>
            <pc:docMk/>
            <pc:sldMk cId="4197884325" sldId="344"/>
            <ac:picMk id="126" creationId="{04C13781-78C8-3793-EF20-2B70F9C49530}"/>
          </ac:picMkLst>
        </pc:picChg>
        <pc:picChg chg="mod">
          <ac:chgData name="이건희" userId="0a994238-b102-4555-836f-34b53b2f3c57" providerId="ADAL" clId="{773C3BFB-0E37-4149-8F89-3D2AC528EC70}" dt="2023-09-19T06:29:43.161" v="2"/>
          <ac:picMkLst>
            <pc:docMk/>
            <pc:sldMk cId="4197884325" sldId="344"/>
            <ac:picMk id="133" creationId="{3A5BDAAF-894B-5A01-6974-9D370BE99C4B}"/>
          </ac:picMkLst>
        </pc:picChg>
        <pc:picChg chg="mod">
          <ac:chgData name="이건희" userId="0a994238-b102-4555-836f-34b53b2f3c57" providerId="ADAL" clId="{773C3BFB-0E37-4149-8F89-3D2AC528EC70}" dt="2023-09-19T06:29:43.161" v="2"/>
          <ac:picMkLst>
            <pc:docMk/>
            <pc:sldMk cId="4197884325" sldId="344"/>
            <ac:picMk id="148" creationId="{4C4EA0FE-09A1-0957-2253-3F4F4D08BD43}"/>
          </ac:picMkLst>
        </pc:picChg>
        <pc:picChg chg="add mod">
          <ac:chgData name="이건희" userId="0a994238-b102-4555-836f-34b53b2f3c57" providerId="ADAL" clId="{773C3BFB-0E37-4149-8F89-3D2AC528EC70}" dt="2023-09-19T06:30:12.497" v="9" actId="1076"/>
          <ac:picMkLst>
            <pc:docMk/>
            <pc:sldMk cId="4197884325" sldId="344"/>
            <ac:picMk id="164" creationId="{1174AFCF-E9EC-A3C8-8A8D-4C351B24AB71}"/>
          </ac:picMkLst>
        </pc:picChg>
        <pc:cxnChg chg="add del mod">
          <ac:chgData name="이건희" userId="0a994238-b102-4555-836f-34b53b2f3c57" providerId="ADAL" clId="{773C3BFB-0E37-4149-8F89-3D2AC528EC70}" dt="2023-09-19T06:30:10.862" v="8" actId="478"/>
          <ac:cxnSpMkLst>
            <pc:docMk/>
            <pc:sldMk cId="4197884325" sldId="344"/>
            <ac:cxnSpMk id="8" creationId="{0F0106A8-4189-E7F4-FFC2-BCFD8E9BA60D}"/>
          </ac:cxnSpMkLst>
        </pc:cxnChg>
        <pc:cxnChg chg="mod">
          <ac:chgData name="이건희" userId="0a994238-b102-4555-836f-34b53b2f3c57" providerId="ADAL" clId="{773C3BFB-0E37-4149-8F89-3D2AC528EC70}" dt="2023-09-19T06:29:43.161" v="2"/>
          <ac:cxnSpMkLst>
            <pc:docMk/>
            <pc:sldMk cId="4197884325" sldId="344"/>
            <ac:cxnSpMk id="132" creationId="{15A0F334-4564-9A63-C510-4AE59267E9FC}"/>
          </ac:cxnSpMkLst>
        </pc:cxnChg>
        <pc:cxnChg chg="mod">
          <ac:chgData name="이건희" userId="0a994238-b102-4555-836f-34b53b2f3c57" providerId="ADAL" clId="{773C3BFB-0E37-4149-8F89-3D2AC528EC70}" dt="2023-09-19T06:29:43.161" v="2"/>
          <ac:cxnSpMkLst>
            <pc:docMk/>
            <pc:sldMk cId="4197884325" sldId="344"/>
            <ac:cxnSpMk id="150" creationId="{B0592354-35CB-894F-2032-D1E128B5E562}"/>
          </ac:cxnSpMkLst>
        </pc:cxnChg>
        <pc:cxnChg chg="mod">
          <ac:chgData name="이건희" userId="0a994238-b102-4555-836f-34b53b2f3c57" providerId="ADAL" clId="{773C3BFB-0E37-4149-8F89-3D2AC528EC70}" dt="2023-09-19T06:29:43.161" v="2"/>
          <ac:cxnSpMkLst>
            <pc:docMk/>
            <pc:sldMk cId="4197884325" sldId="344"/>
            <ac:cxnSpMk id="156" creationId="{DE16A7BC-F749-B281-AB87-0B0E2F618973}"/>
          </ac:cxnSpMkLst>
        </pc:cxnChg>
        <pc:cxnChg chg="add del mod">
          <ac:chgData name="이건희" userId="0a994238-b102-4555-836f-34b53b2f3c57" providerId="ADAL" clId="{773C3BFB-0E37-4149-8F89-3D2AC528EC70}" dt="2023-09-19T06:30:10.862" v="8" actId="478"/>
          <ac:cxnSpMkLst>
            <pc:docMk/>
            <pc:sldMk cId="4197884325" sldId="344"/>
            <ac:cxnSpMk id="160" creationId="{1C1C1F27-FF80-5E5C-14BD-B037ACC06ECA}"/>
          </ac:cxnSpMkLst>
        </pc:cxnChg>
      </pc:sldChg>
    </pc:docChg>
  </pc:docChgLst>
  <pc:docChgLst>
    <pc:chgData name="이건희/22138005" userId="aabe95a3-5fc9-405c-b337-538f705fda9d" providerId="ADAL" clId="{50495392-362F-4BD7-97B6-D255D3BCA5D0}"/>
    <pc:docChg chg="undo custSel modSld sldOrd">
      <pc:chgData name="이건희/22138005" userId="aabe95a3-5fc9-405c-b337-538f705fda9d" providerId="ADAL" clId="{50495392-362F-4BD7-97B6-D255D3BCA5D0}" dt="2023-11-22T15:20:16.077" v="62" actId="14100"/>
      <pc:docMkLst>
        <pc:docMk/>
      </pc:docMkLst>
      <pc:sldChg chg="modSp mod">
        <pc:chgData name="이건희/22138005" userId="aabe95a3-5fc9-405c-b337-538f705fda9d" providerId="ADAL" clId="{50495392-362F-4BD7-97B6-D255D3BCA5D0}" dt="2023-11-22T15:20:16.077" v="62" actId="14100"/>
        <pc:sldMkLst>
          <pc:docMk/>
          <pc:sldMk cId="1060313922" sldId="333"/>
        </pc:sldMkLst>
        <pc:spChg chg="mod">
          <ac:chgData name="이건희/22138005" userId="aabe95a3-5fc9-405c-b337-538f705fda9d" providerId="ADAL" clId="{50495392-362F-4BD7-97B6-D255D3BCA5D0}" dt="2023-11-22T15:19:46.408" v="48" actId="20577"/>
          <ac:spMkLst>
            <pc:docMk/>
            <pc:sldMk cId="1060313922" sldId="333"/>
            <ac:spMk id="5" creationId="{B7743E73-E4BE-9E7A-00A2-0E06381E0F8A}"/>
          </ac:spMkLst>
        </pc:spChg>
        <pc:spChg chg="mod">
          <ac:chgData name="이건희/22138005" userId="aabe95a3-5fc9-405c-b337-538f705fda9d" providerId="ADAL" clId="{50495392-362F-4BD7-97B6-D255D3BCA5D0}" dt="2023-11-22T15:20:16.077" v="62" actId="14100"/>
          <ac:spMkLst>
            <pc:docMk/>
            <pc:sldMk cId="1060313922" sldId="333"/>
            <ac:spMk id="11" creationId="{6C679FA1-5A0D-C476-3778-B0B2451B7F8A}"/>
          </ac:spMkLst>
        </pc:spChg>
        <pc:spChg chg="mod">
          <ac:chgData name="이건희/22138005" userId="aabe95a3-5fc9-405c-b337-538f705fda9d" providerId="ADAL" clId="{50495392-362F-4BD7-97B6-D255D3BCA5D0}" dt="2023-11-22T15:19:55.410" v="51" actId="20577"/>
          <ac:spMkLst>
            <pc:docMk/>
            <pc:sldMk cId="1060313922" sldId="333"/>
            <ac:spMk id="47" creationId="{32C9B943-D515-F297-7706-FC800F6E0E63}"/>
          </ac:spMkLst>
        </pc:spChg>
      </pc:sldChg>
      <pc:sldChg chg="delSp modSp mod ord">
        <pc:chgData name="이건희/22138005" userId="aabe95a3-5fc9-405c-b337-538f705fda9d" providerId="ADAL" clId="{50495392-362F-4BD7-97B6-D255D3BCA5D0}" dt="2023-11-22T15:19:03.216" v="45" actId="1035"/>
        <pc:sldMkLst>
          <pc:docMk/>
          <pc:sldMk cId="1883126099" sldId="334"/>
        </pc:sldMkLst>
        <pc:spChg chg="del">
          <ac:chgData name="이건희/22138005" userId="aabe95a3-5fc9-405c-b337-538f705fda9d" providerId="ADAL" clId="{50495392-362F-4BD7-97B6-D255D3BCA5D0}" dt="2023-11-22T15:18:39.014" v="5" actId="478"/>
          <ac:spMkLst>
            <pc:docMk/>
            <pc:sldMk cId="1883126099" sldId="334"/>
            <ac:spMk id="6" creationId="{B7E40E3F-88F0-A362-FE0F-5E4A57D9F459}"/>
          </ac:spMkLst>
        </pc:spChg>
        <pc:spChg chg="del">
          <ac:chgData name="이건희/22138005" userId="aabe95a3-5fc9-405c-b337-538f705fda9d" providerId="ADAL" clId="{50495392-362F-4BD7-97B6-D255D3BCA5D0}" dt="2023-11-22T15:18:37.663" v="3" actId="478"/>
          <ac:spMkLst>
            <pc:docMk/>
            <pc:sldMk cId="1883126099" sldId="334"/>
            <ac:spMk id="9" creationId="{0747DD61-0894-618F-1F4D-DF4CE2898AFA}"/>
          </ac:spMkLst>
        </pc:spChg>
        <pc:spChg chg="mod">
          <ac:chgData name="이건희/22138005" userId="aabe95a3-5fc9-405c-b337-538f705fda9d" providerId="ADAL" clId="{50495392-362F-4BD7-97B6-D255D3BCA5D0}" dt="2023-11-22T15:18:48.460" v="8" actId="1076"/>
          <ac:spMkLst>
            <pc:docMk/>
            <pc:sldMk cId="1883126099" sldId="334"/>
            <ac:spMk id="77" creationId="{66E6F9BA-D3D2-0260-E97F-59FE34C2453D}"/>
          </ac:spMkLst>
        </pc:spChg>
        <pc:spChg chg="mod">
          <ac:chgData name="이건희/22138005" userId="aabe95a3-5fc9-405c-b337-538f705fda9d" providerId="ADAL" clId="{50495392-362F-4BD7-97B6-D255D3BCA5D0}" dt="2023-11-22T15:18:48.460" v="8" actId="1076"/>
          <ac:spMkLst>
            <pc:docMk/>
            <pc:sldMk cId="1883126099" sldId="334"/>
            <ac:spMk id="80" creationId="{26D6EB1F-9532-44BC-52ED-ED0CBF5A8F28}"/>
          </ac:spMkLst>
        </pc:spChg>
        <pc:spChg chg="mod">
          <ac:chgData name="이건희/22138005" userId="aabe95a3-5fc9-405c-b337-538f705fda9d" providerId="ADAL" clId="{50495392-362F-4BD7-97B6-D255D3BCA5D0}" dt="2023-11-22T15:18:48.460" v="8" actId="1076"/>
          <ac:spMkLst>
            <pc:docMk/>
            <pc:sldMk cId="1883126099" sldId="334"/>
            <ac:spMk id="81" creationId="{765431B6-AB66-2FCB-B3FE-78F524EF529F}"/>
          </ac:spMkLst>
        </pc:spChg>
        <pc:spChg chg="mod">
          <ac:chgData name="이건희/22138005" userId="aabe95a3-5fc9-405c-b337-538f705fda9d" providerId="ADAL" clId="{50495392-362F-4BD7-97B6-D255D3BCA5D0}" dt="2023-11-22T15:18:48.460" v="8" actId="1076"/>
          <ac:spMkLst>
            <pc:docMk/>
            <pc:sldMk cId="1883126099" sldId="334"/>
            <ac:spMk id="82" creationId="{9D6CDFAF-827D-8823-8001-F14960444F5A}"/>
          </ac:spMkLst>
        </pc:spChg>
        <pc:spChg chg="mod">
          <ac:chgData name="이건희/22138005" userId="aabe95a3-5fc9-405c-b337-538f705fda9d" providerId="ADAL" clId="{50495392-362F-4BD7-97B6-D255D3BCA5D0}" dt="2023-11-22T15:18:48.460" v="8" actId="1076"/>
          <ac:spMkLst>
            <pc:docMk/>
            <pc:sldMk cId="1883126099" sldId="334"/>
            <ac:spMk id="83" creationId="{10280A32-45CB-B351-A2FE-40219706F346}"/>
          </ac:spMkLst>
        </pc:spChg>
        <pc:spChg chg="mod">
          <ac:chgData name="이건희/22138005" userId="aabe95a3-5fc9-405c-b337-538f705fda9d" providerId="ADAL" clId="{50495392-362F-4BD7-97B6-D255D3BCA5D0}" dt="2023-11-22T15:18:52.957" v="9" actId="1076"/>
          <ac:spMkLst>
            <pc:docMk/>
            <pc:sldMk cId="1883126099" sldId="334"/>
            <ac:spMk id="84" creationId="{A3996565-C5B0-1179-5B96-9A064E3FE3ED}"/>
          </ac:spMkLst>
        </pc:spChg>
        <pc:spChg chg="del">
          <ac:chgData name="이건희/22138005" userId="aabe95a3-5fc9-405c-b337-538f705fda9d" providerId="ADAL" clId="{50495392-362F-4BD7-97B6-D255D3BCA5D0}" dt="2023-11-22T15:18:41.220" v="6" actId="478"/>
          <ac:spMkLst>
            <pc:docMk/>
            <pc:sldMk cId="1883126099" sldId="334"/>
            <ac:spMk id="85" creationId="{CDA9A2EF-B070-3EB6-A46C-9548F3CA26C9}"/>
          </ac:spMkLst>
        </pc:spChg>
        <pc:spChg chg="mod">
          <ac:chgData name="이건희/22138005" userId="aabe95a3-5fc9-405c-b337-538f705fda9d" providerId="ADAL" clId="{50495392-362F-4BD7-97B6-D255D3BCA5D0}" dt="2023-11-22T15:19:03.216" v="45" actId="1035"/>
          <ac:spMkLst>
            <pc:docMk/>
            <pc:sldMk cId="1883126099" sldId="334"/>
            <ac:spMk id="93" creationId="{88658601-73E3-3A44-B59D-6DB4ECAC7068}"/>
          </ac:spMkLst>
        </pc:spChg>
        <pc:spChg chg="mod">
          <ac:chgData name="이건희/22138005" userId="aabe95a3-5fc9-405c-b337-538f705fda9d" providerId="ADAL" clId="{50495392-362F-4BD7-97B6-D255D3BCA5D0}" dt="2023-11-22T15:19:03.216" v="45" actId="1035"/>
          <ac:spMkLst>
            <pc:docMk/>
            <pc:sldMk cId="1883126099" sldId="334"/>
            <ac:spMk id="95" creationId="{573D12EA-05FC-A3D8-5363-CB7A3A5C65AE}"/>
          </ac:spMkLst>
        </pc:spChg>
        <pc:spChg chg="mod">
          <ac:chgData name="이건희/22138005" userId="aabe95a3-5fc9-405c-b337-538f705fda9d" providerId="ADAL" clId="{50495392-362F-4BD7-97B6-D255D3BCA5D0}" dt="2023-11-22T15:19:03.216" v="45" actId="1035"/>
          <ac:spMkLst>
            <pc:docMk/>
            <pc:sldMk cId="1883126099" sldId="334"/>
            <ac:spMk id="101" creationId="{AD995530-03BD-003C-15D0-F0BF0BBD7F8E}"/>
          </ac:spMkLst>
        </pc:spChg>
        <pc:spChg chg="mod">
          <ac:chgData name="이건희/22138005" userId="aabe95a3-5fc9-405c-b337-538f705fda9d" providerId="ADAL" clId="{50495392-362F-4BD7-97B6-D255D3BCA5D0}" dt="2023-11-22T15:19:03.216" v="45" actId="1035"/>
          <ac:spMkLst>
            <pc:docMk/>
            <pc:sldMk cId="1883126099" sldId="334"/>
            <ac:spMk id="103" creationId="{2CA51FB5-2E93-02E9-AF89-DDF27D516018}"/>
          </ac:spMkLst>
        </pc:spChg>
        <pc:grpChg chg="mod">
          <ac:chgData name="이건희/22138005" userId="aabe95a3-5fc9-405c-b337-538f705fda9d" providerId="ADAL" clId="{50495392-362F-4BD7-97B6-D255D3BCA5D0}" dt="2023-11-22T15:18:48.460" v="8" actId="1076"/>
          <ac:grpSpMkLst>
            <pc:docMk/>
            <pc:sldMk cId="1883126099" sldId="334"/>
            <ac:grpSpMk id="75" creationId="{849DF733-73B0-C5B2-3CDD-A510AE4488CB}"/>
          </ac:grpSpMkLst>
        </pc:grpChg>
        <pc:picChg chg="del">
          <ac:chgData name="이건희/22138005" userId="aabe95a3-5fc9-405c-b337-538f705fda9d" providerId="ADAL" clId="{50495392-362F-4BD7-97B6-D255D3BCA5D0}" dt="2023-11-22T15:18:36.192" v="2" actId="478"/>
          <ac:picMkLst>
            <pc:docMk/>
            <pc:sldMk cId="1883126099" sldId="334"/>
            <ac:picMk id="5" creationId="{917010C5-2B69-0476-55AE-877F6F3CA26A}"/>
          </ac:picMkLst>
        </pc:picChg>
        <pc:picChg chg="mod">
          <ac:chgData name="이건희/22138005" userId="aabe95a3-5fc9-405c-b337-538f705fda9d" providerId="ADAL" clId="{50495392-362F-4BD7-97B6-D255D3BCA5D0}" dt="2023-11-22T15:18:48.460" v="8" actId="1076"/>
          <ac:picMkLst>
            <pc:docMk/>
            <pc:sldMk cId="1883126099" sldId="334"/>
            <ac:picMk id="61" creationId="{8CA631D7-32AB-E8EC-5B1F-DAD5B90146B9}"/>
          </ac:picMkLst>
        </pc:picChg>
        <pc:picChg chg="mod">
          <ac:chgData name="이건희/22138005" userId="aabe95a3-5fc9-405c-b337-538f705fda9d" providerId="ADAL" clId="{50495392-362F-4BD7-97B6-D255D3BCA5D0}" dt="2023-11-22T15:19:03.216" v="45" actId="1035"/>
          <ac:picMkLst>
            <pc:docMk/>
            <pc:sldMk cId="1883126099" sldId="334"/>
            <ac:picMk id="63" creationId="{A87BB6F9-3BEB-2E54-1ECD-C331213C38B9}"/>
          </ac:picMkLst>
        </pc:picChg>
        <pc:picChg chg="mod">
          <ac:chgData name="이건희/22138005" userId="aabe95a3-5fc9-405c-b337-538f705fda9d" providerId="ADAL" clId="{50495392-362F-4BD7-97B6-D255D3BCA5D0}" dt="2023-11-22T15:19:03.216" v="45" actId="1035"/>
          <ac:picMkLst>
            <pc:docMk/>
            <pc:sldMk cId="1883126099" sldId="334"/>
            <ac:picMk id="65" creationId="{2436676B-4F20-C36A-0A4C-0E61DD23EF21}"/>
          </ac:picMkLst>
        </pc:picChg>
        <pc:cxnChg chg="del mod">
          <ac:chgData name="이건희/22138005" userId="aabe95a3-5fc9-405c-b337-538f705fda9d" providerId="ADAL" clId="{50495392-362F-4BD7-97B6-D255D3BCA5D0}" dt="2023-11-22T15:18:38.305" v="4" actId="478"/>
          <ac:cxnSpMkLst>
            <pc:docMk/>
            <pc:sldMk cId="1883126099" sldId="334"/>
            <ac:cxnSpMk id="8" creationId="{3DB64AB5-A07F-3B90-C43B-0BEDAAD5C2DD}"/>
          </ac:cxnSpMkLst>
        </pc:cxnChg>
        <pc:cxnChg chg="mod">
          <ac:chgData name="이건희/22138005" userId="aabe95a3-5fc9-405c-b337-538f705fda9d" providerId="ADAL" clId="{50495392-362F-4BD7-97B6-D255D3BCA5D0}" dt="2023-11-22T15:18:48.460" v="8" actId="1076"/>
          <ac:cxnSpMkLst>
            <pc:docMk/>
            <pc:sldMk cId="1883126099" sldId="334"/>
            <ac:cxnSpMk id="76" creationId="{C6516871-4DA6-3C2A-3EE6-36B55295E49E}"/>
          </ac:cxnSpMkLst>
        </pc:cxnChg>
        <pc:cxnChg chg="mod">
          <ac:chgData name="이건희/22138005" userId="aabe95a3-5fc9-405c-b337-538f705fda9d" providerId="ADAL" clId="{50495392-362F-4BD7-97B6-D255D3BCA5D0}" dt="2023-11-22T15:18:48.460" v="8" actId="1076"/>
          <ac:cxnSpMkLst>
            <pc:docMk/>
            <pc:sldMk cId="1883126099" sldId="334"/>
            <ac:cxnSpMk id="79" creationId="{C0B7C218-7824-54BB-9CF5-8E95BAD2A042}"/>
          </ac:cxnSpMkLst>
        </pc:cxnChg>
        <pc:cxnChg chg="mod">
          <ac:chgData name="이건희/22138005" userId="aabe95a3-5fc9-405c-b337-538f705fda9d" providerId="ADAL" clId="{50495392-362F-4BD7-97B6-D255D3BCA5D0}" dt="2023-11-22T15:19:03.216" v="45" actId="1035"/>
          <ac:cxnSpMkLst>
            <pc:docMk/>
            <pc:sldMk cId="1883126099" sldId="334"/>
            <ac:cxnSpMk id="99" creationId="{D8FCABAC-6479-E7C7-6E4C-5F9C89A3D0B6}"/>
          </ac:cxnSpMkLst>
        </pc:cxnChg>
        <pc:cxnChg chg="mod">
          <ac:chgData name="이건희/22138005" userId="aabe95a3-5fc9-405c-b337-538f705fda9d" providerId="ADAL" clId="{50495392-362F-4BD7-97B6-D255D3BCA5D0}" dt="2023-11-22T15:19:03.216" v="45" actId="1035"/>
          <ac:cxnSpMkLst>
            <pc:docMk/>
            <pc:sldMk cId="1883126099" sldId="334"/>
            <ac:cxnSpMk id="100" creationId="{D4F4D30D-1018-C4B6-5A01-5F3F72FA2F7E}"/>
          </ac:cxnSpMkLst>
        </pc:cxnChg>
      </pc:sldChg>
    </pc:docChg>
  </pc:docChgLst>
  <pc:docChgLst>
    <pc:chgData name="이건희" userId="0a994238-b102-4555-836f-34b53b2f3c57" providerId="ADAL" clId="{AEFE8E1C-AB64-4204-98E2-E8FA3F76D006}"/>
    <pc:docChg chg="undo custSel addSld delSld modSld">
      <pc:chgData name="이건희" userId="0a994238-b102-4555-836f-34b53b2f3c57" providerId="ADAL" clId="{AEFE8E1C-AB64-4204-98E2-E8FA3F76D006}" dt="2023-07-25T10:53:54.775" v="749" actId="20577"/>
      <pc:docMkLst>
        <pc:docMk/>
      </pc:docMkLst>
      <pc:sldChg chg="modSp mod">
        <pc:chgData name="이건희" userId="0a994238-b102-4555-836f-34b53b2f3c57" providerId="ADAL" clId="{AEFE8E1C-AB64-4204-98E2-E8FA3F76D006}" dt="2023-07-25T10:53:54.775" v="749" actId="20577"/>
        <pc:sldMkLst>
          <pc:docMk/>
          <pc:sldMk cId="567678956" sldId="259"/>
        </pc:sldMkLst>
        <pc:spChg chg="mod">
          <ac:chgData name="이건희" userId="0a994238-b102-4555-836f-34b53b2f3c57" providerId="ADAL" clId="{AEFE8E1C-AB64-4204-98E2-E8FA3F76D006}" dt="2023-07-25T10:53:54.775" v="749" actId="20577"/>
          <ac:spMkLst>
            <pc:docMk/>
            <pc:sldMk cId="567678956" sldId="259"/>
            <ac:spMk id="3" creationId="{1ACF19A4-E8C0-0BF9-1540-245147401458}"/>
          </ac:spMkLst>
        </pc:spChg>
        <pc:spChg chg="mod">
          <ac:chgData name="이건희" userId="0a994238-b102-4555-836f-34b53b2f3c57" providerId="ADAL" clId="{AEFE8E1C-AB64-4204-98E2-E8FA3F76D006}" dt="2023-07-25T10:53:49.799" v="745" actId="20577"/>
          <ac:spMkLst>
            <pc:docMk/>
            <pc:sldMk cId="567678956" sldId="259"/>
            <ac:spMk id="171" creationId="{3D49A621-69E8-ED78-5260-A69E4F2A6376}"/>
          </ac:spMkLst>
        </pc:spChg>
      </pc:sldChg>
      <pc:sldChg chg="del">
        <pc:chgData name="이건희" userId="0a994238-b102-4555-836f-34b53b2f3c57" providerId="ADAL" clId="{AEFE8E1C-AB64-4204-98E2-E8FA3F76D006}" dt="2023-07-20T09:21:30.913" v="120" actId="47"/>
        <pc:sldMkLst>
          <pc:docMk/>
          <pc:sldMk cId="970716043" sldId="320"/>
        </pc:sldMkLst>
      </pc:sldChg>
      <pc:sldChg chg="addSp delSp modSp mod">
        <pc:chgData name="이건희" userId="0a994238-b102-4555-836f-34b53b2f3c57" providerId="ADAL" clId="{AEFE8E1C-AB64-4204-98E2-E8FA3F76D006}" dt="2023-07-16T12:31:39.436" v="118" actId="1076"/>
        <pc:sldMkLst>
          <pc:docMk/>
          <pc:sldMk cId="1883126099" sldId="334"/>
        </pc:sldMkLst>
        <pc:spChg chg="add mod">
          <ac:chgData name="이건희" userId="0a994238-b102-4555-836f-34b53b2f3c57" providerId="ADAL" clId="{AEFE8E1C-AB64-4204-98E2-E8FA3F76D006}" dt="2023-07-16T12:30:47.854" v="16" actId="208"/>
          <ac:spMkLst>
            <pc:docMk/>
            <pc:sldMk cId="1883126099" sldId="334"/>
            <ac:spMk id="6" creationId="{B7E40E3F-88F0-A362-FE0F-5E4A57D9F459}"/>
          </ac:spMkLst>
        </pc:spChg>
        <pc:spChg chg="add mod">
          <ac:chgData name="이건희" userId="0a994238-b102-4555-836f-34b53b2f3c57" providerId="ADAL" clId="{AEFE8E1C-AB64-4204-98E2-E8FA3F76D006}" dt="2023-07-16T12:31:39.436" v="118" actId="1076"/>
          <ac:spMkLst>
            <pc:docMk/>
            <pc:sldMk cId="1883126099" sldId="334"/>
            <ac:spMk id="9" creationId="{0747DD61-0894-618F-1F4D-DF4CE2898AFA}"/>
          </ac:spMkLst>
        </pc:spChg>
        <pc:spChg chg="del">
          <ac:chgData name="이건희" userId="0a994238-b102-4555-836f-34b53b2f3c57" providerId="ADAL" clId="{AEFE8E1C-AB64-4204-98E2-E8FA3F76D006}" dt="2023-07-16T12:30:15.511" v="6" actId="478"/>
          <ac:spMkLst>
            <pc:docMk/>
            <pc:sldMk cId="1883126099" sldId="334"/>
            <ac:spMk id="104" creationId="{E0FF1D3F-55DE-9B34-705F-FDF8F8EFB0CE}"/>
          </ac:spMkLst>
        </pc:spChg>
        <pc:picChg chg="add mod modCrop">
          <ac:chgData name="이건희" userId="0a994238-b102-4555-836f-34b53b2f3c57" providerId="ADAL" clId="{AEFE8E1C-AB64-4204-98E2-E8FA3F76D006}" dt="2023-07-16T12:30:22.536" v="9" actId="1076"/>
          <ac:picMkLst>
            <pc:docMk/>
            <pc:sldMk cId="1883126099" sldId="334"/>
            <ac:picMk id="5" creationId="{917010C5-2B69-0476-55AE-877F6F3CA26A}"/>
          </ac:picMkLst>
        </pc:picChg>
        <pc:cxnChg chg="add mod">
          <ac:chgData name="이건희" userId="0a994238-b102-4555-836f-34b53b2f3c57" providerId="ADAL" clId="{AEFE8E1C-AB64-4204-98E2-E8FA3F76D006}" dt="2023-07-16T12:30:59.450" v="19" actId="1582"/>
          <ac:cxnSpMkLst>
            <pc:docMk/>
            <pc:sldMk cId="1883126099" sldId="334"/>
            <ac:cxnSpMk id="8" creationId="{3DB64AB5-A07F-3B90-C43B-0BEDAAD5C2DD}"/>
          </ac:cxnSpMkLst>
        </pc:cxnChg>
      </pc:sldChg>
      <pc:sldChg chg="add">
        <pc:chgData name="이건희" userId="0a994238-b102-4555-836f-34b53b2f3c57" providerId="ADAL" clId="{AEFE8E1C-AB64-4204-98E2-E8FA3F76D006}" dt="2023-07-20T09:21:29.506" v="119"/>
        <pc:sldMkLst>
          <pc:docMk/>
          <pc:sldMk cId="4172918257" sldId="335"/>
        </pc:sldMkLst>
      </pc:sldChg>
      <pc:sldChg chg="addSp delSp modSp add mod">
        <pc:chgData name="이건희" userId="0a994238-b102-4555-836f-34b53b2f3c57" providerId="ADAL" clId="{AEFE8E1C-AB64-4204-98E2-E8FA3F76D006}" dt="2023-07-20T09:31:57.143" v="735" actId="1076"/>
        <pc:sldMkLst>
          <pc:docMk/>
          <pc:sldMk cId="2810046121" sldId="336"/>
        </pc:sldMkLst>
        <pc:spChg chg="mod">
          <ac:chgData name="이건희" userId="0a994238-b102-4555-836f-34b53b2f3c57" providerId="ADAL" clId="{AEFE8E1C-AB64-4204-98E2-E8FA3F76D006}" dt="2023-07-20T09:22:08.210" v="172"/>
          <ac:spMkLst>
            <pc:docMk/>
            <pc:sldMk cId="2810046121" sldId="336"/>
            <ac:spMk id="2" creationId="{0DC65C3A-4B61-C12C-2067-16BDFA2D4EC8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6" creationId="{B7E40E3F-88F0-A362-FE0F-5E4A57D9F459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9" creationId="{0747DD61-0894-618F-1F4D-DF4CE2898AFA}"/>
          </ac:spMkLst>
        </pc:spChg>
        <pc:spChg chg="add mod">
          <ac:chgData name="이건희" userId="0a994238-b102-4555-836f-34b53b2f3c57" providerId="ADAL" clId="{AEFE8E1C-AB64-4204-98E2-E8FA3F76D006}" dt="2023-07-20T09:26:09.212" v="377" actId="164"/>
          <ac:spMkLst>
            <pc:docMk/>
            <pc:sldMk cId="2810046121" sldId="336"/>
            <ac:spMk id="57" creationId="{225F7E0F-13E0-44B7-39A2-62D2DC67EDD4}"/>
          </ac:spMkLst>
        </pc:spChg>
        <pc:spChg chg="add mod">
          <ac:chgData name="이건희" userId="0a994238-b102-4555-836f-34b53b2f3c57" providerId="ADAL" clId="{AEFE8E1C-AB64-4204-98E2-E8FA3F76D006}" dt="2023-07-20T09:26:09.212" v="377" actId="164"/>
          <ac:spMkLst>
            <pc:docMk/>
            <pc:sldMk cId="2810046121" sldId="336"/>
            <ac:spMk id="58" creationId="{26322ECD-3017-AF37-B1C1-83F4FCAD2669}"/>
          </ac:spMkLst>
        </pc:spChg>
        <pc:spChg chg="add mod">
          <ac:chgData name="이건희" userId="0a994238-b102-4555-836f-34b53b2f3c57" providerId="ADAL" clId="{AEFE8E1C-AB64-4204-98E2-E8FA3F76D006}" dt="2023-07-20T09:26:09.212" v="377" actId="164"/>
          <ac:spMkLst>
            <pc:docMk/>
            <pc:sldMk cId="2810046121" sldId="336"/>
            <ac:spMk id="59" creationId="{CC1E8F64-9B9D-1A45-80E3-549BAE429CDD}"/>
          </ac:spMkLst>
        </pc:spChg>
        <pc:spChg chg="add mod">
          <ac:chgData name="이건희" userId="0a994238-b102-4555-836f-34b53b2f3c57" providerId="ADAL" clId="{AEFE8E1C-AB64-4204-98E2-E8FA3F76D006}" dt="2023-07-20T09:26:09.212" v="377" actId="164"/>
          <ac:spMkLst>
            <pc:docMk/>
            <pc:sldMk cId="2810046121" sldId="336"/>
            <ac:spMk id="60" creationId="{C02ED905-03C4-302B-3A45-FFD3E832E642}"/>
          </ac:spMkLst>
        </pc:spChg>
        <pc:spChg chg="add del mod">
          <ac:chgData name="이건희" userId="0a994238-b102-4555-836f-34b53b2f3c57" providerId="ADAL" clId="{AEFE8E1C-AB64-4204-98E2-E8FA3F76D006}" dt="2023-07-20T09:24:21.587" v="247"/>
          <ac:spMkLst>
            <pc:docMk/>
            <pc:sldMk cId="2810046121" sldId="336"/>
            <ac:spMk id="61" creationId="{DBF6B913-ADE0-0E7D-D9E3-54E66B5E6070}"/>
          </ac:spMkLst>
        </pc:spChg>
        <pc:spChg chg="add del mod">
          <ac:chgData name="이건희" userId="0a994238-b102-4555-836f-34b53b2f3c57" providerId="ADAL" clId="{AEFE8E1C-AB64-4204-98E2-E8FA3F76D006}" dt="2023-07-20T09:24:21.587" v="247"/>
          <ac:spMkLst>
            <pc:docMk/>
            <pc:sldMk cId="2810046121" sldId="336"/>
            <ac:spMk id="62" creationId="{2E74BC22-9F47-65EF-3690-4F277EE1C871}"/>
          </ac:spMkLst>
        </pc:spChg>
        <pc:spChg chg="add del mod">
          <ac:chgData name="이건희" userId="0a994238-b102-4555-836f-34b53b2f3c57" providerId="ADAL" clId="{AEFE8E1C-AB64-4204-98E2-E8FA3F76D006}" dt="2023-07-20T09:24:21.587" v="247"/>
          <ac:spMkLst>
            <pc:docMk/>
            <pc:sldMk cId="2810046121" sldId="336"/>
            <ac:spMk id="63" creationId="{D57070D7-53B3-4103-3FBA-00E02251B794}"/>
          </ac:spMkLst>
        </pc:spChg>
        <pc:spChg chg="add del mod">
          <ac:chgData name="이건희" userId="0a994238-b102-4555-836f-34b53b2f3c57" providerId="ADAL" clId="{AEFE8E1C-AB64-4204-98E2-E8FA3F76D006}" dt="2023-07-20T09:24:21.587" v="247"/>
          <ac:spMkLst>
            <pc:docMk/>
            <pc:sldMk cId="2810046121" sldId="336"/>
            <ac:spMk id="64" creationId="{DED4CBD6-DCBB-BA31-9E2E-1727B65F556D}"/>
          </ac:spMkLst>
        </pc:spChg>
        <pc:spChg chg="add mod">
          <ac:chgData name="이건희" userId="0a994238-b102-4555-836f-34b53b2f3c57" providerId="ADAL" clId="{AEFE8E1C-AB64-4204-98E2-E8FA3F76D006}" dt="2023-07-20T09:26:09.212" v="377" actId="164"/>
          <ac:spMkLst>
            <pc:docMk/>
            <pc:sldMk cId="2810046121" sldId="336"/>
            <ac:spMk id="65" creationId="{F17ED4DF-FF57-207E-33E8-07A77B4567F8}"/>
          </ac:spMkLst>
        </pc:spChg>
        <pc:spChg chg="add del mod">
          <ac:chgData name="이건희" userId="0a994238-b102-4555-836f-34b53b2f3c57" providerId="ADAL" clId="{AEFE8E1C-AB64-4204-98E2-E8FA3F76D006}" dt="2023-07-20T09:25:06.214" v="336" actId="478"/>
          <ac:spMkLst>
            <pc:docMk/>
            <pc:sldMk cId="2810046121" sldId="336"/>
            <ac:spMk id="67" creationId="{3135AA9D-F42D-0DD8-6321-D7E4B9F06FC3}"/>
          </ac:spMkLst>
        </pc:spChg>
        <pc:spChg chg="add del mod">
          <ac:chgData name="이건희" userId="0a994238-b102-4555-836f-34b53b2f3c57" providerId="ADAL" clId="{AEFE8E1C-AB64-4204-98E2-E8FA3F76D006}" dt="2023-07-20T09:25:07.302" v="338" actId="478"/>
          <ac:spMkLst>
            <pc:docMk/>
            <pc:sldMk cId="2810046121" sldId="336"/>
            <ac:spMk id="68" creationId="{0125E7AE-D084-3F5B-3F6A-A2E00B18D81E}"/>
          </ac:spMkLst>
        </pc:spChg>
        <pc:spChg chg="add del mod">
          <ac:chgData name="이건희" userId="0a994238-b102-4555-836f-34b53b2f3c57" providerId="ADAL" clId="{AEFE8E1C-AB64-4204-98E2-E8FA3F76D006}" dt="2023-07-20T09:25:08.223" v="339" actId="478"/>
          <ac:spMkLst>
            <pc:docMk/>
            <pc:sldMk cId="2810046121" sldId="336"/>
            <ac:spMk id="69" creationId="{8A7EB4FE-0235-687C-805D-F418751FA061}"/>
          </ac:spMkLst>
        </pc:spChg>
        <pc:spChg chg="add mod">
          <ac:chgData name="이건희" userId="0a994238-b102-4555-836f-34b53b2f3c57" providerId="ADAL" clId="{AEFE8E1C-AB64-4204-98E2-E8FA3F76D006}" dt="2023-07-20T09:26:09.212" v="377" actId="164"/>
          <ac:spMkLst>
            <pc:docMk/>
            <pc:sldMk cId="2810046121" sldId="336"/>
            <ac:spMk id="70" creationId="{27348859-DE6A-44AB-C438-8C2E8342E738}"/>
          </ac:spMkLst>
        </pc:spChg>
        <pc:spChg chg="add mod">
          <ac:chgData name="이건희" userId="0a994238-b102-4555-836f-34b53b2f3c57" providerId="ADAL" clId="{AEFE8E1C-AB64-4204-98E2-E8FA3F76D006}" dt="2023-07-20T09:26:09.212" v="377" actId="164"/>
          <ac:spMkLst>
            <pc:docMk/>
            <pc:sldMk cId="2810046121" sldId="336"/>
            <ac:spMk id="71" creationId="{130EF49D-ED06-2F14-7158-470FC2545C59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77" creationId="{66E6F9BA-D3D2-0260-E97F-59FE34C2453D}"/>
          </ac:spMkLst>
        </pc:spChg>
        <pc:spChg chg="add mod">
          <ac:chgData name="이건희" userId="0a994238-b102-4555-836f-34b53b2f3c57" providerId="ADAL" clId="{AEFE8E1C-AB64-4204-98E2-E8FA3F76D006}" dt="2023-07-20T09:26:09.212" v="377" actId="164"/>
          <ac:spMkLst>
            <pc:docMk/>
            <pc:sldMk cId="2810046121" sldId="336"/>
            <ac:spMk id="78" creationId="{A871DEF8-B0FB-AB9D-9420-90397F7E435E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80" creationId="{26D6EB1F-9532-44BC-52ED-ED0CBF5A8F28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81" creationId="{765431B6-AB66-2FCB-B3FE-78F524EF529F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82" creationId="{9D6CDFAF-827D-8823-8001-F14960444F5A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83" creationId="{10280A32-45CB-B351-A2FE-40219706F346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84" creationId="{A3996565-C5B0-1179-5B96-9A064E3FE3ED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85" creationId="{CDA9A2EF-B070-3EB6-A46C-9548F3CA26C9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86" creationId="{8533FCA6-671F-F302-D74F-4FBA138EC98C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90" creationId="{C47DDDB4-A039-1829-717F-15A82CA562BB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93" creationId="{88658601-73E3-3A44-B59D-6DB4ECAC7068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95" creationId="{573D12EA-05FC-A3D8-5363-CB7A3A5C65AE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97" creationId="{C0907E52-59B8-5E52-8374-549251E136DA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98" creationId="{4042888A-012F-B159-45B7-584871A49F65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101" creationId="{AD995530-03BD-003C-15D0-F0BF0BBD7F8E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02" creationId="{7953BD28-93EF-2C2C-844E-EB7B3B137496}"/>
          </ac:spMkLst>
        </pc:spChg>
        <pc:spChg chg="del">
          <ac:chgData name="이건희" userId="0a994238-b102-4555-836f-34b53b2f3c57" providerId="ADAL" clId="{AEFE8E1C-AB64-4204-98E2-E8FA3F76D006}" dt="2023-07-20T09:21:45.034" v="122" actId="478"/>
          <ac:spMkLst>
            <pc:docMk/>
            <pc:sldMk cId="2810046121" sldId="336"/>
            <ac:spMk id="103" creationId="{2CA51FB5-2E93-02E9-AF89-DDF27D516018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05" creationId="{87D97FFE-DCFC-9D84-3A7C-9B43DA70A165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07" creationId="{6DEF0089-7DE8-BD09-27D6-5C805EF94442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09" creationId="{66ECBB3F-EA9C-EF5D-B168-9D1E259541D2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10" creationId="{6D03DAB7-6C82-BA19-A47F-EAAD5F72EFD3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11" creationId="{7C70BC56-6E6E-556B-BF1F-281BEBDE5ECA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12" creationId="{3F3D00F1-345C-04AA-FADF-5461FD22AA52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14" creationId="{71B1969F-5AD2-E785-B815-B143D4FC3C23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16" creationId="{8EE38B1C-12DC-74D7-326C-7C48BA8C45F1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18" creationId="{5171BA1C-B8A5-FB97-4B3C-85BEA5B3D558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19" creationId="{954F35F9-F21D-65BB-D85F-44C6ADAA90A0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20" creationId="{743ED3F6-29E4-BD05-B419-A787DAA1351A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21" creationId="{E3D897E6-B29B-260E-4F0A-3E9F74AB96A1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22" creationId="{576D6337-F646-5655-4961-409547095618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24" creationId="{34A052F7-FBE2-E8FE-434F-35B746D163A7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26" creationId="{6CDBDF3D-6D4B-43DD-1E96-C97E01E1534D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28" creationId="{3D68ACD1-54C3-E081-C4DB-590AC2FBA4A6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29" creationId="{9AC51143-5E00-B261-852D-54E7524489E1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30" creationId="{29697D70-A6D6-8EB7-EAD7-2C705742A6F9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31" creationId="{AD48BEA4-D7C3-F033-32FB-1B285568ACE3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32" creationId="{B903EBA8-EF5B-E092-73BF-AC0BBD6782BD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34" creationId="{9419184C-FEB8-738E-E51F-B968531E0849}"/>
          </ac:spMkLst>
        </pc:spChg>
        <pc:spChg chg="mod">
          <ac:chgData name="이건희" userId="0a994238-b102-4555-836f-34b53b2f3c57" providerId="ADAL" clId="{AEFE8E1C-AB64-4204-98E2-E8FA3F76D006}" dt="2023-07-20T09:26:25.819" v="430"/>
          <ac:spMkLst>
            <pc:docMk/>
            <pc:sldMk cId="2810046121" sldId="336"/>
            <ac:spMk id="136" creationId="{A7F6D784-6C8E-A0DD-90A1-785B79FE3579}"/>
          </ac:spMkLst>
        </pc:spChg>
        <pc:spChg chg="add mod">
          <ac:chgData name="이건희" userId="0a994238-b102-4555-836f-34b53b2f3c57" providerId="ADAL" clId="{AEFE8E1C-AB64-4204-98E2-E8FA3F76D006}" dt="2023-07-20T09:30:54.685" v="597" actId="14100"/>
          <ac:spMkLst>
            <pc:docMk/>
            <pc:sldMk cId="2810046121" sldId="336"/>
            <ac:spMk id="138" creationId="{5371682D-A109-95C4-5934-A97847B64D0E}"/>
          </ac:spMkLst>
        </pc:spChg>
        <pc:spChg chg="add mod">
          <ac:chgData name="이건희" userId="0a994238-b102-4555-836f-34b53b2f3c57" providerId="ADAL" clId="{AEFE8E1C-AB64-4204-98E2-E8FA3F76D006}" dt="2023-07-20T09:31:57.143" v="735" actId="1076"/>
          <ac:spMkLst>
            <pc:docMk/>
            <pc:sldMk cId="2810046121" sldId="336"/>
            <ac:spMk id="139" creationId="{588B7085-7139-4E80-09C4-D6F586C1BD5C}"/>
          </ac:spMkLst>
        </pc:spChg>
        <pc:grpChg chg="del">
          <ac:chgData name="이건희" userId="0a994238-b102-4555-836f-34b53b2f3c57" providerId="ADAL" clId="{AEFE8E1C-AB64-4204-98E2-E8FA3F76D006}" dt="2023-07-20T09:21:45.034" v="122" actId="478"/>
          <ac:grpSpMkLst>
            <pc:docMk/>
            <pc:sldMk cId="2810046121" sldId="336"/>
            <ac:grpSpMk id="73" creationId="{F4390B2E-59A9-61CD-1608-97BDC9D7D650}"/>
          </ac:grpSpMkLst>
        </pc:grpChg>
        <pc:grpChg chg="del">
          <ac:chgData name="이건희" userId="0a994238-b102-4555-836f-34b53b2f3c57" providerId="ADAL" clId="{AEFE8E1C-AB64-4204-98E2-E8FA3F76D006}" dt="2023-07-20T09:21:45.034" v="122" actId="478"/>
          <ac:grpSpMkLst>
            <pc:docMk/>
            <pc:sldMk cId="2810046121" sldId="336"/>
            <ac:grpSpMk id="75" creationId="{849DF733-73B0-C5B2-3CDD-A510AE4488CB}"/>
          </ac:grpSpMkLst>
        </pc:grpChg>
        <pc:grpChg chg="add mod">
          <ac:chgData name="이건희" userId="0a994238-b102-4555-836f-34b53b2f3c57" providerId="ADAL" clId="{AEFE8E1C-AB64-4204-98E2-E8FA3F76D006}" dt="2023-07-20T09:30:32.991" v="592" actId="1036"/>
          <ac:grpSpMkLst>
            <pc:docMk/>
            <pc:sldMk cId="2810046121" sldId="336"/>
            <ac:grpSpMk id="87" creationId="{A6188A5C-4E98-DECA-375F-2908699DAFC4}"/>
          </ac:grpSpMkLst>
        </pc:grpChg>
        <pc:grpChg chg="add mod">
          <ac:chgData name="이건희" userId="0a994238-b102-4555-836f-34b53b2f3c57" providerId="ADAL" clId="{AEFE8E1C-AB64-4204-98E2-E8FA3F76D006}" dt="2023-07-20T09:30:28.543" v="574" actId="1036"/>
          <ac:grpSpMkLst>
            <pc:docMk/>
            <pc:sldMk cId="2810046121" sldId="336"/>
            <ac:grpSpMk id="89" creationId="{32C4EF3E-EC33-C728-1295-E65D83D5791E}"/>
          </ac:grpSpMkLst>
        </pc:grpChg>
        <pc:grpChg chg="del">
          <ac:chgData name="이건희" userId="0a994238-b102-4555-836f-34b53b2f3c57" providerId="ADAL" clId="{AEFE8E1C-AB64-4204-98E2-E8FA3F76D006}" dt="2023-07-20T09:21:45.034" v="122" actId="478"/>
          <ac:grpSpMkLst>
            <pc:docMk/>
            <pc:sldMk cId="2810046121" sldId="336"/>
            <ac:grpSpMk id="96" creationId="{B7666A6F-67CD-37A1-566A-412AAF33AF35}"/>
          </ac:grpSpMkLst>
        </pc:grpChg>
        <pc:grpChg chg="add mod">
          <ac:chgData name="이건희" userId="0a994238-b102-4555-836f-34b53b2f3c57" providerId="ADAL" clId="{AEFE8E1C-AB64-4204-98E2-E8FA3F76D006}" dt="2023-07-20T09:30:28.543" v="574" actId="1036"/>
          <ac:grpSpMkLst>
            <pc:docMk/>
            <pc:sldMk cId="2810046121" sldId="336"/>
            <ac:grpSpMk id="108" creationId="{7BF09DCC-957D-321B-2CE0-2D0EF9E4EE3D}"/>
          </ac:grpSpMkLst>
        </pc:grpChg>
        <pc:grpChg chg="add mod">
          <ac:chgData name="이건희" userId="0a994238-b102-4555-836f-34b53b2f3c57" providerId="ADAL" clId="{AEFE8E1C-AB64-4204-98E2-E8FA3F76D006}" dt="2023-07-20T09:30:28.543" v="574" actId="1036"/>
          <ac:grpSpMkLst>
            <pc:docMk/>
            <pc:sldMk cId="2810046121" sldId="336"/>
            <ac:grpSpMk id="117" creationId="{D9D39622-9168-BC55-EB4A-6535BCD512DD}"/>
          </ac:grpSpMkLst>
        </pc:grpChg>
        <pc:grpChg chg="add mod">
          <ac:chgData name="이건희" userId="0a994238-b102-4555-836f-34b53b2f3c57" providerId="ADAL" clId="{AEFE8E1C-AB64-4204-98E2-E8FA3F76D006}" dt="2023-07-20T09:30:28.543" v="574" actId="1036"/>
          <ac:grpSpMkLst>
            <pc:docMk/>
            <pc:sldMk cId="2810046121" sldId="336"/>
            <ac:grpSpMk id="127" creationId="{937B7BC7-AA9E-0E20-8188-EF1BEF2AE427}"/>
          </ac:grpSpMkLst>
        </pc:grpChg>
        <pc:picChg chg="del">
          <ac:chgData name="이건희" userId="0a994238-b102-4555-836f-34b53b2f3c57" providerId="ADAL" clId="{AEFE8E1C-AB64-4204-98E2-E8FA3F76D006}" dt="2023-07-20T09:21:45.034" v="122" actId="478"/>
          <ac:picMkLst>
            <pc:docMk/>
            <pc:sldMk cId="2810046121" sldId="336"/>
            <ac:picMk id="5" creationId="{917010C5-2B69-0476-55AE-877F6F3CA26A}"/>
          </ac:picMkLst>
        </pc:picChg>
        <pc:picChg chg="add mod">
          <ac:chgData name="이건희" userId="0a994238-b102-4555-836f-34b53b2f3c57" providerId="ADAL" clId="{AEFE8E1C-AB64-4204-98E2-E8FA3F76D006}" dt="2023-07-20T09:26:09.212" v="377" actId="164"/>
          <ac:picMkLst>
            <pc:docMk/>
            <pc:sldMk cId="2810046121" sldId="336"/>
            <ac:picMk id="7" creationId="{B4464DC7-E58B-36BB-C959-A751193A1F8E}"/>
          </ac:picMkLst>
        </pc:picChg>
        <pc:picChg chg="add mod">
          <ac:chgData name="이건희" userId="0a994238-b102-4555-836f-34b53b2f3c57" providerId="ADAL" clId="{AEFE8E1C-AB64-4204-98E2-E8FA3F76D006}" dt="2023-07-20T09:26:09.212" v="377" actId="164"/>
          <ac:picMkLst>
            <pc:docMk/>
            <pc:sldMk cId="2810046121" sldId="336"/>
            <ac:picMk id="11" creationId="{24FFBB72-A80B-439E-788D-02FE1B7848C2}"/>
          </ac:picMkLst>
        </pc:picChg>
        <pc:picChg chg="add mod">
          <ac:chgData name="이건희" userId="0a994238-b102-4555-836f-34b53b2f3c57" providerId="ADAL" clId="{AEFE8E1C-AB64-4204-98E2-E8FA3F76D006}" dt="2023-07-20T09:26:09.212" v="377" actId="164"/>
          <ac:picMkLst>
            <pc:docMk/>
            <pc:sldMk cId="2810046121" sldId="336"/>
            <ac:picMk id="14" creationId="{F4E0C3BA-6B2B-C75D-CC09-C631EFBEDF76}"/>
          </ac:picMkLst>
        </pc:picChg>
        <pc:picChg chg="add mod">
          <ac:chgData name="이건희" userId="0a994238-b102-4555-836f-34b53b2f3c57" providerId="ADAL" clId="{AEFE8E1C-AB64-4204-98E2-E8FA3F76D006}" dt="2023-07-20T09:26:09.212" v="377" actId="164"/>
          <ac:picMkLst>
            <pc:docMk/>
            <pc:sldMk cId="2810046121" sldId="336"/>
            <ac:picMk id="56" creationId="{0BEDF406-0FE5-BBF5-C6D6-F866E8A84FEA}"/>
          </ac:picMkLst>
        </pc:picChg>
        <pc:picChg chg="del">
          <ac:chgData name="이건희" userId="0a994238-b102-4555-836f-34b53b2f3c57" providerId="ADAL" clId="{AEFE8E1C-AB64-4204-98E2-E8FA3F76D006}" dt="2023-07-20T09:21:45.034" v="122" actId="478"/>
          <ac:picMkLst>
            <pc:docMk/>
            <pc:sldMk cId="2810046121" sldId="336"/>
            <ac:picMk id="88" creationId="{D7BA62ED-EF69-FE78-7697-263647279F1E}"/>
          </ac:picMkLst>
        </pc:picChg>
        <pc:picChg chg="add mod">
          <ac:chgData name="이건희" userId="0a994238-b102-4555-836f-34b53b2f3c57" providerId="ADAL" clId="{AEFE8E1C-AB64-4204-98E2-E8FA3F76D006}" dt="2023-07-20T09:30:36.153" v="593" actId="1076"/>
          <ac:picMkLst>
            <pc:docMk/>
            <pc:sldMk cId="2810046121" sldId="336"/>
            <ac:picMk id="137" creationId="{47338933-C4B4-274C-1BCC-08698F3F2807}"/>
          </ac:picMkLst>
        </pc:picChg>
        <pc:cxnChg chg="del mod">
          <ac:chgData name="이건희" userId="0a994238-b102-4555-836f-34b53b2f3c57" providerId="ADAL" clId="{AEFE8E1C-AB64-4204-98E2-E8FA3F76D006}" dt="2023-07-20T09:21:45.034" v="122" actId="478"/>
          <ac:cxnSpMkLst>
            <pc:docMk/>
            <pc:sldMk cId="2810046121" sldId="336"/>
            <ac:cxnSpMk id="8" creationId="{3DB64AB5-A07F-3B90-C43B-0BEDAAD5C2DD}"/>
          </ac:cxnSpMkLst>
        </pc:cxnChg>
        <pc:cxnChg chg="del">
          <ac:chgData name="이건희" userId="0a994238-b102-4555-836f-34b53b2f3c57" providerId="ADAL" clId="{AEFE8E1C-AB64-4204-98E2-E8FA3F76D006}" dt="2023-07-20T09:21:45.034" v="122" actId="478"/>
          <ac:cxnSpMkLst>
            <pc:docMk/>
            <pc:sldMk cId="2810046121" sldId="336"/>
            <ac:cxnSpMk id="76" creationId="{C6516871-4DA6-3C2A-3EE6-36B55295E49E}"/>
          </ac:cxnSpMkLst>
        </pc:cxnChg>
        <pc:cxnChg chg="del">
          <ac:chgData name="이건희" userId="0a994238-b102-4555-836f-34b53b2f3c57" providerId="ADAL" clId="{AEFE8E1C-AB64-4204-98E2-E8FA3F76D006}" dt="2023-07-20T09:21:45.034" v="122" actId="478"/>
          <ac:cxnSpMkLst>
            <pc:docMk/>
            <pc:sldMk cId="2810046121" sldId="336"/>
            <ac:cxnSpMk id="79" creationId="{C0B7C218-7824-54BB-9CF5-8E95BAD2A042}"/>
          </ac:cxnSpMkLst>
        </pc:cxnChg>
        <pc:cxnChg chg="del">
          <ac:chgData name="이건희" userId="0a994238-b102-4555-836f-34b53b2f3c57" providerId="ADAL" clId="{AEFE8E1C-AB64-4204-98E2-E8FA3F76D006}" dt="2023-07-20T09:21:45.034" v="122" actId="478"/>
          <ac:cxnSpMkLst>
            <pc:docMk/>
            <pc:sldMk cId="2810046121" sldId="336"/>
            <ac:cxnSpMk id="99" creationId="{D8FCABAC-6479-E7C7-6E4C-5F9C89A3D0B6}"/>
          </ac:cxnSpMkLst>
        </pc:cxnChg>
        <pc:cxnChg chg="del mod">
          <ac:chgData name="이건희" userId="0a994238-b102-4555-836f-34b53b2f3c57" providerId="ADAL" clId="{AEFE8E1C-AB64-4204-98E2-E8FA3F76D006}" dt="2023-07-20T09:21:45.034" v="122" actId="478"/>
          <ac:cxnSpMkLst>
            <pc:docMk/>
            <pc:sldMk cId="2810046121" sldId="336"/>
            <ac:cxnSpMk id="100" creationId="{D4F4D30D-1018-C4B6-5A01-5F3F72FA2F7E}"/>
          </ac:cxnSpMkLst>
        </pc:cxnChg>
        <pc:cxnChg chg="mod">
          <ac:chgData name="이건희" userId="0a994238-b102-4555-836f-34b53b2f3c57" providerId="ADAL" clId="{AEFE8E1C-AB64-4204-98E2-E8FA3F76D006}" dt="2023-07-20T09:26:25.819" v="430"/>
          <ac:cxnSpMkLst>
            <pc:docMk/>
            <pc:sldMk cId="2810046121" sldId="336"/>
            <ac:cxnSpMk id="104" creationId="{4D7993EF-B42F-458F-25C6-2DF679EABCC6}"/>
          </ac:cxnSpMkLst>
        </pc:cxnChg>
        <pc:cxnChg chg="mod">
          <ac:chgData name="이건희" userId="0a994238-b102-4555-836f-34b53b2f3c57" providerId="ADAL" clId="{AEFE8E1C-AB64-4204-98E2-E8FA3F76D006}" dt="2023-07-20T09:26:25.819" v="430"/>
          <ac:cxnSpMkLst>
            <pc:docMk/>
            <pc:sldMk cId="2810046121" sldId="336"/>
            <ac:cxnSpMk id="106" creationId="{B537A369-59BA-AAA1-5F6B-9F0003525189}"/>
          </ac:cxnSpMkLst>
        </pc:cxnChg>
        <pc:cxnChg chg="mod">
          <ac:chgData name="이건희" userId="0a994238-b102-4555-836f-34b53b2f3c57" providerId="ADAL" clId="{AEFE8E1C-AB64-4204-98E2-E8FA3F76D006}" dt="2023-07-20T09:26:25.819" v="430"/>
          <ac:cxnSpMkLst>
            <pc:docMk/>
            <pc:sldMk cId="2810046121" sldId="336"/>
            <ac:cxnSpMk id="113" creationId="{E9F5BC7D-0378-1274-2D5B-EC5015137B1B}"/>
          </ac:cxnSpMkLst>
        </pc:cxnChg>
        <pc:cxnChg chg="mod">
          <ac:chgData name="이건희" userId="0a994238-b102-4555-836f-34b53b2f3c57" providerId="ADAL" clId="{AEFE8E1C-AB64-4204-98E2-E8FA3F76D006}" dt="2023-07-20T09:26:25.819" v="430"/>
          <ac:cxnSpMkLst>
            <pc:docMk/>
            <pc:sldMk cId="2810046121" sldId="336"/>
            <ac:cxnSpMk id="115" creationId="{5D36476B-3902-954F-08C1-51059EAFC14B}"/>
          </ac:cxnSpMkLst>
        </pc:cxnChg>
        <pc:cxnChg chg="mod">
          <ac:chgData name="이건희" userId="0a994238-b102-4555-836f-34b53b2f3c57" providerId="ADAL" clId="{AEFE8E1C-AB64-4204-98E2-E8FA3F76D006}" dt="2023-07-20T09:26:25.819" v="430"/>
          <ac:cxnSpMkLst>
            <pc:docMk/>
            <pc:sldMk cId="2810046121" sldId="336"/>
            <ac:cxnSpMk id="123" creationId="{9B198895-E3E7-EDAE-B3F7-F7308C161C6B}"/>
          </ac:cxnSpMkLst>
        </pc:cxnChg>
        <pc:cxnChg chg="mod">
          <ac:chgData name="이건희" userId="0a994238-b102-4555-836f-34b53b2f3c57" providerId="ADAL" clId="{AEFE8E1C-AB64-4204-98E2-E8FA3F76D006}" dt="2023-07-20T09:26:25.819" v="430"/>
          <ac:cxnSpMkLst>
            <pc:docMk/>
            <pc:sldMk cId="2810046121" sldId="336"/>
            <ac:cxnSpMk id="125" creationId="{184C53A0-7B05-7CF3-31F1-F4D942E292CA}"/>
          </ac:cxnSpMkLst>
        </pc:cxnChg>
        <pc:cxnChg chg="mod">
          <ac:chgData name="이건희" userId="0a994238-b102-4555-836f-34b53b2f3c57" providerId="ADAL" clId="{AEFE8E1C-AB64-4204-98E2-E8FA3F76D006}" dt="2023-07-20T09:26:25.819" v="430"/>
          <ac:cxnSpMkLst>
            <pc:docMk/>
            <pc:sldMk cId="2810046121" sldId="336"/>
            <ac:cxnSpMk id="133" creationId="{5A0E1574-2D25-7E1D-CF91-DC63EE4ED0AD}"/>
          </ac:cxnSpMkLst>
        </pc:cxnChg>
        <pc:cxnChg chg="mod">
          <ac:chgData name="이건희" userId="0a994238-b102-4555-836f-34b53b2f3c57" providerId="ADAL" clId="{AEFE8E1C-AB64-4204-98E2-E8FA3F76D006}" dt="2023-07-20T09:26:25.819" v="430"/>
          <ac:cxnSpMkLst>
            <pc:docMk/>
            <pc:sldMk cId="2810046121" sldId="336"/>
            <ac:cxnSpMk id="135" creationId="{D05BC00E-706D-42AE-345C-693F3B6A2F29}"/>
          </ac:cxnSpMkLst>
        </pc:cxnChg>
      </pc:sldChg>
    </pc:docChg>
  </pc:docChgLst>
  <pc:docChgLst>
    <pc:chgData name="이건희/22138005" userId="aabe95a3-5fc9-405c-b337-538f705fda9d" providerId="ADAL" clId="{A8CFDE39-7487-45DA-B50E-6B9C5A0B08DD}"/>
    <pc:docChg chg="custSel modSld sldOrd">
      <pc:chgData name="이건희/22138005" userId="aabe95a3-5fc9-405c-b337-538f705fda9d" providerId="ADAL" clId="{A8CFDE39-7487-45DA-B50E-6B9C5A0B08DD}" dt="2023-11-23T01:15:58.847" v="85"/>
      <pc:docMkLst>
        <pc:docMk/>
      </pc:docMkLst>
      <pc:sldChg chg="addSp delSp modSp mod ord">
        <pc:chgData name="이건희/22138005" userId="aabe95a3-5fc9-405c-b337-538f705fda9d" providerId="ADAL" clId="{A8CFDE39-7487-45DA-B50E-6B9C5A0B08DD}" dt="2023-11-23T01:15:58.847" v="85"/>
        <pc:sldMkLst>
          <pc:docMk/>
          <pc:sldMk cId="1883126099" sldId="334"/>
        </pc:sldMkLst>
        <pc:spChg chg="del">
          <ac:chgData name="이건희/22138005" userId="aabe95a3-5fc9-405c-b337-538f705fda9d" providerId="ADAL" clId="{A8CFDE39-7487-45DA-B50E-6B9C5A0B08DD}" dt="2023-11-23T01:15:06.199" v="2" actId="478"/>
          <ac:spMkLst>
            <pc:docMk/>
            <pc:sldMk cId="1883126099" sldId="334"/>
            <ac:spMk id="2" creationId="{0DC65C3A-4B61-C12C-2067-16BDFA2D4EC8}"/>
          </ac:spMkLst>
        </pc:spChg>
        <pc:spChg chg="add del mod">
          <ac:chgData name="이건희/22138005" userId="aabe95a3-5fc9-405c-b337-538f705fda9d" providerId="ADAL" clId="{A8CFDE39-7487-45DA-B50E-6B9C5A0B08DD}" dt="2023-11-23T01:15:07.891" v="4"/>
          <ac:spMkLst>
            <pc:docMk/>
            <pc:sldMk cId="1883126099" sldId="334"/>
            <ac:spMk id="5" creationId="{E720BEE4-7519-C975-B51B-E1D77992F61D}"/>
          </ac:spMkLst>
        </pc:spChg>
        <pc:spChg chg="add mod">
          <ac:chgData name="이건희/22138005" userId="aabe95a3-5fc9-405c-b337-538f705fda9d" providerId="ADAL" clId="{A8CFDE39-7487-45DA-B50E-6B9C5A0B08DD}" dt="2023-11-23T01:15:07.891" v="4"/>
          <ac:spMkLst>
            <pc:docMk/>
            <pc:sldMk cId="1883126099" sldId="334"/>
            <ac:spMk id="6" creationId="{465BA404-C7F8-BD64-0C96-DEE1316F7969}"/>
          </ac:spMkLst>
        </pc:spChg>
        <pc:spChg chg="add mod">
          <ac:chgData name="이건희/22138005" userId="aabe95a3-5fc9-405c-b337-538f705fda9d" providerId="ADAL" clId="{A8CFDE39-7487-45DA-B50E-6B9C5A0B08DD}" dt="2023-11-23T01:15:58.847" v="85"/>
          <ac:spMkLst>
            <pc:docMk/>
            <pc:sldMk cId="1883126099" sldId="334"/>
            <ac:spMk id="7" creationId="{195332BB-05B2-6C4B-FC4F-D9B8908CC40E}"/>
          </ac:spMkLst>
        </pc:spChg>
        <pc:spChg chg="mod">
          <ac:chgData name="이건희/22138005" userId="aabe95a3-5fc9-405c-b337-538f705fda9d" providerId="ADAL" clId="{A8CFDE39-7487-45DA-B50E-6B9C5A0B08DD}" dt="2023-11-23T01:15:25.332" v="32" actId="1036"/>
          <ac:spMkLst>
            <pc:docMk/>
            <pc:sldMk cId="1883126099" sldId="334"/>
            <ac:spMk id="77" creationId="{66E6F9BA-D3D2-0260-E97F-59FE34C2453D}"/>
          </ac:spMkLst>
        </pc:spChg>
        <pc:spChg chg="mod">
          <ac:chgData name="이건희/22138005" userId="aabe95a3-5fc9-405c-b337-538f705fda9d" providerId="ADAL" clId="{A8CFDE39-7487-45DA-B50E-6B9C5A0B08DD}" dt="2023-11-23T01:15:25.332" v="32" actId="1036"/>
          <ac:spMkLst>
            <pc:docMk/>
            <pc:sldMk cId="1883126099" sldId="334"/>
            <ac:spMk id="80" creationId="{26D6EB1F-9532-44BC-52ED-ED0CBF5A8F28}"/>
          </ac:spMkLst>
        </pc:spChg>
        <pc:spChg chg="mod">
          <ac:chgData name="이건희/22138005" userId="aabe95a3-5fc9-405c-b337-538f705fda9d" providerId="ADAL" clId="{A8CFDE39-7487-45DA-B50E-6B9C5A0B08DD}" dt="2023-11-23T01:15:25.332" v="32" actId="1036"/>
          <ac:spMkLst>
            <pc:docMk/>
            <pc:sldMk cId="1883126099" sldId="334"/>
            <ac:spMk id="81" creationId="{765431B6-AB66-2FCB-B3FE-78F524EF529F}"/>
          </ac:spMkLst>
        </pc:spChg>
        <pc:spChg chg="mod">
          <ac:chgData name="이건희/22138005" userId="aabe95a3-5fc9-405c-b337-538f705fda9d" providerId="ADAL" clId="{A8CFDE39-7487-45DA-B50E-6B9C5A0B08DD}" dt="2023-11-23T01:15:25.332" v="32" actId="1036"/>
          <ac:spMkLst>
            <pc:docMk/>
            <pc:sldMk cId="1883126099" sldId="334"/>
            <ac:spMk id="82" creationId="{9D6CDFAF-827D-8823-8001-F14960444F5A}"/>
          </ac:spMkLst>
        </pc:spChg>
        <pc:spChg chg="mod">
          <ac:chgData name="이건희/22138005" userId="aabe95a3-5fc9-405c-b337-538f705fda9d" providerId="ADAL" clId="{A8CFDE39-7487-45DA-B50E-6B9C5A0B08DD}" dt="2023-11-23T01:15:25.332" v="32" actId="1036"/>
          <ac:spMkLst>
            <pc:docMk/>
            <pc:sldMk cId="1883126099" sldId="334"/>
            <ac:spMk id="83" creationId="{10280A32-45CB-B351-A2FE-40219706F346}"/>
          </ac:spMkLst>
        </pc:spChg>
        <pc:spChg chg="mod">
          <ac:chgData name="이건희/22138005" userId="aabe95a3-5fc9-405c-b337-538f705fda9d" providerId="ADAL" clId="{A8CFDE39-7487-45DA-B50E-6B9C5A0B08DD}" dt="2023-11-23T01:15:40.093" v="58" actId="1035"/>
          <ac:spMkLst>
            <pc:docMk/>
            <pc:sldMk cId="1883126099" sldId="334"/>
            <ac:spMk id="84" creationId="{A3996565-C5B0-1179-5B96-9A064E3FE3ED}"/>
          </ac:spMkLst>
        </pc:spChg>
        <pc:spChg chg="mod">
          <ac:chgData name="이건희/22138005" userId="aabe95a3-5fc9-405c-b337-538f705fda9d" providerId="ADAL" clId="{A8CFDE39-7487-45DA-B50E-6B9C5A0B08DD}" dt="2023-11-23T01:15:28.666" v="41" actId="1035"/>
          <ac:spMkLst>
            <pc:docMk/>
            <pc:sldMk cId="1883126099" sldId="334"/>
            <ac:spMk id="86" creationId="{8533FCA6-671F-F302-D74F-4FBA138EC98C}"/>
          </ac:spMkLst>
        </pc:spChg>
        <pc:spChg chg="mod">
          <ac:chgData name="이건희/22138005" userId="aabe95a3-5fc9-405c-b337-538f705fda9d" providerId="ADAL" clId="{A8CFDE39-7487-45DA-B50E-6B9C5A0B08DD}" dt="2023-11-23T01:15:37.220" v="54" actId="1036"/>
          <ac:spMkLst>
            <pc:docMk/>
            <pc:sldMk cId="1883126099" sldId="334"/>
            <ac:spMk id="93" creationId="{88658601-73E3-3A44-B59D-6DB4ECAC7068}"/>
          </ac:spMkLst>
        </pc:spChg>
        <pc:spChg chg="mod">
          <ac:chgData name="이건희/22138005" userId="aabe95a3-5fc9-405c-b337-538f705fda9d" providerId="ADAL" clId="{A8CFDE39-7487-45DA-B50E-6B9C5A0B08DD}" dt="2023-11-23T01:15:37.220" v="54" actId="1036"/>
          <ac:spMkLst>
            <pc:docMk/>
            <pc:sldMk cId="1883126099" sldId="334"/>
            <ac:spMk id="95" creationId="{573D12EA-05FC-A3D8-5363-CB7A3A5C65AE}"/>
          </ac:spMkLst>
        </pc:spChg>
        <pc:spChg chg="mod">
          <ac:chgData name="이건희/22138005" userId="aabe95a3-5fc9-405c-b337-538f705fda9d" providerId="ADAL" clId="{A8CFDE39-7487-45DA-B50E-6B9C5A0B08DD}" dt="2023-11-23T01:15:37.220" v="54" actId="1036"/>
          <ac:spMkLst>
            <pc:docMk/>
            <pc:sldMk cId="1883126099" sldId="334"/>
            <ac:spMk id="101" creationId="{AD995530-03BD-003C-15D0-F0BF0BBD7F8E}"/>
          </ac:spMkLst>
        </pc:spChg>
        <pc:spChg chg="mod">
          <ac:chgData name="이건희/22138005" userId="aabe95a3-5fc9-405c-b337-538f705fda9d" providerId="ADAL" clId="{A8CFDE39-7487-45DA-B50E-6B9C5A0B08DD}" dt="2023-11-23T01:15:37.220" v="54" actId="1036"/>
          <ac:spMkLst>
            <pc:docMk/>
            <pc:sldMk cId="1883126099" sldId="334"/>
            <ac:spMk id="103" creationId="{2CA51FB5-2E93-02E9-AF89-DDF27D516018}"/>
          </ac:spMkLst>
        </pc:spChg>
        <pc:grpChg chg="mod">
          <ac:chgData name="이건희/22138005" userId="aabe95a3-5fc9-405c-b337-538f705fda9d" providerId="ADAL" clId="{A8CFDE39-7487-45DA-B50E-6B9C5A0B08DD}" dt="2023-11-23T01:15:25.332" v="32" actId="1036"/>
          <ac:grpSpMkLst>
            <pc:docMk/>
            <pc:sldMk cId="1883126099" sldId="334"/>
            <ac:grpSpMk id="75" creationId="{849DF733-73B0-C5B2-3CDD-A510AE4488CB}"/>
          </ac:grpSpMkLst>
        </pc:grpChg>
        <pc:picChg chg="mod">
          <ac:chgData name="이건희/22138005" userId="aabe95a3-5fc9-405c-b337-538f705fda9d" providerId="ADAL" clId="{A8CFDE39-7487-45DA-B50E-6B9C5A0B08DD}" dt="2023-11-23T01:15:25.332" v="32" actId="1036"/>
          <ac:picMkLst>
            <pc:docMk/>
            <pc:sldMk cId="1883126099" sldId="334"/>
            <ac:picMk id="61" creationId="{8CA631D7-32AB-E8EC-5B1F-DAD5B90146B9}"/>
          </ac:picMkLst>
        </pc:picChg>
        <pc:picChg chg="mod">
          <ac:chgData name="이건희/22138005" userId="aabe95a3-5fc9-405c-b337-538f705fda9d" providerId="ADAL" clId="{A8CFDE39-7487-45DA-B50E-6B9C5A0B08DD}" dt="2023-11-23T01:15:37.220" v="54" actId="1036"/>
          <ac:picMkLst>
            <pc:docMk/>
            <pc:sldMk cId="1883126099" sldId="334"/>
            <ac:picMk id="63" creationId="{A87BB6F9-3BEB-2E54-1ECD-C331213C38B9}"/>
          </ac:picMkLst>
        </pc:picChg>
        <pc:picChg chg="mod">
          <ac:chgData name="이건희/22138005" userId="aabe95a3-5fc9-405c-b337-538f705fda9d" providerId="ADAL" clId="{A8CFDE39-7487-45DA-B50E-6B9C5A0B08DD}" dt="2023-11-23T01:15:37.220" v="54" actId="1036"/>
          <ac:picMkLst>
            <pc:docMk/>
            <pc:sldMk cId="1883126099" sldId="334"/>
            <ac:picMk id="65" creationId="{2436676B-4F20-C36A-0A4C-0E61DD23EF21}"/>
          </ac:picMkLst>
        </pc:picChg>
        <pc:cxnChg chg="mod">
          <ac:chgData name="이건희/22138005" userId="aabe95a3-5fc9-405c-b337-538f705fda9d" providerId="ADAL" clId="{A8CFDE39-7487-45DA-B50E-6B9C5A0B08DD}" dt="2023-11-23T01:15:25.332" v="32" actId="1036"/>
          <ac:cxnSpMkLst>
            <pc:docMk/>
            <pc:sldMk cId="1883126099" sldId="334"/>
            <ac:cxnSpMk id="76" creationId="{C6516871-4DA6-3C2A-3EE6-36B55295E49E}"/>
          </ac:cxnSpMkLst>
        </pc:cxnChg>
        <pc:cxnChg chg="mod">
          <ac:chgData name="이건희/22138005" userId="aabe95a3-5fc9-405c-b337-538f705fda9d" providerId="ADAL" clId="{A8CFDE39-7487-45DA-B50E-6B9C5A0B08DD}" dt="2023-11-23T01:15:25.332" v="32" actId="1036"/>
          <ac:cxnSpMkLst>
            <pc:docMk/>
            <pc:sldMk cId="1883126099" sldId="334"/>
            <ac:cxnSpMk id="79" creationId="{C0B7C218-7824-54BB-9CF5-8E95BAD2A042}"/>
          </ac:cxnSpMkLst>
        </pc:cxnChg>
        <pc:cxnChg chg="mod">
          <ac:chgData name="이건희/22138005" userId="aabe95a3-5fc9-405c-b337-538f705fda9d" providerId="ADAL" clId="{A8CFDE39-7487-45DA-B50E-6B9C5A0B08DD}" dt="2023-11-23T01:15:37.220" v="54" actId="1036"/>
          <ac:cxnSpMkLst>
            <pc:docMk/>
            <pc:sldMk cId="1883126099" sldId="334"/>
            <ac:cxnSpMk id="99" creationId="{D8FCABAC-6479-E7C7-6E4C-5F9C89A3D0B6}"/>
          </ac:cxnSpMkLst>
        </pc:cxnChg>
        <pc:cxnChg chg="mod">
          <ac:chgData name="이건희/22138005" userId="aabe95a3-5fc9-405c-b337-538f705fda9d" providerId="ADAL" clId="{A8CFDE39-7487-45DA-B50E-6B9C5A0B08DD}" dt="2023-11-23T01:15:37.220" v="54" actId="1036"/>
          <ac:cxnSpMkLst>
            <pc:docMk/>
            <pc:sldMk cId="1883126099" sldId="334"/>
            <ac:cxnSpMk id="100" creationId="{D4F4D30D-1018-C4B6-5A01-5F3F72FA2F7E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F4BCEA-3FF4-4CB2-B00C-F3A2A72C868C}" type="datetimeFigureOut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89E238-56E2-498F-AF52-A01BE2759D4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0815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73389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2956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892BA-E699-1E15-4808-0451111D36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BEB4CB8-D7E0-6FBA-308D-780907E3C3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579FBE6-837A-D286-55F3-16CC702B59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224B888-8406-EFEB-EFA8-D47F5902945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385923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DE019A-E595-8A7F-53FC-8384B3AD3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40A8851-E748-01F1-F969-FF15A4F895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3E79380-0677-E04C-DFF4-4E66B090EF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02ACE9-3779-1A66-F210-197282C925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44013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0AC5AD-4B16-1EFA-F36E-7FE29DF5DD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669B3D-C5A1-FB6C-D337-07A3456489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5FE9F97-CC97-A0FF-F612-3945CFA41A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687408-4E76-9772-F636-172496978A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51911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775C6C-87AF-54C8-CCCC-24B32B45B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68E1FBF-4100-1F92-E2A3-FF3CF8B86C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B6CF660-68CC-95F4-221B-EAE869616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62ABF-EC7A-B617-534D-BDD922F89F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5291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59F185-D1A3-EBF5-3C9B-D3984FA66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D08803-06A0-04CD-D722-C052E6424C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F45E56F-8AEF-CA52-41BF-DC68F3A30C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5D23B39-0512-14B5-CF65-2D5CB44D12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70114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BE7A68-6FB7-3D4C-11CE-0FA214D58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FCC8CA8-0BD2-0F99-427D-D030C3AF77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F89EB76-0B14-A66F-78B9-EBB9BEA75A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latinLnBrk="1">
              <a:lnSpc>
                <a:spcPct val="107000"/>
              </a:lnSpc>
              <a:spcAft>
                <a:spcPts val="800"/>
              </a:spcAft>
            </a:pPr>
            <a:endParaRPr lang="ko-KR" altLang="ko-KR" sz="1800" kern="100" dirty="0">
              <a:effectLst/>
              <a:latin typeface="맑은 고딕" panose="020B0503020000020004" pitchFamily="50" charset="-127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6EDFEB-0503-45BD-C098-144AF16700F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C89E238-56E2-498F-AF52-A01BE2759D45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9678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5F3C2BC5-81DC-59CA-9420-BA29B86CE2A5}"/>
              </a:ext>
            </a:extLst>
          </p:cNvPr>
          <p:cNvSpPr txBox="1">
            <a:spLocks/>
          </p:cNvSpPr>
          <p:nvPr userDrawn="1"/>
        </p:nvSpPr>
        <p:spPr>
          <a:xfrm>
            <a:off x="0" y="6356351"/>
            <a:ext cx="9144000" cy="504000"/>
          </a:xfrm>
          <a:prstGeom prst="rect">
            <a:avLst/>
          </a:prstGeom>
          <a:solidFill>
            <a:srgbClr val="D0DBF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692000" y="2243138"/>
            <a:ext cx="5760000" cy="394774"/>
          </a:xfrm>
        </p:spPr>
        <p:txBody>
          <a:bodyPr anchor="b">
            <a:noAutofit/>
          </a:bodyPr>
          <a:lstStyle>
            <a:lvl1pPr algn="ctr">
              <a:defRPr sz="2000" b="1">
                <a:solidFill>
                  <a:schemeClr val="bg2">
                    <a:lumMod val="25000"/>
                  </a:schemeClr>
                </a:solidFill>
                <a:latin typeface="+mj-lt"/>
                <a:ea typeface="휴먼둥근헤드라인" panose="02030504000101010101" pitchFamily="18" charset="-127"/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29551" y="3904234"/>
            <a:ext cx="4084899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bg2">
                    <a:lumMod val="50000"/>
                  </a:schemeClr>
                </a:solidFill>
                <a:latin typeface="+mj-lt"/>
                <a:ea typeface="새굴림" panose="02030600000101010101" pitchFamily="18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altLang="ko-KR"/>
              <a:t>Sub title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579067" y="3527751"/>
            <a:ext cx="2057400" cy="365125"/>
          </a:xfrm>
        </p:spPr>
        <p:txBody>
          <a:bodyPr/>
          <a:lstStyle>
            <a:lvl1pPr algn="ctr">
              <a:defRPr b="0">
                <a:solidFill>
                  <a:schemeClr val="tx1"/>
                </a:solidFill>
                <a:latin typeface="+mj-lt"/>
                <a:ea typeface="맑은 고딕" panose="020B0503020000020004" pitchFamily="50" charset="-127"/>
              </a:defRPr>
            </a:lvl1pPr>
          </a:lstStyle>
          <a:p>
            <a:fld id="{E82DF42D-C26A-4375-B368-FAF0EBA87C58}" type="datetime1">
              <a:rPr lang="ko-KR" altLang="en-US" smtClean="0"/>
              <a:pPr/>
              <a:t>2026-05-30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0F25F625-ED28-C343-E557-C7010411F852}"/>
              </a:ext>
            </a:extLst>
          </p:cNvPr>
          <p:cNvGrpSpPr/>
          <p:nvPr userDrawn="1"/>
        </p:nvGrpSpPr>
        <p:grpSpPr>
          <a:xfrm>
            <a:off x="1692000" y="2651412"/>
            <a:ext cx="5760000" cy="126512"/>
            <a:chOff x="689658" y="2651412"/>
            <a:chExt cx="7772142" cy="126512"/>
          </a:xfrm>
        </p:grpSpPr>
        <p:sp>
          <p:nvSpPr>
            <p:cNvPr id="23" name="Title 1">
              <a:extLst>
                <a:ext uri="{FF2B5EF4-FFF2-40B4-BE49-F238E27FC236}">
                  <a16:creationId xmlns:a16="http://schemas.microsoft.com/office/drawing/2014/main" id="{C3D7960C-017A-2C67-993D-9F4B6BB8C4AC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89658" y="2651412"/>
              <a:ext cx="3096000" cy="1265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0" name="Title 1">
              <a:extLst>
                <a:ext uri="{FF2B5EF4-FFF2-40B4-BE49-F238E27FC236}">
                  <a16:creationId xmlns:a16="http://schemas.microsoft.com/office/drawing/2014/main" id="{162DC80C-0EC6-1058-3281-0B0E93CEE01F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3780578" y="2651412"/>
              <a:ext cx="1080000" cy="126512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1" name="Title 1">
              <a:extLst>
                <a:ext uri="{FF2B5EF4-FFF2-40B4-BE49-F238E27FC236}">
                  <a16:creationId xmlns:a16="http://schemas.microsoft.com/office/drawing/2014/main" id="{485EF135-EB21-3987-9D4F-575EAFE6AF55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4861878" y="2651412"/>
              <a:ext cx="1440000" cy="126512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3" name="Title 1">
              <a:extLst>
                <a:ext uri="{FF2B5EF4-FFF2-40B4-BE49-F238E27FC236}">
                  <a16:creationId xmlns:a16="http://schemas.microsoft.com/office/drawing/2014/main" id="{895206CE-E52B-DA6D-B112-4E8839BFE5BD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6301800" y="2651412"/>
              <a:ext cx="2160000" cy="126512"/>
            </a:xfrm>
            <a:prstGeom prst="rect">
              <a:avLst/>
            </a:prstGeom>
            <a:solidFill>
              <a:srgbClr val="050070"/>
            </a:solidFill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vert="horz" lIns="91440" tIns="45720" rIns="91440" bIns="45720" rtlCol="0" anchor="b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2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/>
              <a:endParaRPr lang="en-US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249083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85800" y="2243138"/>
            <a:ext cx="7772400" cy="394774"/>
          </a:xfrm>
        </p:spPr>
        <p:txBody>
          <a:bodyPr anchor="b">
            <a:noAutofit/>
          </a:bodyPr>
          <a:lstStyle>
            <a:lvl1pPr algn="ctr">
              <a:defRPr sz="2000"/>
            </a:lvl1pPr>
          </a:lstStyle>
          <a:p>
            <a:r>
              <a:rPr lang="ko-KR" altLang="en-US" dirty="0" err="1"/>
              <a:t>대제목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307313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날짜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E63B77-7ECA-415E-97DE-FE3290E3277D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8521722-0646-14A5-F154-5F49D081AB7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890000" y="5871537"/>
            <a:ext cx="5364000" cy="452573"/>
            <a:chOff x="274854" y="5286282"/>
            <a:chExt cx="8533993" cy="720000"/>
          </a:xfrm>
        </p:grpSpPr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350A17ED-418C-BE1B-52B8-855E4295334D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489106" y="5286282"/>
              <a:ext cx="720000" cy="720000"/>
            </a:xfrm>
            <a:prstGeom prst="rect">
              <a:avLst/>
            </a:prstGeom>
          </p:spPr>
        </p:pic>
        <p:pic>
          <p:nvPicPr>
            <p:cNvPr id="15" name="그림 14" descr="그리기이(가) 표시된 사진&#10;&#10;자동 생성된 설명">
              <a:extLst>
                <a:ext uri="{FF2B5EF4-FFF2-40B4-BE49-F238E27FC236}">
                  <a16:creationId xmlns:a16="http://schemas.microsoft.com/office/drawing/2014/main" id="{DA9869ED-E48D-E4FA-9DF3-FE699500F0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75889" y="5340282"/>
              <a:ext cx="1332181" cy="612000"/>
            </a:xfrm>
            <a:prstGeom prst="rect">
              <a:avLst/>
            </a:prstGeom>
          </p:spPr>
        </p:pic>
        <p:pic>
          <p:nvPicPr>
            <p:cNvPr id="16" name="Picture 4" descr="페이브텍(주) 2022년 기업정보 | 사원수 13명, 근무환경, 복리후생 등 기업정보 제공 - 사람인">
              <a:extLst>
                <a:ext uri="{FF2B5EF4-FFF2-40B4-BE49-F238E27FC236}">
                  <a16:creationId xmlns:a16="http://schemas.microsoft.com/office/drawing/2014/main" id="{C35E02B0-99AB-9611-B17E-82474B0B54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4854" y="5376564"/>
              <a:ext cx="2520000" cy="53943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2">
              <a:extLst>
                <a:ext uri="{FF2B5EF4-FFF2-40B4-BE49-F238E27FC236}">
                  <a16:creationId xmlns:a16="http://schemas.microsoft.com/office/drawing/2014/main" id="{06AABED8-698F-5CCA-F662-56A836414A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90141" y="5286282"/>
              <a:ext cx="717670" cy="720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그림 17">
              <a:extLst>
                <a:ext uri="{FF2B5EF4-FFF2-40B4-BE49-F238E27FC236}">
                  <a16:creationId xmlns:a16="http://schemas.microsoft.com/office/drawing/2014/main" id="{9C34A707-25F5-59D0-9284-6EF9A82D560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88847" y="5417711"/>
              <a:ext cx="2520000" cy="4571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842551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4EA74C08-FC0C-48C4-7973-DCD4AA04E0A0}"/>
              </a:ext>
            </a:extLst>
          </p:cNvPr>
          <p:cNvSpPr txBox="1">
            <a:spLocks/>
          </p:cNvSpPr>
          <p:nvPr userDrawn="1"/>
        </p:nvSpPr>
        <p:spPr>
          <a:xfrm>
            <a:off x="358140" y="0"/>
            <a:ext cx="2735580" cy="2583180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8140" y="2606"/>
            <a:ext cx="2735580" cy="937126"/>
          </a:xfrm>
        </p:spPr>
        <p:txBody>
          <a:bodyPr anchor="b">
            <a:normAutofit/>
          </a:bodyPr>
          <a:lstStyle>
            <a:lvl1pPr>
              <a:defRPr sz="2800">
                <a:solidFill>
                  <a:srgbClr val="7FAFFD"/>
                </a:solidFill>
              </a:defRPr>
            </a:lvl1pPr>
          </a:lstStyle>
          <a:p>
            <a:r>
              <a:rPr lang="ko-KR" altLang="en-US" dirty="0"/>
              <a:t>소제목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7513CD-06CD-4242-9C49-C8065E960F5A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8AA27AF-EAF2-C8B4-A2B4-7ED55A0EBF14}"/>
              </a:ext>
            </a:extLst>
          </p:cNvPr>
          <p:cNvSpPr txBox="1">
            <a:spLocks/>
          </p:cNvSpPr>
          <p:nvPr userDrawn="1"/>
        </p:nvSpPr>
        <p:spPr>
          <a:xfrm>
            <a:off x="1047750" y="1646054"/>
            <a:ext cx="5620702" cy="93712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rgbClr val="7FAFFD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b="1" dirty="0">
                <a:solidFill>
                  <a:schemeClr val="bg1"/>
                </a:solidFill>
              </a:rPr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33883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>
            <a:extLst>
              <a:ext uri="{FF2B5EF4-FFF2-40B4-BE49-F238E27FC236}">
                <a16:creationId xmlns:a16="http://schemas.microsoft.com/office/drawing/2014/main" id="{6FECFA9F-B9E1-6690-8D92-BB46AEC306FF}"/>
              </a:ext>
            </a:extLst>
          </p:cNvPr>
          <p:cNvSpPr txBox="1">
            <a:spLocks/>
          </p:cNvSpPr>
          <p:nvPr userDrawn="1"/>
        </p:nvSpPr>
        <p:spPr>
          <a:xfrm>
            <a:off x="495300" y="825567"/>
            <a:ext cx="8183880" cy="72708"/>
          </a:xfrm>
          <a:prstGeom prst="rect">
            <a:avLst/>
          </a:prstGeom>
          <a:solidFill>
            <a:srgbClr val="022D70"/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300" y="410529"/>
            <a:ext cx="7519718" cy="413292"/>
          </a:xfrm>
        </p:spPr>
        <p:txBody>
          <a:bodyPr>
            <a:normAutofit/>
          </a:bodyPr>
          <a:lstStyle>
            <a:lvl1pPr>
              <a:defRPr sz="24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110" y="1379913"/>
            <a:ext cx="7886700" cy="4118870"/>
          </a:xfrm>
        </p:spPr>
        <p:txBody>
          <a:bodyPr>
            <a:normAutofit/>
          </a:bodyPr>
          <a:lstStyle>
            <a:lvl1pPr marL="228600" indent="-228600">
              <a:buFont typeface="Wingdings" panose="05000000000000000000" pitchFamily="2" charset="2"/>
              <a:buChar char="§"/>
              <a:defRPr sz="1400" b="1">
                <a:solidFill>
                  <a:srgbClr val="045CEA"/>
                </a:solidFill>
              </a:defRPr>
            </a:lvl1pPr>
            <a:lvl2pPr marL="742950" indent="-285750">
              <a:lnSpc>
                <a:spcPct val="150000"/>
              </a:lnSpc>
              <a:buFontTx/>
              <a:buChar char="-"/>
              <a:defRPr sz="1200"/>
            </a:lvl2pPr>
            <a:lvl3pPr marL="1143000" indent="-228600">
              <a:buFont typeface="Wingdings" panose="05000000000000000000" pitchFamily="2" charset="2"/>
              <a:buChar char="ü"/>
              <a:defRPr sz="1100"/>
            </a:lvl3pPr>
            <a:lvl4pPr>
              <a:defRPr sz="1050"/>
            </a:lvl4pPr>
            <a:lvl5pPr>
              <a:defRPr sz="11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  <a:endParaRPr lang="en-US" altLang="ko-KR" dirty="0"/>
          </a:p>
          <a:p>
            <a:pPr lvl="1"/>
            <a:r>
              <a:rPr lang="ko-KR" altLang="en-US" dirty="0"/>
              <a:t>두 번째 수준</a:t>
            </a:r>
            <a:endParaRPr lang="en-US" altLang="ko-KR" dirty="0"/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5928A6-7617-4A41-8036-7AA98D2D9BA0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텍스트 개체 틀 7">
            <a:extLst>
              <a:ext uri="{FF2B5EF4-FFF2-40B4-BE49-F238E27FC236}">
                <a16:creationId xmlns:a16="http://schemas.microsoft.com/office/drawing/2014/main" id="{78DD4CA3-9CF9-71AF-D78B-DC183A12B06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300" y="1006475"/>
            <a:ext cx="7519988" cy="298984"/>
          </a:xfrm>
        </p:spPr>
        <p:txBody>
          <a:bodyPr>
            <a:noAutofit/>
          </a:bodyPr>
          <a:lstStyle>
            <a:lvl1pPr marL="0" indent="0">
              <a:buNone/>
              <a:defRPr sz="1800"/>
            </a:lvl1pPr>
          </a:lstStyle>
          <a:p>
            <a:pPr lvl="0"/>
            <a:r>
              <a:rPr lang="ko-KR" altLang="en-US" dirty="0"/>
              <a:t>소제목</a:t>
            </a:r>
          </a:p>
        </p:txBody>
      </p:sp>
    </p:spTree>
    <p:extLst>
      <p:ext uri="{BB962C8B-B14F-4D97-AF65-F5344CB8AC3E}">
        <p14:creationId xmlns:p14="http://schemas.microsoft.com/office/powerpoint/2010/main" val="229984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0F934D-8911-4B98-B20D-63994CDF9AB9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1799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CD2CCF-FDBC-49C0-A2AA-CC222EB88CCD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847855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3BDC7-1D08-4E86-A061-822402492D30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3526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0EF629-35CE-4F7E-BA1E-91B974FCD5E4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8009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1081CF-D999-4982-B77B-692A70A6EC26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17512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D93B1B-B5EE-4A23-BCBF-70303C04E53B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37243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9A68F-B257-41D6-8EEE-71F3321D82BB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2581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152ABA-F8E3-411C-9195-D1577316D2A8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04474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47B605-4323-62CA-4D75-A8FED7F4E9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4693DC2-ED39-AAB9-4EAE-B4381FC43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D9F744D-2B92-56FC-F625-798EA0BB8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698F1D-BA91-4187-8533-6A2018F40157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E73D93-707F-57D1-C7F0-79346FF5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9A8440-4494-F2DD-F835-E0365C1A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15347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4710C5-9569-4183-F158-15B52104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B913AD-3EAA-5CA6-776A-1F90A99BF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840012-07E8-6731-934D-C38642B22F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5BA26-696B-4FA3-868F-42D610F6768C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064A182-C042-A979-B0D6-45F28980D9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F8DE4A-44A1-C35B-15FB-17C73A41C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6379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024B7-FE44-0E45-DF9F-6144AC687B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86652E5-8975-171A-DA2F-03669C67F8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E14F624-8FDB-B2BA-2F67-8BF807D71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BEB65-7B45-4057-8EC6-19CD3BF64D90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C5FD1-E132-9962-5A5E-05428990E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6827D8A-5605-09C4-7461-349A6295A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8012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727E50-43AF-D3DF-6B4F-259D7E1B45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99B56-AE5B-5F7C-83EC-46AA25CFF6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0149624-9865-36B2-A9AC-6AB3249D8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0FAE2A-FD33-F7F4-551C-9AEC0C30D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918932-96FD-4B52-9C59-83E087F8E6AC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1E3379A-F0A0-EB74-A219-FF511FF1D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CF1AC51-A116-FC5C-4D89-714F5921C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66198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1F4B2-B3D0-BB02-C112-DE9D4AF3B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41F9C48-1DFE-17F6-DAB8-04BFF10E5D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00C145B-F604-92C1-0C2C-26EA16E0F5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A1CD135-A2A7-F477-EDC2-D76B241C47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F1E6A3C-F848-7654-E3FD-97D095634D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9E8334C8-F94F-02B2-BF82-D8B286812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1E07A-12F4-4ECE-9405-EBF8A6551431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1F6D2934-8FD8-BE21-B35E-44EC88404B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7913C7E-B933-A974-1FC9-64A0B220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563293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34E836-6D1F-C13F-7396-39580DD835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6DEDC8C-6FC2-68D8-2A88-C00B24405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E4BB8F-A6C9-4BA9-A949-A06A4111CE3B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0287E3D-716C-F368-3594-14287CDF93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1C879FC-3A31-F700-8931-2EAB0C666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38386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6FA156B-00A4-EF6E-A22F-7DC7E96BE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E0811-276B-423F-81CD-5A35C7424D97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DE718DB-DB1D-867B-D911-41C87E8A33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421E66-BC1B-F790-3355-DD0CA64F2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8299722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9E7B87-3BAC-B1C7-F296-75C73B53B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017E5A9-F9DD-404F-DA81-D30CE79BAC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270D92F-7747-FD6D-3C40-20E2DE1CAE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0BD54DB-51DF-7C42-B9A0-67227EFC5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E19317-9191-4210-AE7C-5208CD2DD4DD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49F8AAF-523F-4232-AA5C-0E678F58D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7493AC-B686-4964-3BB9-24BD59D2C0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473807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8F16DB-6E62-68DF-0BD1-5322B951F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1E57BB2-79F8-91C1-6E02-C6765638CE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4022773-E6AD-E9BF-5BD7-638874FA67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6444D7B-F551-5F6B-2ADC-657CC3F78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AAA930-387F-4297-88AA-EB30CC424A44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ED9A934-0681-FE80-5DC9-EEB63270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F072F8A-D474-E710-8B94-B545766E2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53625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FADF9C-6915-345C-803B-4B4A335D7E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B5B0E9-7E0F-11BD-F6ED-1CC0D50E2C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488DE03-DB79-53CC-E029-CE1544058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CEDD14-F7CF-4BA6-AC42-D4C3C89F586C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E9AEB4B-88AE-A1DE-79FD-3749D2B046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909A9AF-FAED-6711-C45D-D92D03A2C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45384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09977A9-CF86-A5C0-9067-B286652848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4B81815-305C-A838-8D31-86E0775D38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1829E25-5BF8-5368-6257-91DAE1F5E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84D0FF-9CFE-4932-90E4-9E220B9E9B2A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BB7CC7-36D5-6B73-AB12-B8B6429F47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AF3AE57-E58A-1D24-7105-5393380821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017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1F774-DA95-4AD4-A682-08F75A053250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A7753D-33D3-4DE4-B918-257BB52428D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3942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61" r:id="rId2"/>
    <p:sldLayoutId id="2147483663" r:id="rId3"/>
    <p:sldLayoutId id="2147483662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6081651-0499-8D34-FA96-00E7E4475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C0C9EEA-F73B-DF8F-613C-046201A96C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1FCFBDD-F8AD-5520-1568-B347BEABB71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6FFC6AE-FB71-4C7E-AAD4-D04A58C5072D}" type="datetime1">
              <a:rPr lang="ko-KR" altLang="en-US" smtClean="0"/>
              <a:t>2026-05-30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8F9C89-0B82-0616-1006-50E06252E6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D4D9FE3-0D36-1A96-91FE-778FD3B28A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314690-493B-4B3E-91DB-699F09CBD83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883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4881C0-87F7-6DD2-2EEC-FBD77E1B4D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ko-KR" sz="1800" dirty="0">
                <a:latin typeface="바탕" panose="02030600000101010101" pitchFamily="18" charset="-127"/>
                <a:ea typeface="바탕" panose="02030600000101010101" pitchFamily="18" charset="-127"/>
              </a:rPr>
              <a:t>엔진 진동</a:t>
            </a:r>
            <a:r>
              <a:rPr lang="en-US" altLang="ko-KR" sz="1800" dirty="0"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1800" dirty="0">
                <a:latin typeface="바탕" panose="02030600000101010101" pitchFamily="18" charset="-127"/>
                <a:ea typeface="바탕" panose="02030600000101010101" pitchFamily="18" charset="-127"/>
              </a:rPr>
              <a:t>시계열</a:t>
            </a:r>
            <a:r>
              <a:rPr lang="ko-KR" altLang="ko-KR" sz="1800" dirty="0">
                <a:latin typeface="바탕" panose="02030600000101010101" pitchFamily="18" charset="-127"/>
                <a:ea typeface="바탕" panose="02030600000101010101" pitchFamily="18" charset="-127"/>
              </a:rPr>
              <a:t> 데이터를 활용한 고장 진단 모델</a:t>
            </a:r>
            <a:r>
              <a:rPr lang="ko-KR" altLang="en-US" sz="1800" dirty="0">
                <a:latin typeface="바탕" panose="02030600000101010101" pitchFamily="18" charset="-127"/>
                <a:ea typeface="바탕" panose="02030600000101010101" pitchFamily="18" charset="-127"/>
              </a:rPr>
              <a:t>링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6DB6F75-FC94-92A6-540D-0183BF7414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95840" y="3488028"/>
            <a:ext cx="4552321" cy="307313"/>
          </a:xfrm>
        </p:spPr>
        <p:txBody>
          <a:bodyPr>
            <a:normAutofit lnSpcReduction="10000"/>
          </a:bodyPr>
          <a:lstStyle/>
          <a:p>
            <a:pPr>
              <a:lnSpc>
                <a:spcPct val="110000"/>
              </a:lnSpc>
            </a:pPr>
            <a:r>
              <a:rPr lang="en-US" altLang="ko-KR" b="1" dirty="0"/>
              <a:t>AIAP Final Project</a:t>
            </a:r>
            <a:endParaRPr lang="en-US" altLang="ko-KR" sz="2300" b="1" dirty="0">
              <a:solidFill>
                <a:schemeClr val="tx1">
                  <a:lumMod val="65000"/>
                  <a:lumOff val="35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F4A9B321-5B76-5907-EC11-97C0A015CD4A}"/>
              </a:ext>
            </a:extLst>
          </p:cNvPr>
          <p:cNvSpPr txBox="1">
            <a:spLocks/>
          </p:cNvSpPr>
          <p:nvPr/>
        </p:nvSpPr>
        <p:spPr>
          <a:xfrm>
            <a:off x="2236130" y="4915761"/>
            <a:ext cx="4671739" cy="84427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Thanks to</a:t>
            </a:r>
          </a:p>
          <a:p>
            <a:pPr>
              <a:lnSpc>
                <a:spcPct val="150000"/>
              </a:lnSpc>
            </a:pPr>
            <a:r>
              <a:rPr lang="ko-KR" altLang="en-US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이상산</a:t>
            </a:r>
            <a:endParaRPr lang="en-US" altLang="ko-KR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ko-KR" sz="1200" dirty="0" err="1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Sannsan</a:t>
            </a:r>
            <a:r>
              <a:rPr lang="en-US" altLang="ko-KR" sz="1200" dirty="0">
                <a:solidFill>
                  <a:schemeClr val="bg1">
                    <a:lumMod val="50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Lee</a:t>
            </a:r>
            <a:endParaRPr lang="ko-KR" altLang="en-US" sz="1200" dirty="0">
              <a:solidFill>
                <a:schemeClr val="bg1">
                  <a:lumMod val="50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65EABBB2-8C38-450D-3BEF-EBAAE114B568}"/>
              </a:ext>
            </a:extLst>
          </p:cNvPr>
          <p:cNvSpPr txBox="1">
            <a:spLocks/>
          </p:cNvSpPr>
          <p:nvPr/>
        </p:nvSpPr>
        <p:spPr>
          <a:xfrm>
            <a:off x="1713573" y="4105185"/>
            <a:ext cx="5760000" cy="34542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000" kern="1200">
                <a:solidFill>
                  <a:schemeClr val="bg2">
                    <a:lumMod val="25000"/>
                  </a:schemeClr>
                </a:solidFill>
                <a:latin typeface="휴먼둥근헤드라인" panose="02030504000101010101" pitchFamily="18" charset="-127"/>
                <a:ea typeface="휴먼둥근헤드라인" panose="02030504000101010101" pitchFamily="18" charset="-127"/>
                <a:cs typeface="+mj-cs"/>
              </a:defRPr>
            </a:lvl1pPr>
          </a:lstStyle>
          <a:p>
            <a:r>
              <a:rPr lang="ko-KR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이동현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 (22200503), </a:t>
            </a:r>
            <a:r>
              <a:rPr lang="ko-KR" altLang="en-US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이주영 </a:t>
            </a:r>
            <a:r>
              <a:rPr lang="en-US" altLang="ko-KR" sz="1800" dirty="0">
                <a:solidFill>
                  <a:schemeClr val="tx1"/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(22200576)</a:t>
            </a:r>
            <a:endParaRPr lang="ko-KR" altLang="en-US" sz="1800" dirty="0">
              <a:solidFill>
                <a:schemeClr val="tx1"/>
              </a:solidFill>
              <a:latin typeface="Times New Roman" panose="02020603050405020304" pitchFamily="18" charset="0"/>
              <a:ea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6168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8662"/>
    </mc:Choice>
    <mc:Fallback xmlns="">
      <p:transition spd="slow" advTm="1866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2214AD6-FF2D-C885-D31A-37F2F6D3D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2</a:t>
            </a:fld>
            <a:endParaRPr lang="ko-KR" altLang="en-US" dirty="0"/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26C915AB-B943-6DAD-FC98-04CBC3F4EC99}"/>
              </a:ext>
            </a:extLst>
          </p:cNvPr>
          <p:cNvSpPr/>
          <p:nvPr/>
        </p:nvSpPr>
        <p:spPr>
          <a:xfrm>
            <a:off x="3707627" y="2097160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1.</a:t>
            </a:r>
            <a:r>
              <a:rPr lang="ko-KR" altLang="en-US" b="1" dirty="0"/>
              <a:t>분</a:t>
            </a:r>
            <a:r>
              <a:rPr lang="ko-KR" altLang="ko-KR" b="1" dirty="0"/>
              <a:t>석 목적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054C4CB6-DF2E-4B5B-277F-73627C5BBAB4}"/>
              </a:ext>
            </a:extLst>
          </p:cNvPr>
          <p:cNvSpPr/>
          <p:nvPr/>
        </p:nvSpPr>
        <p:spPr>
          <a:xfrm>
            <a:off x="3707627" y="2637263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2. </a:t>
            </a:r>
            <a:r>
              <a:rPr lang="ko-KR" altLang="ko-KR" b="1" dirty="0"/>
              <a:t>데이터 정의</a:t>
            </a:r>
            <a:r>
              <a:rPr lang="en-US" altLang="ko-KR" b="1" dirty="0"/>
              <a:t> / </a:t>
            </a:r>
            <a:r>
              <a:rPr lang="ko-KR" altLang="ko-KR" b="1" dirty="0"/>
              <a:t>데이터 </a:t>
            </a:r>
            <a:r>
              <a:rPr lang="ko-KR" altLang="ko-KR" b="1" dirty="0" err="1"/>
              <a:t>전처리</a:t>
            </a:r>
            <a:endParaRPr lang="ko-KR" altLang="ko-KR" b="1" dirty="0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AE21B74A-BA73-0F74-66E1-041EDE2365AA}"/>
              </a:ext>
            </a:extLst>
          </p:cNvPr>
          <p:cNvSpPr/>
          <p:nvPr/>
        </p:nvSpPr>
        <p:spPr>
          <a:xfrm>
            <a:off x="3707627" y="3177366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4. </a:t>
            </a:r>
            <a:r>
              <a:rPr lang="ko-KR" altLang="ko-KR" b="1" dirty="0"/>
              <a:t>특성 추출 및 차원 축소</a:t>
            </a:r>
            <a:r>
              <a:rPr lang="en-US" altLang="ko-KR" b="1" dirty="0"/>
              <a:t> (FFT </a:t>
            </a:r>
            <a:r>
              <a:rPr lang="ko-KR" altLang="ko-KR" b="1" dirty="0"/>
              <a:t>적용</a:t>
            </a:r>
            <a:r>
              <a:rPr lang="en-US" altLang="ko-KR" b="1" dirty="0"/>
              <a:t>) </a:t>
            </a:r>
            <a:endParaRPr lang="ko-KR" altLang="ko-KR" b="1" dirty="0"/>
          </a:p>
        </p:txBody>
      </p:sp>
      <p:sp>
        <p:nvSpPr>
          <p:cNvPr id="8" name="사각형: 둥근 모서리 7">
            <a:extLst>
              <a:ext uri="{FF2B5EF4-FFF2-40B4-BE49-F238E27FC236}">
                <a16:creationId xmlns:a16="http://schemas.microsoft.com/office/drawing/2014/main" id="{E84E99C1-591A-02EE-4B4B-2C3727009D2A}"/>
              </a:ext>
            </a:extLst>
          </p:cNvPr>
          <p:cNvSpPr/>
          <p:nvPr/>
        </p:nvSpPr>
        <p:spPr>
          <a:xfrm>
            <a:off x="3707627" y="3717469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b="1" dirty="0"/>
              <a:t>5. </a:t>
            </a:r>
            <a:r>
              <a:rPr lang="ko-KR" altLang="ko-KR" b="1" dirty="0"/>
              <a:t>분석적용 알고리즘</a:t>
            </a:r>
          </a:p>
        </p:txBody>
      </p:sp>
      <p:sp>
        <p:nvSpPr>
          <p:cNvPr id="10" name="제목 9">
            <a:extLst>
              <a:ext uri="{FF2B5EF4-FFF2-40B4-BE49-F238E27FC236}">
                <a16:creationId xmlns:a16="http://schemas.microsoft.com/office/drawing/2014/main" id="{9EDA988F-C318-C106-9159-E62B5393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altLang="ko-KR" dirty="0"/>
              <a:t>AI Applications Programming</a:t>
            </a:r>
            <a:endParaRPr lang="ko-KR" altLang="en-US" sz="1600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AADD7768-F383-59E5-C508-21820F25AC65}"/>
              </a:ext>
            </a:extLst>
          </p:cNvPr>
          <p:cNvSpPr/>
          <p:nvPr/>
        </p:nvSpPr>
        <p:spPr>
          <a:xfrm>
            <a:off x="3707627" y="4257572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b="1" dirty="0"/>
              <a:t>6. FFT</a:t>
            </a:r>
            <a:r>
              <a:rPr lang="ko-KR" altLang="ko-KR" b="1" dirty="0"/>
              <a:t>적용 전후 비교</a:t>
            </a:r>
          </a:p>
        </p:txBody>
      </p: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933B9F80-9B8B-BC34-70E5-8929A0A0CD36}"/>
              </a:ext>
            </a:extLst>
          </p:cNvPr>
          <p:cNvSpPr/>
          <p:nvPr/>
        </p:nvSpPr>
        <p:spPr>
          <a:xfrm>
            <a:off x="3707627" y="4797675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b="1" dirty="0"/>
              <a:t>7. </a:t>
            </a:r>
            <a:r>
              <a:rPr lang="ko-KR" altLang="en-US" b="1" dirty="0"/>
              <a:t>딥러닝</a:t>
            </a:r>
            <a:endParaRPr lang="ko-KR" altLang="ko-KR" b="1" dirty="0"/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4818ADE7-08DD-CCC6-4E38-11C876D157C0}"/>
              </a:ext>
            </a:extLst>
          </p:cNvPr>
          <p:cNvSpPr/>
          <p:nvPr/>
        </p:nvSpPr>
        <p:spPr>
          <a:xfrm>
            <a:off x="3707627" y="5342092"/>
            <a:ext cx="4975860" cy="365125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atinLnBrk="1"/>
            <a:r>
              <a:rPr lang="en-US" altLang="ko-KR" b="1"/>
              <a:t>6. </a:t>
            </a:r>
            <a:r>
              <a:rPr lang="ko-KR" altLang="en-US" b="1"/>
              <a:t>결론</a:t>
            </a:r>
            <a:endParaRPr lang="ko-KR" altLang="ko-KR" b="1" dirty="0"/>
          </a:p>
        </p:txBody>
      </p:sp>
    </p:spTree>
    <p:extLst>
      <p:ext uri="{BB962C8B-B14F-4D97-AF65-F5344CB8AC3E}">
        <p14:creationId xmlns:p14="http://schemas.microsoft.com/office/powerpoint/2010/main" val="531455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002"/>
    </mc:Choice>
    <mc:Fallback xmlns="">
      <p:transition spd="slow" advTm="300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E6BAD-0462-EAE1-07A5-9CD4540E6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1.</a:t>
            </a:r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분</a:t>
            </a:r>
            <a:r>
              <a:rPr lang="ko-KR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석 목적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263766-4F32-D8B6-0079-1974E1E1C8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3</a:t>
            </a:fld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11B3A1FA-0DBC-17F4-B4A8-04485CAE46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4770" y="4176706"/>
            <a:ext cx="468901" cy="342930"/>
          </a:xfrm>
          <a:prstGeom prst="rect">
            <a:avLst/>
          </a:prstGeom>
        </p:spPr>
      </p:pic>
      <p:sp>
        <p:nvSpPr>
          <p:cNvPr id="3" name="텍스트 개체 틀 4">
            <a:extLst>
              <a:ext uri="{FF2B5EF4-FFF2-40B4-BE49-F238E27FC236}">
                <a16:creationId xmlns:a16="http://schemas.microsoft.com/office/drawing/2014/main" id="{A9703A07-07E0-D82A-5390-58D6CBF42FC8}"/>
              </a:ext>
            </a:extLst>
          </p:cNvPr>
          <p:cNvSpPr txBox="1">
            <a:spLocks/>
          </p:cNvSpPr>
          <p:nvPr/>
        </p:nvSpPr>
        <p:spPr>
          <a:xfrm>
            <a:off x="495299" y="1133038"/>
            <a:ext cx="3526736" cy="312091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arenR"/>
            </a:pPr>
            <a:r>
              <a:rPr lang="ko-KR" altLang="ko-KR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엔진 진동의 시계열 데이터를 분석하여 동력 전달 장치의 고장 여부를 사전에 탐지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/>
            </a:pP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/>
            </a:pP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FFT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기법을 통하여 효과적으로 차원축소를 하고</a:t>
            </a:r>
            <a:r>
              <a:rPr lang="en-US" altLang="ko-KR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,  </a:t>
            </a: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진동 신호만으로 예측 결과를 극대화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/>
            </a:pP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>
              <a:buAutoNum type="arabicParenR"/>
            </a:pPr>
            <a:r>
              <a:rPr lang="ko-KR" altLang="en-US" b="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모델을 통해 실제 산업 현장에서의 설비 유지보수를 용이 하게함</a:t>
            </a:r>
            <a:endParaRPr lang="en-US" altLang="ko-KR" b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362725C-4C7B-3ACA-ACCC-1413E171B0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6887" y="1032844"/>
            <a:ext cx="4957113" cy="192111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5FD7DDFC-79CC-B20F-D78C-2ADFB065C0E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55159" y="3321179"/>
            <a:ext cx="4797250" cy="186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820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1647F1-D6E2-041C-83FB-785DDAEFB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120E8-DC52-B008-A072-358F4FE5F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정의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/ </a:t>
            </a:r>
            <a:r>
              <a:rPr lang="ko-KR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데이터 </a:t>
            </a:r>
            <a:r>
              <a:rPr lang="ko-KR" altLang="ko-KR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전처리</a:t>
            </a:r>
            <a:endParaRPr lang="ko-KR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72BD9E-AEA1-A0E9-7062-9121A427E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3D7D066E-71D0-DBA0-FBA3-3A26CEFC0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C4CEE7A2-2F86-DC85-49F5-061DB679D778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2706" y="1096546"/>
                <a:ext cx="7822911" cy="2103854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1) 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진동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/</a:t>
                </a:r>
                <a:r>
                  <a:rPr lang="ko-KR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소음을 시간 순서대로 기록한 시계열 데이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  <a:ea typeface="맑은 고딕" panose="020B0503020000020004" pitchFamily="50" charset="-127"/>
                      </a:rPr>
                      <m:t>(5000×500)</m:t>
                    </m:r>
                  </m:oMath>
                </a14:m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2) Training Set, Test Set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분리 되어 제공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3)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시계열 데이터와 서로 다른 엔지의 이상치 없음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모든 행이 선형 독립 </a:t>
                </a:r>
                <a:r>
                  <a:rPr lang="ko-KR" altLang="en-US" dirty="0" err="1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전처리</a:t>
                </a:r>
                <a:r>
                  <a:rPr lang="ko-KR" altLang="en-US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불필요</a:t>
                </a:r>
                <a:endParaRPr lang="en-US" altLang="ko-KR" dirty="0">
                  <a:latin typeface="맑은 고딕" panose="020B0503020000020004" pitchFamily="50" charset="-127"/>
                  <a:ea typeface="맑은 고딕" panose="020B0503020000020004" pitchFamily="50" charset="-127"/>
                </a:endParaRPr>
              </a:p>
            </p:txBody>
          </p:sp>
        </mc:Choice>
        <mc:Fallback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C4CEE7A2-2F86-DC85-49F5-061DB679D7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06" y="1096546"/>
                <a:ext cx="7822911" cy="2103854"/>
              </a:xfrm>
              <a:prstGeom prst="rect">
                <a:avLst/>
              </a:prstGeom>
              <a:blipFill>
                <a:blip r:embed="rId4"/>
                <a:stretch>
                  <a:fillRect l="-468" t="-3188" r="-23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DD8E69A2-E601-F024-C681-8C70F20D27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5168297"/>
              </p:ext>
            </p:extLst>
          </p:nvPr>
        </p:nvGraphicFramePr>
        <p:xfrm>
          <a:off x="512706" y="3100682"/>
          <a:ext cx="8209719" cy="2346960"/>
        </p:xfrm>
        <a:graphic>
          <a:graphicData uri="http://schemas.openxmlformats.org/drawingml/2006/table">
            <a:tbl>
              <a:tblPr firstRow="1" firstCol="1" bandRow="1">
                <a:tableStyleId>{F5AB1C69-6EDB-4FF4-983F-18BD219EF322}</a:tableStyleId>
              </a:tblPr>
              <a:tblGrid>
                <a:gridCol w="1172817">
                  <a:extLst>
                    <a:ext uri="{9D8B030D-6E8A-4147-A177-3AD203B41FA5}">
                      <a16:colId xmlns:a16="http://schemas.microsoft.com/office/drawing/2014/main" val="2909582221"/>
                    </a:ext>
                  </a:extLst>
                </a:gridCol>
                <a:gridCol w="1172817">
                  <a:extLst>
                    <a:ext uri="{9D8B030D-6E8A-4147-A177-3AD203B41FA5}">
                      <a16:colId xmlns:a16="http://schemas.microsoft.com/office/drawing/2014/main" val="1044957212"/>
                    </a:ext>
                  </a:extLst>
                </a:gridCol>
                <a:gridCol w="1172817">
                  <a:extLst>
                    <a:ext uri="{9D8B030D-6E8A-4147-A177-3AD203B41FA5}">
                      <a16:colId xmlns:a16="http://schemas.microsoft.com/office/drawing/2014/main" val="2479728336"/>
                    </a:ext>
                  </a:extLst>
                </a:gridCol>
                <a:gridCol w="1172817">
                  <a:extLst>
                    <a:ext uri="{9D8B030D-6E8A-4147-A177-3AD203B41FA5}">
                      <a16:colId xmlns:a16="http://schemas.microsoft.com/office/drawing/2014/main" val="3782575947"/>
                    </a:ext>
                  </a:extLst>
                </a:gridCol>
                <a:gridCol w="1172817">
                  <a:extLst>
                    <a:ext uri="{9D8B030D-6E8A-4147-A177-3AD203B41FA5}">
                      <a16:colId xmlns:a16="http://schemas.microsoft.com/office/drawing/2014/main" val="14998788"/>
                    </a:ext>
                  </a:extLst>
                </a:gridCol>
                <a:gridCol w="1172817">
                  <a:extLst>
                    <a:ext uri="{9D8B030D-6E8A-4147-A177-3AD203B41FA5}">
                      <a16:colId xmlns:a16="http://schemas.microsoft.com/office/drawing/2014/main" val="4063242571"/>
                    </a:ext>
                  </a:extLst>
                </a:gridCol>
                <a:gridCol w="1172817">
                  <a:extLst>
                    <a:ext uri="{9D8B030D-6E8A-4147-A177-3AD203B41FA5}">
                      <a16:colId xmlns:a16="http://schemas.microsoft.com/office/drawing/2014/main" val="2647968395"/>
                    </a:ext>
                  </a:extLst>
                </a:gridCol>
              </a:tblGrid>
              <a:tr h="538369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ko-KR" sz="1800" kern="0" dirty="0">
                          <a:effectLst/>
                        </a:rPr>
                        <a:t>데이터 케이스</a:t>
                      </a:r>
                      <a:r>
                        <a:rPr lang="en-US" sz="1800" kern="0" dirty="0">
                          <a:effectLst/>
                        </a:rPr>
                        <a:t> (</a:t>
                      </a:r>
                      <a:r>
                        <a:rPr lang="ko-KR" sz="1800" kern="0" dirty="0">
                          <a:effectLst/>
                        </a:rPr>
                        <a:t>행</a:t>
                      </a:r>
                      <a:r>
                        <a:rPr lang="en-US" sz="1800" kern="0" dirty="0">
                          <a:effectLst/>
                        </a:rPr>
                        <a:t>)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Time Step 0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Time Step 1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Time Step 2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...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Time Step 499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Label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713294665"/>
                  </a:ext>
                </a:extLst>
              </a:tr>
              <a:tr h="538369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Case 1 (</a:t>
                      </a:r>
                      <a:r>
                        <a:rPr lang="ko-KR" sz="1800" kern="0">
                          <a:effectLst/>
                        </a:rPr>
                        <a:t>엔진</a:t>
                      </a:r>
                      <a:r>
                        <a:rPr lang="en-US" sz="1800" kern="0">
                          <a:effectLst/>
                        </a:rPr>
                        <a:t> A)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-0.797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-0.664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-0.373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...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1.121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-1 (</a:t>
                      </a:r>
                      <a:r>
                        <a:rPr lang="ko-KR" sz="1800" kern="0">
                          <a:effectLst/>
                        </a:rPr>
                        <a:t>정상</a:t>
                      </a:r>
                      <a:r>
                        <a:rPr lang="en-US" sz="1800" kern="0">
                          <a:effectLst/>
                        </a:rPr>
                        <a:t>)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2635373212"/>
                  </a:ext>
                </a:extLst>
              </a:tr>
              <a:tr h="538369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Case 2 (</a:t>
                      </a:r>
                      <a:r>
                        <a:rPr lang="ko-KR" sz="1800" kern="0">
                          <a:effectLst/>
                        </a:rPr>
                        <a:t>엔진</a:t>
                      </a:r>
                      <a:r>
                        <a:rPr lang="en-US" sz="1800" kern="0">
                          <a:effectLst/>
                        </a:rPr>
                        <a:t> B)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0.821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-1.532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0.224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...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-0.452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1 (</a:t>
                      </a:r>
                      <a:r>
                        <a:rPr lang="ko-KR" sz="1800" kern="0">
                          <a:effectLst/>
                        </a:rPr>
                        <a:t>고장</a:t>
                      </a:r>
                      <a:r>
                        <a:rPr lang="en-US" sz="1800" kern="0">
                          <a:effectLst/>
                        </a:rPr>
                        <a:t>)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1024685989"/>
                  </a:ext>
                </a:extLst>
              </a:tr>
              <a:tr h="538369"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Case 3 (</a:t>
                      </a:r>
                      <a:r>
                        <a:rPr lang="ko-KR" sz="1800" kern="0">
                          <a:effectLst/>
                        </a:rPr>
                        <a:t>엔진</a:t>
                      </a:r>
                      <a:r>
                        <a:rPr lang="en-US" sz="1800" kern="0">
                          <a:effectLst/>
                        </a:rPr>
                        <a:t> C)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-0.112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0.345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1.89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...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algn="r"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>
                          <a:effectLst/>
                        </a:rPr>
                        <a:t>-2.103</a:t>
                      </a:r>
                      <a:endParaRPr lang="ko-KR" sz="18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tc>
                  <a:txBody>
                    <a:bodyPr/>
                    <a:lstStyle/>
                    <a:p>
                      <a:pPr latinLnBrk="0">
                        <a:spcAft>
                          <a:spcPts val="800"/>
                        </a:spcAft>
                        <a:buNone/>
                      </a:pPr>
                      <a:r>
                        <a:rPr lang="en-US" sz="1800" kern="0" dirty="0">
                          <a:effectLst/>
                        </a:rPr>
                        <a:t>1 (</a:t>
                      </a:r>
                      <a:r>
                        <a:rPr lang="ko-KR" sz="1800" kern="0" dirty="0">
                          <a:effectLst/>
                        </a:rPr>
                        <a:t>고장</a:t>
                      </a:r>
                      <a:r>
                        <a:rPr lang="en-US" sz="1800" kern="0" dirty="0">
                          <a:effectLst/>
                        </a:rPr>
                        <a:t>)</a:t>
                      </a:r>
                      <a:endParaRPr lang="ko-KR" sz="18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28575" marR="28575" marT="19050" marB="19050" anchor="b"/>
                </a:tc>
                <a:extLst>
                  <a:ext uri="{0D108BD9-81ED-4DB2-BD59-A6C34878D82A}">
                    <a16:rowId xmlns:a16="http://schemas.microsoft.com/office/drawing/2014/main" val="534516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413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E7E85-B8F6-49BA-086B-B33AA2650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657A1D4-6CCA-9A74-23C1-73080B4955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4. </a:t>
            </a:r>
            <a:r>
              <a:rPr lang="ko-KR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특성 추출 및 차원 축소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(FFT </a:t>
            </a:r>
            <a:r>
              <a:rPr lang="ko-KR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적용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endParaRPr lang="ko-KR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CABA274-9535-7EFE-5FF1-74AB787A37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A7753D-33D3-4DE4-B918-257BB52428D1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F381E0CF-B30B-3599-2DEE-83F1775A38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05760A09-1FE8-B2A6-1A00-A6E4A16EB96C}"/>
              </a:ext>
            </a:extLst>
          </p:cNvPr>
          <p:cNvSpPr txBox="1">
            <a:spLocks/>
          </p:cNvSpPr>
          <p:nvPr/>
        </p:nvSpPr>
        <p:spPr>
          <a:xfrm>
            <a:off x="512706" y="1096546"/>
            <a:ext cx="7822911" cy="210385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0" indent="-342900">
              <a:buAutoNum type="arabicParenR"/>
            </a:pPr>
            <a:r>
              <a:rPr lang="ko-KR" altLang="en-US" dirty="0">
                <a:latin typeface="고딕"/>
              </a:rPr>
              <a:t>문제</a:t>
            </a:r>
            <a:r>
              <a:rPr lang="en-US" altLang="ko-KR" dirty="0">
                <a:latin typeface="고딕"/>
              </a:rPr>
              <a:t>: 500</a:t>
            </a:r>
            <a:r>
              <a:rPr lang="ko-KR" altLang="en-US" dirty="0">
                <a:latin typeface="고딕"/>
              </a:rPr>
              <a:t>개의 </a:t>
            </a:r>
            <a:r>
              <a:rPr lang="ko-KR" altLang="ko-KR" dirty="0">
                <a:latin typeface="고딕"/>
              </a:rPr>
              <a:t>열</a:t>
            </a:r>
            <a:r>
              <a:rPr lang="en-US" altLang="ko-KR" dirty="0">
                <a:latin typeface="고딕"/>
              </a:rPr>
              <a:t>(Column)</a:t>
            </a:r>
            <a:r>
              <a:rPr lang="ko-KR" altLang="ko-KR" dirty="0">
                <a:latin typeface="고딕"/>
              </a:rPr>
              <a:t>을 그대로 모델에 입력할 경우</a:t>
            </a:r>
            <a:r>
              <a:rPr lang="en-US" altLang="ko-KR" dirty="0">
                <a:latin typeface="고딕"/>
              </a:rPr>
              <a:t>, </a:t>
            </a:r>
            <a:r>
              <a:rPr lang="ko-KR" altLang="ko-KR" dirty="0">
                <a:latin typeface="고딕"/>
              </a:rPr>
              <a:t>시간 복잡도가 지나치게 높아지고 특성 중요도를 파악하기 </a:t>
            </a:r>
            <a:r>
              <a:rPr lang="ko-KR" altLang="en-US" dirty="0">
                <a:latin typeface="고딕"/>
              </a:rPr>
              <a:t>어려움 </a:t>
            </a:r>
            <a:endParaRPr lang="en-US" altLang="ko-KR" dirty="0">
              <a:latin typeface="고딕"/>
            </a:endParaRPr>
          </a:p>
          <a:p>
            <a:pPr marL="342900" lvl="0" indent="-342900">
              <a:buAutoNum type="arabicParenR"/>
            </a:pPr>
            <a:r>
              <a:rPr lang="ko-KR" altLang="ko-KR" dirty="0">
                <a:latin typeface="고딕"/>
              </a:rPr>
              <a:t>해결 방안</a:t>
            </a:r>
            <a:r>
              <a:rPr lang="en-US" altLang="ko-KR" dirty="0">
                <a:latin typeface="고딕"/>
              </a:rPr>
              <a:t>: </a:t>
            </a:r>
            <a:r>
              <a:rPr lang="ko-KR" altLang="ko-KR" dirty="0">
                <a:latin typeface="고딕"/>
              </a:rPr>
              <a:t>시간 도메인을 주파수 도메인으로 변환하는</a:t>
            </a:r>
            <a:r>
              <a:rPr lang="en-US" altLang="ko-KR" dirty="0">
                <a:latin typeface="고딕"/>
              </a:rPr>
              <a:t> FFT(Fast Fourier Transform)</a:t>
            </a:r>
            <a:r>
              <a:rPr lang="ko-KR" altLang="ko-KR" dirty="0">
                <a:latin typeface="고딕"/>
              </a:rPr>
              <a:t>를 </a:t>
            </a:r>
            <a:r>
              <a:rPr lang="ko-KR" altLang="en-US" dirty="0">
                <a:latin typeface="고딕"/>
              </a:rPr>
              <a:t>수행</a:t>
            </a:r>
            <a:endParaRPr lang="en-US" altLang="ko-KR" dirty="0">
              <a:latin typeface="고딕"/>
            </a:endParaRPr>
          </a:p>
          <a:p>
            <a:pPr marL="342900" lvl="0" indent="-342900">
              <a:buAutoNum type="arabicParenR"/>
            </a:pPr>
            <a:r>
              <a:rPr lang="ko-KR" altLang="ko-KR" dirty="0">
                <a:latin typeface="고딕"/>
              </a:rPr>
              <a:t>효과</a:t>
            </a:r>
            <a:r>
              <a:rPr lang="en-US" altLang="ko-KR" dirty="0">
                <a:latin typeface="고딕"/>
              </a:rPr>
              <a:t>: </a:t>
            </a:r>
            <a:r>
              <a:rPr lang="ko-KR" altLang="ko-KR" dirty="0">
                <a:latin typeface="고딕"/>
              </a:rPr>
              <a:t>특정 주파수</a:t>
            </a:r>
            <a:r>
              <a:rPr lang="en-US" altLang="ko-KR" dirty="0">
                <a:latin typeface="고딕"/>
              </a:rPr>
              <a:t>(</a:t>
            </a:r>
            <a:r>
              <a:rPr lang="ko-KR" altLang="ko-KR" dirty="0">
                <a:latin typeface="고딕"/>
              </a:rPr>
              <a:t>예</a:t>
            </a:r>
            <a:r>
              <a:rPr lang="en-US" altLang="ko-KR" dirty="0">
                <a:latin typeface="고딕"/>
              </a:rPr>
              <a:t>: </a:t>
            </a:r>
            <a:r>
              <a:rPr lang="ko-KR" altLang="ko-KR" dirty="0">
                <a:latin typeface="고딕"/>
              </a:rPr>
              <a:t>저주파</a:t>
            </a:r>
            <a:r>
              <a:rPr lang="en-US" altLang="ko-KR" dirty="0">
                <a:latin typeface="고딕"/>
              </a:rPr>
              <a:t>/</a:t>
            </a:r>
            <a:r>
              <a:rPr lang="ko-KR" altLang="ko-KR" dirty="0">
                <a:latin typeface="고딕"/>
              </a:rPr>
              <a:t>고주파 진동 패턴</a:t>
            </a:r>
            <a:r>
              <a:rPr lang="en-US" altLang="ko-KR" dirty="0">
                <a:latin typeface="고딕"/>
              </a:rPr>
              <a:t>)</a:t>
            </a:r>
            <a:r>
              <a:rPr lang="ko-KR" altLang="ko-KR" dirty="0">
                <a:latin typeface="고딕"/>
              </a:rPr>
              <a:t>에 집중하여 학습</a:t>
            </a:r>
            <a:r>
              <a:rPr lang="ko-KR" altLang="en-US" dirty="0">
                <a:latin typeface="고딕"/>
              </a:rPr>
              <a:t>용이</a:t>
            </a:r>
            <a:r>
              <a:rPr lang="en-US" altLang="ko-KR" dirty="0">
                <a:latin typeface="고딕"/>
              </a:rPr>
              <a:t>,   </a:t>
            </a:r>
            <a:r>
              <a:rPr lang="ko-KR" altLang="ko-KR" dirty="0">
                <a:latin typeface="고딕"/>
              </a:rPr>
              <a:t>실질적인 변수의 차원을 </a:t>
            </a:r>
            <a:r>
              <a:rPr lang="ko-KR" altLang="en-US" dirty="0">
                <a:latin typeface="고딕"/>
              </a:rPr>
              <a:t>축소</a:t>
            </a:r>
            <a:endParaRPr lang="ko-KR" altLang="ko-KR" dirty="0">
              <a:latin typeface="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249D7BB-1697-BB92-85BE-35CB3F286A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59" y="3200400"/>
            <a:ext cx="8411967" cy="327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5929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E9928-3008-9192-7D0B-3B630F228D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1AA26E-68CB-6940-0970-A6482B95B2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고딕"/>
              </a:rPr>
              <a:t>5. </a:t>
            </a:r>
            <a:r>
              <a:rPr lang="ko-KR" altLang="ko-KR" b="1" dirty="0">
                <a:latin typeface="고딕"/>
              </a:rPr>
              <a:t>분석적용 알고리즘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E39596-4546-29E0-E196-33027D0E1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5071" y="6324153"/>
            <a:ext cx="2057400" cy="365125"/>
          </a:xfrm>
        </p:spPr>
        <p:txBody>
          <a:bodyPr/>
          <a:lstStyle/>
          <a:p>
            <a:fld id="{57A7753D-33D3-4DE4-B918-257BB52428D1}" type="slidenum">
              <a:rPr lang="ko-KR" altLang="en-US" smtClean="0"/>
              <a:t>6</a:t>
            </a:fld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3431F18E-0CEB-E7B0-13B7-1623D8815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B361F635-0475-5DD0-CB19-2E0DE1DE52D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512706" y="1096545"/>
                <a:ext cx="4993012" cy="5091753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Autofit/>
              </a:bodyPr>
              <a:lstStyle>
                <a:lvl1pPr marL="0" indent="0" algn="l" defTabSz="914400" rtl="0" eaLnBrk="1" latinLnBrk="1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ko-KR" altLang="en-US" dirty="0">
                    <a:latin typeface="고딕"/>
                  </a:rPr>
                  <a:t>지도 학습</a:t>
                </a:r>
                <a:r>
                  <a:rPr lang="en-US" altLang="ko-KR" dirty="0">
                    <a:latin typeface="고딕"/>
                  </a:rPr>
                  <a:t>Supervised </a:t>
                </a:r>
                <a:r>
                  <a:rPr lang="ko-KR" altLang="ko-KR" dirty="0">
                    <a:latin typeface="고딕"/>
                  </a:rPr>
                  <a:t>문제이므로</a:t>
                </a:r>
                <a:r>
                  <a:rPr lang="en-US" altLang="ko-KR" dirty="0">
                    <a:latin typeface="고딕"/>
                  </a:rPr>
                  <a:t>, </a:t>
                </a:r>
                <a:r>
                  <a:rPr lang="ko-KR" altLang="ko-KR" dirty="0">
                    <a:latin typeface="고딕"/>
                  </a:rPr>
                  <a:t>트리 기반의 앙상블 알고리즘 두 가지를 적용하여 성능을 비교 </a:t>
                </a:r>
                <a:r>
                  <a:rPr lang="ko-KR" altLang="en-US" dirty="0">
                    <a:latin typeface="고딕"/>
                  </a:rPr>
                  <a:t>분석</a:t>
                </a:r>
                <a:endParaRPr lang="en-US" altLang="ko-KR" dirty="0">
                  <a:latin typeface="고딕"/>
                </a:endParaRPr>
              </a:p>
              <a:p>
                <a:pPr marL="342900" lvl="0" indent="-342900">
                  <a:buAutoNum type="arabicParenR"/>
                </a:pPr>
                <a:r>
                  <a:rPr lang="ko-KR" altLang="ko-KR" b="1" dirty="0">
                    <a:latin typeface="고딕"/>
                  </a:rPr>
                  <a:t>랜덤 포레스트 분류기</a:t>
                </a:r>
                <a:r>
                  <a:rPr lang="en-US" altLang="ko-KR" b="1" dirty="0">
                    <a:latin typeface="고딕"/>
                  </a:rPr>
                  <a:t> (Random Forest Classifier): </a:t>
                </a:r>
                <a:r>
                  <a:rPr lang="ko-KR" altLang="ko-KR" dirty="0">
                    <a:latin typeface="고딕"/>
                  </a:rPr>
                  <a:t>여러 개의 의사결정 나무</a:t>
                </a:r>
                <a:r>
                  <a:rPr lang="en-US" altLang="ko-KR" dirty="0">
                    <a:latin typeface="고딕"/>
                  </a:rPr>
                  <a:t>(Decision Tree)</a:t>
                </a:r>
                <a:r>
                  <a:rPr lang="ko-KR" altLang="ko-KR" dirty="0">
                    <a:latin typeface="고딕"/>
                  </a:rPr>
                  <a:t>를 </a:t>
                </a:r>
                <a:r>
                  <a:rPr lang="ko-KR" altLang="en-US" dirty="0" err="1">
                    <a:latin typeface="고딕"/>
                  </a:rPr>
                  <a:t>생성후</a:t>
                </a:r>
                <a:r>
                  <a:rPr lang="ko-KR" altLang="en-US" dirty="0">
                    <a:latin typeface="고딕"/>
                  </a:rPr>
                  <a:t> </a:t>
                </a:r>
                <a:r>
                  <a:rPr lang="ko-KR" altLang="ko-KR" dirty="0">
                    <a:latin typeface="고딕"/>
                  </a:rPr>
                  <a:t>투표하여 예측하는 앙상블 기법</a:t>
                </a:r>
                <a:r>
                  <a:rPr lang="en-US" altLang="ko-KR" dirty="0">
                    <a:latin typeface="고딕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>
                    <a:latin typeface="고딕"/>
                  </a:rPr>
                  <a:t> </a:t>
                </a:r>
                <a:r>
                  <a:rPr lang="ko-KR" altLang="ko-KR" dirty="0" err="1">
                    <a:latin typeface="고딕"/>
                  </a:rPr>
                  <a:t>과적합</a:t>
                </a:r>
                <a:r>
                  <a:rPr lang="en-US" altLang="ko-KR" dirty="0">
                    <a:latin typeface="고딕"/>
                  </a:rPr>
                  <a:t>(Overfitting)</a:t>
                </a:r>
                <a:r>
                  <a:rPr lang="ko-KR" altLang="ko-KR" dirty="0">
                    <a:latin typeface="고딕"/>
                  </a:rPr>
                  <a:t>을 방지</a:t>
                </a:r>
                <a:r>
                  <a:rPr lang="en-US" altLang="ko-KR" dirty="0">
                    <a:latin typeface="고딕"/>
                  </a:rPr>
                  <a:t>, </a:t>
                </a:r>
                <a:r>
                  <a:rPr lang="ko-KR" altLang="ko-KR" dirty="0">
                    <a:latin typeface="고딕"/>
                  </a:rPr>
                  <a:t>변수 중요도</a:t>
                </a:r>
                <a:r>
                  <a:rPr lang="en-US" altLang="ko-KR" dirty="0">
                    <a:latin typeface="고딕"/>
                  </a:rPr>
                  <a:t>(Feature Importance)</a:t>
                </a:r>
                <a:r>
                  <a:rPr lang="ko-KR" altLang="ko-KR" dirty="0">
                    <a:latin typeface="고딕"/>
                  </a:rPr>
                  <a:t>를 통해 어떤 주파수 대역이 고장 탐지에 결정적인 역할을 했는지 직관적으로 </a:t>
                </a:r>
                <a:r>
                  <a:rPr lang="ko-KR" altLang="en-US" dirty="0">
                    <a:latin typeface="고딕"/>
                  </a:rPr>
                  <a:t>확인가능</a:t>
                </a:r>
                <a:endParaRPr lang="en-US" altLang="ko-KR" dirty="0">
                  <a:latin typeface="고딕"/>
                </a:endParaRPr>
              </a:p>
              <a:p>
                <a:pPr marL="342900" indent="-342900">
                  <a:buFont typeface="Arial" panose="020B0604020202020204" pitchFamily="34" charset="0"/>
                  <a:buAutoNum type="arabicParenR"/>
                </a:pPr>
                <a:r>
                  <a:rPr lang="ko-KR" altLang="ko-KR" b="1" dirty="0" err="1">
                    <a:latin typeface="고딕"/>
                  </a:rPr>
                  <a:t>그래디언트</a:t>
                </a:r>
                <a:r>
                  <a:rPr lang="ko-KR" altLang="ko-KR" b="1" dirty="0">
                    <a:latin typeface="고딕"/>
                  </a:rPr>
                  <a:t> </a:t>
                </a:r>
                <a:r>
                  <a:rPr lang="ko-KR" altLang="ko-KR" b="1" dirty="0" err="1">
                    <a:latin typeface="고딕"/>
                  </a:rPr>
                  <a:t>부스팅</a:t>
                </a:r>
                <a:r>
                  <a:rPr lang="ko-KR" altLang="ko-KR" b="1" dirty="0">
                    <a:latin typeface="고딕"/>
                  </a:rPr>
                  <a:t> 분류기</a:t>
                </a:r>
                <a:r>
                  <a:rPr lang="en-US" altLang="ko-KR" b="1" dirty="0">
                    <a:latin typeface="고딕"/>
                  </a:rPr>
                  <a:t> (Gradient Boosting Classifier): </a:t>
                </a:r>
                <a:r>
                  <a:rPr lang="ko-KR" altLang="ko-KR" dirty="0">
                    <a:latin typeface="고딕"/>
                  </a:rPr>
                  <a:t>이전 트리의 오차</a:t>
                </a:r>
                <a:r>
                  <a:rPr lang="en-US" altLang="ko-KR" dirty="0">
                    <a:latin typeface="고딕"/>
                  </a:rPr>
                  <a:t>(Error)</a:t>
                </a:r>
                <a:r>
                  <a:rPr lang="ko-KR" altLang="ko-KR" dirty="0">
                    <a:latin typeface="고딕"/>
                  </a:rPr>
                  <a:t>를 순차적으로 보완</a:t>
                </a:r>
                <a:r>
                  <a:rPr lang="en-US" altLang="ko-KR" dirty="0">
                    <a:latin typeface="고딕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ko-KR" dirty="0">
                    <a:latin typeface="고딕"/>
                  </a:rPr>
                  <a:t> 미세한 진동 패턴의 차이를 잡아내어 높은 분류 정확도를 도출하는 데 유리</a:t>
                </a:r>
              </a:p>
              <a:p>
                <a:pPr marL="342900" lvl="0" indent="-342900">
                  <a:buAutoNum type="arabicParenR"/>
                </a:pPr>
                <a:endParaRPr lang="ko-KR" altLang="ko-KR" dirty="0"/>
              </a:p>
            </p:txBody>
          </p:sp>
        </mc:Choice>
        <mc:Fallback>
          <p:sp>
            <p:nvSpPr>
              <p:cNvPr id="6" name="텍스트 개체 틀 4">
                <a:extLst>
                  <a:ext uri="{FF2B5EF4-FFF2-40B4-BE49-F238E27FC236}">
                    <a16:creationId xmlns:a16="http://schemas.microsoft.com/office/drawing/2014/main" id="{B361F635-0475-5DD0-CB19-2E0DE1DE5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706" y="1096545"/>
                <a:ext cx="4993012" cy="5091753"/>
              </a:xfrm>
              <a:prstGeom prst="rect">
                <a:avLst/>
              </a:prstGeom>
              <a:blipFill>
                <a:blip r:embed="rId4"/>
                <a:stretch>
                  <a:fillRect l="-977" t="-1437" r="-170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Everything about Random Forest. Random Forest is one of the most… | by  Abhishek Jain | Medium">
            <a:extLst>
              <a:ext uri="{FF2B5EF4-FFF2-40B4-BE49-F238E27FC236}">
                <a16:creationId xmlns:a16="http://schemas.microsoft.com/office/drawing/2014/main" id="{06EAC9EA-D9CA-6745-9199-B4F10DA043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3246" y="1096545"/>
            <a:ext cx="3697042" cy="26407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그래디언트 부스팅이란 무엇인가요? | IBM">
            <a:extLst>
              <a:ext uri="{FF2B5EF4-FFF2-40B4-BE49-F238E27FC236}">
                <a16:creationId xmlns:a16="http://schemas.microsoft.com/office/drawing/2014/main" id="{530CA449-E86E-BCCD-F6AD-086DD25204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6701" y="3899506"/>
            <a:ext cx="3310131" cy="1861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78135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707"/>
    </mc:Choice>
    <mc:Fallback xmlns="">
      <p:transition spd="slow" advTm="14707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6EDA71-FB85-0D72-957A-A233049949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8A064-B8C5-5486-858B-AE45C45858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고딕"/>
              </a:rPr>
              <a:t>6. FFT</a:t>
            </a:r>
            <a:r>
              <a:rPr lang="ko-KR" altLang="ko-KR" b="1" dirty="0">
                <a:latin typeface="고딕"/>
              </a:rPr>
              <a:t>적용 전후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68B527-82A1-E938-AE31-E87A6171F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5071" y="6324153"/>
            <a:ext cx="2057400" cy="365125"/>
          </a:xfrm>
        </p:spPr>
        <p:txBody>
          <a:bodyPr/>
          <a:lstStyle/>
          <a:p>
            <a:fld id="{57A7753D-33D3-4DE4-B918-257BB52428D1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01FB9EBE-4848-D04C-2CA4-65CBF152C9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sp>
        <p:nvSpPr>
          <p:cNvPr id="6" name="텍스트 개체 틀 4">
            <a:extLst>
              <a:ext uri="{FF2B5EF4-FFF2-40B4-BE49-F238E27FC236}">
                <a16:creationId xmlns:a16="http://schemas.microsoft.com/office/drawing/2014/main" id="{54B6965D-7139-786D-60B9-05911B911F93}"/>
              </a:ext>
            </a:extLst>
          </p:cNvPr>
          <p:cNvSpPr txBox="1">
            <a:spLocks/>
          </p:cNvSpPr>
          <p:nvPr/>
        </p:nvSpPr>
        <p:spPr>
          <a:xfrm>
            <a:off x="512706" y="1096545"/>
            <a:ext cx="8186973" cy="362356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AutoNum type="arabicParenR"/>
            </a:pPr>
            <a:r>
              <a:rPr lang="en-US" altLang="ko-KR" dirty="0">
                <a:latin typeface="고딕"/>
              </a:rPr>
              <a:t>FFT</a:t>
            </a:r>
            <a:r>
              <a:rPr lang="ko-KR" altLang="en-US" dirty="0">
                <a:latin typeface="고딕"/>
              </a:rPr>
              <a:t>는 시간에 따른 </a:t>
            </a:r>
            <a:r>
              <a:rPr lang="en-US" altLang="ko-KR" dirty="0">
                <a:latin typeface="고딕"/>
              </a:rPr>
              <a:t>'</a:t>
            </a:r>
            <a:r>
              <a:rPr lang="ko-KR" altLang="en-US" dirty="0">
                <a:latin typeface="고딕"/>
              </a:rPr>
              <a:t>위상</a:t>
            </a:r>
            <a:r>
              <a:rPr lang="en-US" altLang="ko-KR" dirty="0">
                <a:latin typeface="고딕"/>
              </a:rPr>
              <a:t>(Phase)' </a:t>
            </a:r>
            <a:r>
              <a:rPr lang="ko-KR" altLang="en-US" dirty="0">
                <a:latin typeface="고딕"/>
              </a:rPr>
              <a:t>정보를 배제함</a:t>
            </a:r>
            <a:r>
              <a:rPr lang="en-US" altLang="ko-KR" dirty="0">
                <a:latin typeface="고딕"/>
              </a:rPr>
              <a:t>,</a:t>
            </a:r>
          </a:p>
          <a:p>
            <a:pPr marL="342900" indent="-342900">
              <a:buAutoNum type="arabicParenR"/>
            </a:pPr>
            <a:r>
              <a:rPr lang="en-US" altLang="ko-KR" dirty="0">
                <a:latin typeface="고딕"/>
              </a:rPr>
              <a:t> </a:t>
            </a:r>
            <a:r>
              <a:rPr lang="ko-KR" altLang="en-US" dirty="0">
                <a:latin typeface="고딕"/>
              </a:rPr>
              <a:t>전체 </a:t>
            </a:r>
            <a:r>
              <a:rPr lang="en-US" altLang="ko-KR" dirty="0">
                <a:latin typeface="고딕"/>
              </a:rPr>
              <a:t>500</a:t>
            </a:r>
            <a:r>
              <a:rPr lang="ko-KR" altLang="en-US" dirty="0">
                <a:latin typeface="고딕"/>
              </a:rPr>
              <a:t>개의 흐름 속에서 </a:t>
            </a:r>
            <a:r>
              <a:rPr lang="en-US" altLang="ko-KR" dirty="0">
                <a:latin typeface="고딕"/>
              </a:rPr>
              <a:t>＇</a:t>
            </a:r>
            <a:r>
              <a:rPr lang="ko-KR" altLang="en-US" dirty="0">
                <a:latin typeface="고딕"/>
              </a:rPr>
              <a:t>어떤 종류의 파동</a:t>
            </a:r>
            <a:r>
              <a:rPr lang="en-US" altLang="ko-KR" dirty="0">
                <a:latin typeface="고딕"/>
              </a:rPr>
              <a:t>(</a:t>
            </a:r>
            <a:r>
              <a:rPr lang="ko-KR" altLang="en-US" dirty="0">
                <a:latin typeface="고딕"/>
              </a:rPr>
              <a:t>주파수</a:t>
            </a:r>
            <a:r>
              <a:rPr lang="en-US" altLang="ko-KR" dirty="0">
                <a:latin typeface="고딕"/>
              </a:rPr>
              <a:t>)</a:t>
            </a:r>
            <a:r>
              <a:rPr lang="ko-KR" altLang="en-US" dirty="0">
                <a:latin typeface="고딕"/>
              </a:rPr>
              <a:t>이 얼마나 강하게 존재하는가</a:t>
            </a:r>
            <a:r>
              <a:rPr lang="en-US" altLang="ko-KR" dirty="0">
                <a:latin typeface="고딕"/>
              </a:rPr>
              <a:t>(Magnitude)＇</a:t>
            </a:r>
            <a:r>
              <a:rPr lang="ko-KR" altLang="en-US" dirty="0">
                <a:latin typeface="고딕"/>
              </a:rPr>
              <a:t>만을 추출</a:t>
            </a:r>
            <a:endParaRPr lang="en-US" altLang="ko-KR" dirty="0">
              <a:latin typeface="고딕"/>
            </a:endParaRPr>
          </a:p>
          <a:p>
            <a:pPr marL="342900" indent="-342900">
              <a:buAutoNum type="arabicParenR"/>
            </a:pPr>
            <a:r>
              <a:rPr lang="en-US" altLang="ko-KR" dirty="0">
                <a:latin typeface="고딕"/>
              </a:rPr>
              <a:t> </a:t>
            </a:r>
            <a:r>
              <a:rPr lang="ko-KR" altLang="en-US" dirty="0">
                <a:latin typeface="고딕"/>
              </a:rPr>
              <a:t>측정 타이밍의 오차를 무시할 수 있게 되어 모델의 학습 안정성 향사</a:t>
            </a:r>
            <a:endParaRPr lang="en-US" altLang="ko-KR" dirty="0">
              <a:latin typeface="고딕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04514BA-6EE9-A24F-187F-8C8C47D6F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3752" y="2506897"/>
            <a:ext cx="4147466" cy="3940574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773F6613-9720-35D4-C534-5E0A3AF6E78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4443" y="2511380"/>
            <a:ext cx="4224340" cy="3936091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921C8DB5-04B6-7C38-D23E-0D0848686F67}"/>
              </a:ext>
            </a:extLst>
          </p:cNvPr>
          <p:cNvSpPr/>
          <p:nvPr/>
        </p:nvSpPr>
        <p:spPr>
          <a:xfrm>
            <a:off x="1217054" y="6506715"/>
            <a:ext cx="2182969" cy="26757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TIME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584908F-B614-9B2A-B1D8-805A391BF2B8}"/>
              </a:ext>
            </a:extLst>
          </p:cNvPr>
          <p:cNvSpPr/>
          <p:nvPr/>
        </p:nvSpPr>
        <p:spPr>
          <a:xfrm>
            <a:off x="5725128" y="6506715"/>
            <a:ext cx="2182969" cy="26757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FREQ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11158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07"/>
    </mc:Choice>
    <mc:Fallback>
      <p:transition spd="slow" advTm="1470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0737B-4487-FCF7-8B94-D5670F66AE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E09C52-F277-D172-AB87-53CC7D434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고딕"/>
              </a:rPr>
              <a:t>6. FFT</a:t>
            </a:r>
            <a:r>
              <a:rPr lang="ko-KR" altLang="ko-KR" b="1" dirty="0">
                <a:latin typeface="고딕"/>
              </a:rPr>
              <a:t>적용 전후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5BDA36-5FB1-1BC1-58A4-ACBE7B0BE5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5071" y="6324153"/>
            <a:ext cx="2057400" cy="365125"/>
          </a:xfrm>
        </p:spPr>
        <p:txBody>
          <a:bodyPr/>
          <a:lstStyle/>
          <a:p>
            <a:fld id="{57A7753D-33D3-4DE4-B918-257BB52428D1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8E95D262-F1B4-D1E9-F010-93AAFAFA74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EBB940C0-7510-56E5-43BE-FFF1FB09A10A}"/>
              </a:ext>
            </a:extLst>
          </p:cNvPr>
          <p:cNvSpPr/>
          <p:nvPr/>
        </p:nvSpPr>
        <p:spPr>
          <a:xfrm>
            <a:off x="3394339" y="6179899"/>
            <a:ext cx="2182969" cy="26757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TIME</a:t>
            </a: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561B83B-A62A-5455-6732-B8EFADA1EAD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983965"/>
            <a:ext cx="8971648" cy="5035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2757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07"/>
    </mc:Choice>
    <mc:Fallback>
      <p:transition spd="slow" advTm="14707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97742-94CD-EFF8-A448-FC6DADE0DA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56FB48-3FA6-6D72-AD4C-995BC399A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b="1" dirty="0">
                <a:latin typeface="고딕"/>
              </a:rPr>
              <a:t>6. FFT</a:t>
            </a:r>
            <a:r>
              <a:rPr lang="ko-KR" altLang="ko-KR" b="1" dirty="0">
                <a:latin typeface="고딕"/>
              </a:rPr>
              <a:t>적용 전후 비교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515F43-4F17-6340-FD5D-066ED8911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45071" y="6324153"/>
            <a:ext cx="2057400" cy="365125"/>
          </a:xfrm>
        </p:spPr>
        <p:txBody>
          <a:bodyPr/>
          <a:lstStyle/>
          <a:p>
            <a:fld id="{57A7753D-33D3-4DE4-B918-257BB52428D1}" type="slidenum">
              <a:rPr lang="ko-KR" altLang="en-US" smtClean="0"/>
              <a:t>9</a:t>
            </a:fld>
            <a:endParaRPr lang="ko-KR" altLang="en-US" dirty="0"/>
          </a:p>
        </p:txBody>
      </p:sp>
      <p:pic>
        <p:nvPicPr>
          <p:cNvPr id="259" name="그림 258">
            <a:extLst>
              <a:ext uri="{FF2B5EF4-FFF2-40B4-BE49-F238E27FC236}">
                <a16:creationId xmlns:a16="http://schemas.microsoft.com/office/drawing/2014/main" id="{490B0668-C5C1-1842-4970-B77C458C0F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9843" y="4181730"/>
            <a:ext cx="468901" cy="34293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7BE30BAB-0DAD-AC50-CA22-C72DA0D02AAD}"/>
              </a:ext>
            </a:extLst>
          </p:cNvPr>
          <p:cNvSpPr/>
          <p:nvPr/>
        </p:nvSpPr>
        <p:spPr>
          <a:xfrm>
            <a:off x="3394339" y="6179899"/>
            <a:ext cx="2182969" cy="267572"/>
          </a:xfrm>
          <a:prstGeom prst="rect">
            <a:avLst/>
          </a:prstGeom>
          <a:ln w="38100"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FREQ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EC3BA906-4C23-DC93-A3F7-950B5123B51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77808"/>
            <a:ext cx="9144000" cy="5192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466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4707"/>
    </mc:Choice>
    <mc:Fallback>
      <p:transition spd="slow" advTm="14707"/>
    </mc:Fallback>
  </mc:AlternateContent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에스코어드림">
      <a:majorFont>
        <a:latin typeface="Calibri Light"/>
        <a:ea typeface="에스코어 드림 6 Bold"/>
        <a:cs typeface=""/>
      </a:majorFont>
      <a:minorFont>
        <a:latin typeface="Calibri"/>
        <a:ea typeface="에스코어 드림 4 Regular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00cfd5d-5799-4231-b04c-96401190256d" xsi:nil="true"/>
    <lcf76f155ced4ddcb4097134ff3c332f xmlns="ecb78d4e-e55c-4e7d-8ea6-0e0f2bb207a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C5FF92F0B5313546897FC90F31853BBC" ma:contentTypeVersion="17" ma:contentTypeDescription="새 문서를 만듭니다." ma:contentTypeScope="" ma:versionID="01f3bfb803af81975f7724404d7ca805">
  <xsd:schema xmlns:xsd="http://www.w3.org/2001/XMLSchema" xmlns:xs="http://www.w3.org/2001/XMLSchema" xmlns:p="http://schemas.microsoft.com/office/2006/metadata/properties" xmlns:ns2="400cfd5d-5799-4231-b04c-96401190256d" xmlns:ns3="ecb78d4e-e55c-4e7d-8ea6-0e0f2bb207af" targetNamespace="http://schemas.microsoft.com/office/2006/metadata/properties" ma:root="true" ma:fieldsID="efa3055e76958559751629e0ee17becc" ns2:_="" ns3:_="">
    <xsd:import namespace="400cfd5d-5799-4231-b04c-96401190256d"/>
    <xsd:import namespace="ecb78d4e-e55c-4e7d-8ea6-0e0f2bb207af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2:TaxCatchAll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00cfd5d-5799-4231-b04c-96401190256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879ff50-2a45-4012-99bf-9beee4910333}" ma:internalName="TaxCatchAll" ma:showField="CatchAllData" ma:web="400cfd5d-5799-4231-b04c-96401190256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cb78d4e-e55c-4e7d-8ea6-0e0f2bb207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6" nillable="true" ma:displayName="Location" ma:internalName="MediaServiceLocatio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이미지 태그" ma:readOnly="false" ma:fieldId="{5cf76f15-5ced-4ddc-b409-7134ff3c332f}" ma:taxonomyMulti="true" ma:sspId="ac8a2166-609b-46cc-bb79-1f8badf8bf2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AD3A792-1ED0-417E-9576-F1CD3FA67C3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056FF71-086F-4364-AB42-761853C03E2E}">
  <ds:schemaRefs>
    <ds:schemaRef ds:uri="http://schemas.microsoft.com/office/infopath/2007/PartnerControls"/>
    <ds:schemaRef ds:uri="http://purl.org/dc/dcmitype/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2006/documentManagement/types"/>
    <ds:schemaRef ds:uri="ecb78d4e-e55c-4e7d-8ea6-0e0f2bb207af"/>
    <ds:schemaRef ds:uri="400cfd5d-5799-4231-b04c-96401190256d"/>
    <ds:schemaRef ds:uri="http://purl.org/dc/terms/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83115F24-632F-4EE3-A471-7D91785DFEA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00cfd5d-5799-4231-b04c-96401190256d"/>
    <ds:schemaRef ds:uri="ecb78d4e-e55c-4e7d-8ea6-0e0f2bb207a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8570</TotalTime>
  <Words>472</Words>
  <Application>Microsoft Office PowerPoint</Application>
  <PresentationFormat>화면 슬라이드 쇼(4:3)</PresentationFormat>
  <Paragraphs>86</Paragraphs>
  <Slides>9</Slides>
  <Notes>8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9</vt:i4>
      </vt:variant>
    </vt:vector>
  </HeadingPairs>
  <TitlesOfParts>
    <vt:vector size="21" baseType="lpstr">
      <vt:lpstr>고딕</vt:lpstr>
      <vt:lpstr>맑은 고딕</vt:lpstr>
      <vt:lpstr>바탕</vt:lpstr>
      <vt:lpstr>Arial</vt:lpstr>
      <vt:lpstr>Calibri</vt:lpstr>
      <vt:lpstr>Calibri Light</vt:lpstr>
      <vt:lpstr>Cambria Math</vt:lpstr>
      <vt:lpstr>Times New Roman</vt:lpstr>
      <vt:lpstr>Verdana</vt:lpstr>
      <vt:lpstr>Wingdings</vt:lpstr>
      <vt:lpstr>Office 테마</vt:lpstr>
      <vt:lpstr>디자인 사용자 지정</vt:lpstr>
      <vt:lpstr>엔진 진동 시계열 데이터를 활용한 고장 진단 모델링</vt:lpstr>
      <vt:lpstr>AI Applications Programming</vt:lpstr>
      <vt:lpstr>1.분석 목적</vt:lpstr>
      <vt:lpstr>2. 데이터 정의 / 데이터 전처리</vt:lpstr>
      <vt:lpstr>4. 특성 추출 및 차원 축소 (FFT 적용) </vt:lpstr>
      <vt:lpstr>5. 분석적용 알고리즘</vt:lpstr>
      <vt:lpstr>6. FFT적용 전후 비교</vt:lpstr>
      <vt:lpstr>6. FFT적용 전후 비교</vt:lpstr>
      <vt:lpstr>6. FFT적용 전후 비교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JoHan Jin</dc:creator>
  <cp:lastModifiedBy>이주영/22200576</cp:lastModifiedBy>
  <cp:revision>85</cp:revision>
  <dcterms:created xsi:type="dcterms:W3CDTF">2022-06-23T13:17:03Z</dcterms:created>
  <dcterms:modified xsi:type="dcterms:W3CDTF">2026-05-30T02:30:41Z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0x010100C5FF92F0B5313546897FC90F31853BBC</vt:lpwstr>
  </property>
</Properties>
</file>